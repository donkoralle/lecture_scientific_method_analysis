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78"/>
  </p:notesMasterIdLst>
  <p:handoutMasterIdLst>
    <p:handoutMasterId r:id="rId79"/>
  </p:handoutMasterIdLst>
  <p:sldIdLst>
    <p:sldId id="257" r:id="rId5"/>
    <p:sldId id="266" r:id="rId6"/>
    <p:sldId id="667" r:id="rId7"/>
    <p:sldId id="693" r:id="rId8"/>
    <p:sldId id="818" r:id="rId9"/>
    <p:sldId id="751" r:id="rId10"/>
    <p:sldId id="829" r:id="rId11"/>
    <p:sldId id="750" r:id="rId12"/>
    <p:sldId id="753" r:id="rId13"/>
    <p:sldId id="754" r:id="rId14"/>
    <p:sldId id="830" r:id="rId15"/>
    <p:sldId id="757" r:id="rId16"/>
    <p:sldId id="831" r:id="rId17"/>
    <p:sldId id="759" r:id="rId18"/>
    <p:sldId id="819" r:id="rId19"/>
    <p:sldId id="767" r:id="rId20"/>
    <p:sldId id="760" r:id="rId21"/>
    <p:sldId id="761" r:id="rId22"/>
    <p:sldId id="762" r:id="rId23"/>
    <p:sldId id="763" r:id="rId24"/>
    <p:sldId id="764" r:id="rId25"/>
    <p:sldId id="765" r:id="rId26"/>
    <p:sldId id="832" r:id="rId27"/>
    <p:sldId id="722" r:id="rId28"/>
    <p:sldId id="769" r:id="rId29"/>
    <p:sldId id="768" r:id="rId30"/>
    <p:sldId id="770" r:id="rId31"/>
    <p:sldId id="833" r:id="rId32"/>
    <p:sldId id="773" r:id="rId33"/>
    <p:sldId id="772" r:id="rId34"/>
    <p:sldId id="756" r:id="rId35"/>
    <p:sldId id="823" r:id="rId36"/>
    <p:sldId id="775" r:id="rId37"/>
    <p:sldId id="836" r:id="rId38"/>
    <p:sldId id="821" r:id="rId39"/>
    <p:sldId id="618" r:id="rId40"/>
    <p:sldId id="776" r:id="rId41"/>
    <p:sldId id="478" r:id="rId42"/>
    <p:sldId id="479" r:id="rId43"/>
    <p:sldId id="482" r:id="rId44"/>
    <p:sldId id="777" r:id="rId45"/>
    <p:sldId id="778" r:id="rId46"/>
    <p:sldId id="485" r:id="rId47"/>
    <p:sldId id="780" r:id="rId48"/>
    <p:sldId id="488" r:id="rId49"/>
    <p:sldId id="781" r:id="rId50"/>
    <p:sldId id="486" r:id="rId51"/>
    <p:sldId id="487" r:id="rId52"/>
    <p:sldId id="783" r:id="rId53"/>
    <p:sldId id="496" r:id="rId54"/>
    <p:sldId id="498" r:id="rId55"/>
    <p:sldId id="499" r:id="rId56"/>
    <p:sldId id="782" r:id="rId57"/>
    <p:sldId id="509" r:id="rId58"/>
    <p:sldId id="784" r:id="rId59"/>
    <p:sldId id="502" r:id="rId60"/>
    <p:sldId id="504" r:id="rId61"/>
    <p:sldId id="820" r:id="rId62"/>
    <p:sldId id="744" r:id="rId63"/>
    <p:sldId id="733" r:id="rId64"/>
    <p:sldId id="824" r:id="rId65"/>
    <p:sldId id="825" r:id="rId66"/>
    <p:sldId id="826" r:id="rId67"/>
    <p:sldId id="835" r:id="rId68"/>
    <p:sldId id="828" r:id="rId69"/>
    <p:sldId id="748" r:id="rId70"/>
    <p:sldId id="834" r:id="rId71"/>
    <p:sldId id="747" r:id="rId72"/>
    <p:sldId id="822" r:id="rId73"/>
    <p:sldId id="305" r:id="rId74"/>
    <p:sldId id="309" r:id="rId75"/>
    <p:sldId id="318" r:id="rId76"/>
    <p:sldId id="262" r:id="rId7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040EB20F-FBC6-4ED0-9510-BBA0FE98DB1D}">
          <p14:sldIdLst>
            <p14:sldId id="257"/>
            <p14:sldId id="266"/>
          </p14:sldIdLst>
        </p14:section>
        <p14:section name="Quantitative Data" id="{5EC675F1-2891-4566-8BDE-E77BCB738745}">
          <p14:sldIdLst>
            <p14:sldId id="667"/>
            <p14:sldId id="693"/>
            <p14:sldId id="818"/>
            <p14:sldId id="751"/>
            <p14:sldId id="829"/>
            <p14:sldId id="750"/>
            <p14:sldId id="753"/>
            <p14:sldId id="754"/>
            <p14:sldId id="830"/>
            <p14:sldId id="757"/>
            <p14:sldId id="831"/>
            <p14:sldId id="759"/>
            <p14:sldId id="819"/>
            <p14:sldId id="767"/>
            <p14:sldId id="760"/>
            <p14:sldId id="761"/>
            <p14:sldId id="762"/>
            <p14:sldId id="763"/>
            <p14:sldId id="764"/>
            <p14:sldId id="765"/>
            <p14:sldId id="832"/>
            <p14:sldId id="722"/>
            <p14:sldId id="769"/>
            <p14:sldId id="768"/>
            <p14:sldId id="770"/>
            <p14:sldId id="833"/>
            <p14:sldId id="773"/>
            <p14:sldId id="772"/>
            <p14:sldId id="756"/>
            <p14:sldId id="823"/>
          </p14:sldIdLst>
        </p14:section>
        <p14:section name="Qualitative Data" id="{1F6E38BE-3303-4CCB-8E81-6321859F1E4B}">
          <p14:sldIdLst>
            <p14:sldId id="775"/>
            <p14:sldId id="836"/>
            <p14:sldId id="821"/>
            <p14:sldId id="618"/>
            <p14:sldId id="776"/>
            <p14:sldId id="478"/>
            <p14:sldId id="479"/>
            <p14:sldId id="482"/>
            <p14:sldId id="777"/>
            <p14:sldId id="778"/>
            <p14:sldId id="485"/>
            <p14:sldId id="780"/>
            <p14:sldId id="488"/>
            <p14:sldId id="781"/>
            <p14:sldId id="486"/>
            <p14:sldId id="487"/>
            <p14:sldId id="783"/>
            <p14:sldId id="496"/>
            <p14:sldId id="498"/>
            <p14:sldId id="499"/>
            <p14:sldId id="782"/>
            <p14:sldId id="509"/>
            <p14:sldId id="784"/>
            <p14:sldId id="502"/>
            <p14:sldId id="504"/>
            <p14:sldId id="820"/>
            <p14:sldId id="744"/>
            <p14:sldId id="733"/>
            <p14:sldId id="824"/>
            <p14:sldId id="825"/>
            <p14:sldId id="826"/>
            <p14:sldId id="835"/>
            <p14:sldId id="828"/>
            <p14:sldId id="748"/>
            <p14:sldId id="834"/>
            <p14:sldId id="747"/>
            <p14:sldId id="822"/>
          </p14:sldIdLst>
        </p14:section>
        <p14:section name="Wrap it up" id="{C4FDE2A2-2399-499C-BC1E-171C17B62BE4}">
          <p14:sldIdLst>
            <p14:sldId id="305"/>
            <p14:sldId id="309"/>
            <p14:sldId id="318"/>
            <p14:sldId id="262"/>
          </p14:sldIdLst>
        </p14:section>
        <p14:section name="WORK" id="{530F2F34-9154-44FA-8597-FB214FFEE88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E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D6159F-A0B3-49FA-8904-668AE5EA1AF6}" v="154" dt="2025-11-07T14:38:46.230"/>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A107856-5554-42FB-B03E-39F5DBC370BA}" styleName="Mittlere Formatvorlage 4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76611" autoAdjust="0"/>
  </p:normalViewPr>
  <p:slideViewPr>
    <p:cSldViewPr snapToGrid="0">
      <p:cViewPr>
        <p:scale>
          <a:sx n="66" d="100"/>
          <a:sy n="66" d="100"/>
        </p:scale>
        <p:origin x="470" y="542"/>
      </p:cViewPr>
      <p:guideLst/>
    </p:cSldViewPr>
  </p:slideViewPr>
  <p:notesTextViewPr>
    <p:cViewPr>
      <p:scale>
        <a:sx n="3" d="2"/>
        <a:sy n="3" d="2"/>
      </p:scale>
      <p:origin x="0" y="0"/>
    </p:cViewPr>
  </p:notesTextViewPr>
  <p:sorterViewPr>
    <p:cViewPr varScale="1">
      <p:scale>
        <a:sx n="1" d="1"/>
        <a:sy n="1" d="1"/>
      </p:scale>
      <p:origin x="0" y="-22747"/>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6/11/relationships/changesInfo" Target="changesInfos/changesInfo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l Michael Höferl" userId="544d2ce1-0a3b-4706-9dfd-c6d69d0e3c8e" providerId="ADAL" clId="{63032809-1909-4A5A-8AE4-7997AC70E5E5}"/>
    <pc:docChg chg="undo custSel addSld delSld modSld modSection">
      <pc:chgData name="Karl Michael Höferl" userId="544d2ce1-0a3b-4706-9dfd-c6d69d0e3c8e" providerId="ADAL" clId="{63032809-1909-4A5A-8AE4-7997AC70E5E5}" dt="2025-01-09T13:20:27.157" v="347" actId="403"/>
      <pc:docMkLst>
        <pc:docMk/>
      </pc:docMkLst>
      <pc:sldChg chg="addSp delSp modSp new mod modClrScheme chgLayout">
        <pc:chgData name="Karl Michael Höferl" userId="544d2ce1-0a3b-4706-9dfd-c6d69d0e3c8e" providerId="ADAL" clId="{63032809-1909-4A5A-8AE4-7997AC70E5E5}" dt="2025-01-09T13:04:45.515" v="14" actId="20577"/>
        <pc:sldMkLst>
          <pc:docMk/>
          <pc:sldMk cId="831678063" sldId="810"/>
        </pc:sldMkLst>
      </pc:sldChg>
      <pc:sldChg chg="modSp add mod">
        <pc:chgData name="Karl Michael Höferl" userId="544d2ce1-0a3b-4706-9dfd-c6d69d0e3c8e" providerId="ADAL" clId="{63032809-1909-4A5A-8AE4-7997AC70E5E5}" dt="2025-01-09T13:06:39.179" v="48" actId="20577"/>
        <pc:sldMkLst>
          <pc:docMk/>
          <pc:sldMk cId="3303152037" sldId="811"/>
        </pc:sldMkLst>
      </pc:sldChg>
      <pc:sldChg chg="modSp add mod">
        <pc:chgData name="Karl Michael Höferl" userId="544d2ce1-0a3b-4706-9dfd-c6d69d0e3c8e" providerId="ADAL" clId="{63032809-1909-4A5A-8AE4-7997AC70E5E5}" dt="2025-01-09T13:09:23.763" v="91" actId="20577"/>
        <pc:sldMkLst>
          <pc:docMk/>
          <pc:sldMk cId="3590375843" sldId="812"/>
        </pc:sldMkLst>
      </pc:sldChg>
      <pc:sldChg chg="modSp add mod">
        <pc:chgData name="Karl Michael Höferl" userId="544d2ce1-0a3b-4706-9dfd-c6d69d0e3c8e" providerId="ADAL" clId="{63032809-1909-4A5A-8AE4-7997AC70E5E5}" dt="2025-01-09T13:11:50.316" v="131" actId="20577"/>
        <pc:sldMkLst>
          <pc:docMk/>
          <pc:sldMk cId="926068852" sldId="813"/>
        </pc:sldMkLst>
      </pc:sldChg>
      <pc:sldChg chg="modSp add mod">
        <pc:chgData name="Karl Michael Höferl" userId="544d2ce1-0a3b-4706-9dfd-c6d69d0e3c8e" providerId="ADAL" clId="{63032809-1909-4A5A-8AE4-7997AC70E5E5}" dt="2025-01-09T13:13:28.203" v="171" actId="20577"/>
        <pc:sldMkLst>
          <pc:docMk/>
          <pc:sldMk cId="170372200" sldId="814"/>
        </pc:sldMkLst>
      </pc:sldChg>
      <pc:sldChg chg="modSp add mod">
        <pc:chgData name="Karl Michael Höferl" userId="544d2ce1-0a3b-4706-9dfd-c6d69d0e3c8e" providerId="ADAL" clId="{63032809-1909-4A5A-8AE4-7997AC70E5E5}" dt="2025-01-09T13:08:05.386" v="68" actId="20577"/>
        <pc:sldMkLst>
          <pc:docMk/>
          <pc:sldMk cId="2187678791" sldId="815"/>
        </pc:sldMkLst>
      </pc:sldChg>
      <pc:sldChg chg="modSp add del mod">
        <pc:chgData name="Karl Michael Höferl" userId="544d2ce1-0a3b-4706-9dfd-c6d69d0e3c8e" providerId="ADAL" clId="{63032809-1909-4A5A-8AE4-7997AC70E5E5}" dt="2025-01-09T13:12:28.334" v="132" actId="47"/>
        <pc:sldMkLst>
          <pc:docMk/>
          <pc:sldMk cId="1006890082" sldId="816"/>
        </pc:sldMkLst>
      </pc:sldChg>
      <pc:sldChg chg="addSp delSp modSp add mod">
        <pc:chgData name="Karl Michael Höferl" userId="544d2ce1-0a3b-4706-9dfd-c6d69d0e3c8e" providerId="ADAL" clId="{63032809-1909-4A5A-8AE4-7997AC70E5E5}" dt="2025-01-09T13:17:55.222" v="267" actId="22"/>
        <pc:sldMkLst>
          <pc:docMk/>
          <pc:sldMk cId="1801252817" sldId="816"/>
        </pc:sldMkLst>
      </pc:sldChg>
      <pc:sldChg chg="addSp modSp add mod">
        <pc:chgData name="Karl Michael Höferl" userId="544d2ce1-0a3b-4706-9dfd-c6d69d0e3c8e" providerId="ADAL" clId="{63032809-1909-4A5A-8AE4-7997AC70E5E5}" dt="2025-01-09T13:20:27.157" v="347" actId="403"/>
        <pc:sldMkLst>
          <pc:docMk/>
          <pc:sldMk cId="2044310408" sldId="817"/>
        </pc:sldMkLst>
      </pc:sldChg>
      <pc:sldChg chg="add del">
        <pc:chgData name="Karl Michael Höferl" userId="544d2ce1-0a3b-4706-9dfd-c6d69d0e3c8e" providerId="ADAL" clId="{63032809-1909-4A5A-8AE4-7997AC70E5E5}" dt="2025-01-09T13:18:19.161" v="286" actId="47"/>
        <pc:sldMkLst>
          <pc:docMk/>
          <pc:sldMk cId="3387797377" sldId="818"/>
        </pc:sldMkLst>
      </pc:sldChg>
    </pc:docChg>
  </pc:docChgLst>
  <pc:docChgLst>
    <pc:chgData name="Karl Michael Höferl" userId="544d2ce1-0a3b-4706-9dfd-c6d69d0e3c8e" providerId="ADAL" clId="{728816E0-0922-4745-AF12-C87F45E7DFA0}"/>
    <pc:docChg chg="undo custSel addSld delSld modSld sldOrd delSection modSection">
      <pc:chgData name="Karl Michael Höferl" userId="544d2ce1-0a3b-4706-9dfd-c6d69d0e3c8e" providerId="ADAL" clId="{728816E0-0922-4745-AF12-C87F45E7DFA0}" dt="2025-11-07T14:42:21.438" v="2112" actId="17846"/>
      <pc:docMkLst>
        <pc:docMk/>
      </pc:docMkLst>
      <pc:sldChg chg="modSp mod">
        <pc:chgData name="Karl Michael Höferl" userId="544d2ce1-0a3b-4706-9dfd-c6d69d0e3c8e" providerId="ADAL" clId="{728816E0-0922-4745-AF12-C87F45E7DFA0}" dt="2025-11-07T13:49:33.374" v="1277" actId="790"/>
        <pc:sldMkLst>
          <pc:docMk/>
          <pc:sldMk cId="3849336080" sldId="257"/>
        </pc:sldMkLst>
        <pc:spChg chg="mod">
          <ac:chgData name="Karl Michael Höferl" userId="544d2ce1-0a3b-4706-9dfd-c6d69d0e3c8e" providerId="ADAL" clId="{728816E0-0922-4745-AF12-C87F45E7DFA0}" dt="2025-11-07T13:49:33.374" v="1277" actId="790"/>
          <ac:spMkLst>
            <pc:docMk/>
            <pc:sldMk cId="3849336080" sldId="257"/>
            <ac:spMk id="2" creationId="{E5AE54A1-B407-0FAF-EF5E-00BBCFE38EED}"/>
          </ac:spMkLst>
        </pc:spChg>
        <pc:spChg chg="mod">
          <ac:chgData name="Karl Michael Höferl" userId="544d2ce1-0a3b-4706-9dfd-c6d69d0e3c8e" providerId="ADAL" clId="{728816E0-0922-4745-AF12-C87F45E7DFA0}" dt="2025-11-07T13:49:33.371" v="1274" actId="790"/>
          <ac:spMkLst>
            <pc:docMk/>
            <pc:sldMk cId="3849336080" sldId="257"/>
            <ac:spMk id="14" creationId="{A09609F1-6EA7-6EA9-92EC-AE0AF88F0A9E}"/>
          </ac:spMkLst>
        </pc:spChg>
        <pc:spChg chg="mod">
          <ac:chgData name="Karl Michael Höferl" userId="544d2ce1-0a3b-4706-9dfd-c6d69d0e3c8e" providerId="ADAL" clId="{728816E0-0922-4745-AF12-C87F45E7DFA0}" dt="2025-11-07T13:49:33.372" v="1275" actId="790"/>
          <ac:spMkLst>
            <pc:docMk/>
            <pc:sldMk cId="3849336080" sldId="257"/>
            <ac:spMk id="16" creationId="{09DA90B5-E494-4AF0-3BA0-1AADFE147CFF}"/>
          </ac:spMkLst>
        </pc:spChg>
        <pc:spChg chg="mod">
          <ac:chgData name="Karl Michael Höferl" userId="544d2ce1-0a3b-4706-9dfd-c6d69d0e3c8e" providerId="ADAL" clId="{728816E0-0922-4745-AF12-C87F45E7DFA0}" dt="2025-11-07T13:49:33.374" v="1276" actId="790"/>
          <ac:spMkLst>
            <pc:docMk/>
            <pc:sldMk cId="3849336080" sldId="257"/>
            <ac:spMk id="18" creationId="{8A7C6AC3-7594-83B2-4B1C-C50B903A78D6}"/>
          </ac:spMkLst>
        </pc:spChg>
      </pc:sldChg>
      <pc:sldChg chg="modSp mod">
        <pc:chgData name="Karl Michael Höferl" userId="544d2ce1-0a3b-4706-9dfd-c6d69d0e3c8e" providerId="ADAL" clId="{728816E0-0922-4745-AF12-C87F45E7DFA0}" dt="2025-11-07T13:49:33.718" v="1628" actId="790"/>
        <pc:sldMkLst>
          <pc:docMk/>
          <pc:sldMk cId="1880256294" sldId="262"/>
        </pc:sldMkLst>
        <pc:spChg chg="mod">
          <ac:chgData name="Karl Michael Höferl" userId="544d2ce1-0a3b-4706-9dfd-c6d69d0e3c8e" providerId="ADAL" clId="{728816E0-0922-4745-AF12-C87F45E7DFA0}" dt="2025-11-07T13:49:33.717" v="1626" actId="790"/>
          <ac:spMkLst>
            <pc:docMk/>
            <pc:sldMk cId="1880256294" sldId="262"/>
            <ac:spMk id="2" creationId="{4E54AB30-3259-5253-4230-6BE6446D5F7A}"/>
          </ac:spMkLst>
        </pc:spChg>
        <pc:spChg chg="mod">
          <ac:chgData name="Karl Michael Höferl" userId="544d2ce1-0a3b-4706-9dfd-c6d69d0e3c8e" providerId="ADAL" clId="{728816E0-0922-4745-AF12-C87F45E7DFA0}" dt="2025-11-07T13:49:33.718" v="1628" actId="790"/>
          <ac:spMkLst>
            <pc:docMk/>
            <pc:sldMk cId="1880256294" sldId="262"/>
            <ac:spMk id="3" creationId="{22FC0C7C-75A1-88F8-AA2D-A7642B14040E}"/>
          </ac:spMkLst>
        </pc:spChg>
        <pc:spChg chg="mod">
          <ac:chgData name="Karl Michael Höferl" userId="544d2ce1-0a3b-4706-9dfd-c6d69d0e3c8e" providerId="ADAL" clId="{728816E0-0922-4745-AF12-C87F45E7DFA0}" dt="2025-11-07T13:49:33.716" v="1625" actId="790"/>
          <ac:spMkLst>
            <pc:docMk/>
            <pc:sldMk cId="1880256294" sldId="262"/>
            <ac:spMk id="7" creationId="{B9D89ED8-1B2F-0288-6DBE-8662155665C4}"/>
          </ac:spMkLst>
        </pc:spChg>
        <pc:spChg chg="mod">
          <ac:chgData name="Karl Michael Höferl" userId="544d2ce1-0a3b-4706-9dfd-c6d69d0e3c8e" providerId="ADAL" clId="{728816E0-0922-4745-AF12-C87F45E7DFA0}" dt="2025-11-07T13:49:33.718" v="1627" actId="790"/>
          <ac:spMkLst>
            <pc:docMk/>
            <pc:sldMk cId="1880256294" sldId="262"/>
            <ac:spMk id="24" creationId="{8400BCA3-1910-D3B9-EE31-7117C7C091B6}"/>
          </ac:spMkLst>
        </pc:spChg>
      </pc:sldChg>
      <pc:sldChg chg="modSp mod">
        <pc:chgData name="Karl Michael Höferl" userId="544d2ce1-0a3b-4706-9dfd-c6d69d0e3c8e" providerId="ADAL" clId="{728816E0-0922-4745-AF12-C87F45E7DFA0}" dt="2025-11-07T14:38:18.934" v="2108" actId="20577"/>
        <pc:sldMkLst>
          <pc:docMk/>
          <pc:sldMk cId="1757287213" sldId="266"/>
        </pc:sldMkLst>
        <pc:spChg chg="mod">
          <ac:chgData name="Karl Michael Höferl" userId="544d2ce1-0a3b-4706-9dfd-c6d69d0e3c8e" providerId="ADAL" clId="{728816E0-0922-4745-AF12-C87F45E7DFA0}" dt="2025-11-07T13:49:33.379" v="1283" actId="790"/>
          <ac:spMkLst>
            <pc:docMk/>
            <pc:sldMk cId="1757287213" sldId="266"/>
            <ac:spMk id="3" creationId="{6E9498DA-2104-BA75-7CCA-37E4115C921F}"/>
          </ac:spMkLst>
        </pc:spChg>
        <pc:spChg chg="mod">
          <ac:chgData name="Karl Michael Höferl" userId="544d2ce1-0a3b-4706-9dfd-c6d69d0e3c8e" providerId="ADAL" clId="{728816E0-0922-4745-AF12-C87F45E7DFA0}" dt="2025-11-07T13:49:33.376" v="1279" actId="790"/>
          <ac:spMkLst>
            <pc:docMk/>
            <pc:sldMk cId="1757287213" sldId="266"/>
            <ac:spMk id="6" creationId="{3E11B721-4137-D3F0-C99F-606915B6B6A2}"/>
          </ac:spMkLst>
        </pc:spChg>
        <pc:spChg chg="mod">
          <ac:chgData name="Karl Michael Höferl" userId="544d2ce1-0a3b-4706-9dfd-c6d69d0e3c8e" providerId="ADAL" clId="{728816E0-0922-4745-AF12-C87F45E7DFA0}" dt="2025-11-07T14:38:18.934" v="2108" actId="20577"/>
          <ac:spMkLst>
            <pc:docMk/>
            <pc:sldMk cId="1757287213" sldId="266"/>
            <ac:spMk id="7" creationId="{22F05205-94CF-CB73-BAA0-A3DCC10A28B6}"/>
          </ac:spMkLst>
        </pc:spChg>
        <pc:spChg chg="mod">
          <ac:chgData name="Karl Michael Höferl" userId="544d2ce1-0a3b-4706-9dfd-c6d69d0e3c8e" providerId="ADAL" clId="{728816E0-0922-4745-AF12-C87F45E7DFA0}" dt="2025-11-07T13:49:33.378" v="1281" actId="790"/>
          <ac:spMkLst>
            <pc:docMk/>
            <pc:sldMk cId="1757287213" sldId="266"/>
            <ac:spMk id="8" creationId="{B7AD9B9B-5761-2739-D118-2B81638CF045}"/>
          </ac:spMkLst>
        </pc:spChg>
        <pc:spChg chg="mod">
          <ac:chgData name="Karl Michael Höferl" userId="544d2ce1-0a3b-4706-9dfd-c6d69d0e3c8e" providerId="ADAL" clId="{728816E0-0922-4745-AF12-C87F45E7DFA0}" dt="2025-11-07T13:49:33.378" v="1282" actId="790"/>
          <ac:spMkLst>
            <pc:docMk/>
            <pc:sldMk cId="1757287213" sldId="266"/>
            <ac:spMk id="9" creationId="{374B44C8-0ADF-F56E-0498-D68C27F8E869}"/>
          </ac:spMkLst>
        </pc:spChg>
        <pc:spChg chg="mod">
          <ac:chgData name="Karl Michael Höferl" userId="544d2ce1-0a3b-4706-9dfd-c6d69d0e3c8e" providerId="ADAL" clId="{728816E0-0922-4745-AF12-C87F45E7DFA0}" dt="2025-11-07T13:49:33.375" v="1278" actId="790"/>
          <ac:spMkLst>
            <pc:docMk/>
            <pc:sldMk cId="1757287213" sldId="266"/>
            <ac:spMk id="10" creationId="{5D4C126D-C201-D398-C2B7-B9C5321DB3CD}"/>
          </ac:spMkLst>
        </pc:spChg>
      </pc:sldChg>
      <pc:sldChg chg="modSp mod modShow">
        <pc:chgData name="Karl Michael Höferl" userId="544d2ce1-0a3b-4706-9dfd-c6d69d0e3c8e" providerId="ADAL" clId="{728816E0-0922-4745-AF12-C87F45E7DFA0}" dt="2025-11-07T14:38:55.630" v="2110" actId="729"/>
        <pc:sldMkLst>
          <pc:docMk/>
          <pc:sldMk cId="1210908376" sldId="305"/>
        </pc:sldMkLst>
        <pc:spChg chg="mod">
          <ac:chgData name="Karl Michael Höferl" userId="544d2ce1-0a3b-4706-9dfd-c6d69d0e3c8e" providerId="ADAL" clId="{728816E0-0922-4745-AF12-C87F45E7DFA0}" dt="2025-11-07T13:49:33.704" v="1614" actId="790"/>
          <ac:spMkLst>
            <pc:docMk/>
            <pc:sldMk cId="1210908376" sldId="305"/>
            <ac:spMk id="8" creationId="{720BAC2E-C054-1634-FE3B-9391A236DA99}"/>
          </ac:spMkLst>
        </pc:spChg>
      </pc:sldChg>
      <pc:sldChg chg="modSp mod">
        <pc:chgData name="Karl Michael Höferl" userId="544d2ce1-0a3b-4706-9dfd-c6d69d0e3c8e" providerId="ADAL" clId="{728816E0-0922-4745-AF12-C87F45E7DFA0}" dt="2025-11-07T13:49:33.710" v="1619" actId="790"/>
        <pc:sldMkLst>
          <pc:docMk/>
          <pc:sldMk cId="793676896" sldId="309"/>
        </pc:sldMkLst>
        <pc:spChg chg="mod">
          <ac:chgData name="Karl Michael Höferl" userId="544d2ce1-0a3b-4706-9dfd-c6d69d0e3c8e" providerId="ADAL" clId="{728816E0-0922-4745-AF12-C87F45E7DFA0}" dt="2025-11-07T13:49:33.705" v="1615" actId="790"/>
          <ac:spMkLst>
            <pc:docMk/>
            <pc:sldMk cId="793676896" sldId="309"/>
            <ac:spMk id="2" creationId="{2C2D906F-6948-6104-17B8-FECEABE3062E}"/>
          </ac:spMkLst>
        </pc:spChg>
        <pc:spChg chg="mod">
          <ac:chgData name="Karl Michael Höferl" userId="544d2ce1-0a3b-4706-9dfd-c6d69d0e3c8e" providerId="ADAL" clId="{728816E0-0922-4745-AF12-C87F45E7DFA0}" dt="2025-11-07T13:49:33.706" v="1616" actId="790"/>
          <ac:spMkLst>
            <pc:docMk/>
            <pc:sldMk cId="793676896" sldId="309"/>
            <ac:spMk id="3" creationId="{6A085F34-3923-4C91-4EEA-361AEEA1BF42}"/>
          </ac:spMkLst>
        </pc:spChg>
        <pc:spChg chg="mod">
          <ac:chgData name="Karl Michael Höferl" userId="544d2ce1-0a3b-4706-9dfd-c6d69d0e3c8e" providerId="ADAL" clId="{728816E0-0922-4745-AF12-C87F45E7DFA0}" dt="2025-11-07T13:49:33.709" v="1618" actId="790"/>
          <ac:spMkLst>
            <pc:docMk/>
            <pc:sldMk cId="793676896" sldId="309"/>
            <ac:spMk id="6" creationId="{02FBE44D-5970-AF67-D5CE-62ED00F0CD69}"/>
          </ac:spMkLst>
        </pc:spChg>
        <pc:spChg chg="mod">
          <ac:chgData name="Karl Michael Höferl" userId="544d2ce1-0a3b-4706-9dfd-c6d69d0e3c8e" providerId="ADAL" clId="{728816E0-0922-4745-AF12-C87F45E7DFA0}" dt="2025-11-07T13:49:33.710" v="1619" actId="790"/>
          <ac:spMkLst>
            <pc:docMk/>
            <pc:sldMk cId="793676896" sldId="309"/>
            <ac:spMk id="7" creationId="{0F32219C-86E4-E177-10BC-9E1E6E03D9A0}"/>
          </ac:spMkLst>
        </pc:spChg>
        <pc:spChg chg="mod">
          <ac:chgData name="Karl Michael Höferl" userId="544d2ce1-0a3b-4706-9dfd-c6d69d0e3c8e" providerId="ADAL" clId="{728816E0-0922-4745-AF12-C87F45E7DFA0}" dt="2025-11-07T13:49:33.708" v="1617" actId="790"/>
          <ac:spMkLst>
            <pc:docMk/>
            <pc:sldMk cId="793676896" sldId="309"/>
            <ac:spMk id="8" creationId="{D601006A-C499-D90F-4171-C4BB0058CAEF}"/>
          </ac:spMkLst>
        </pc:spChg>
      </pc:sldChg>
      <pc:sldChg chg="del">
        <pc:chgData name="Karl Michael Höferl" userId="544d2ce1-0a3b-4706-9dfd-c6d69d0e3c8e" providerId="ADAL" clId="{728816E0-0922-4745-AF12-C87F45E7DFA0}" dt="2025-11-07T12:36:26.640" v="5" actId="47"/>
        <pc:sldMkLst>
          <pc:docMk/>
          <pc:sldMk cId="1876126748" sldId="313"/>
        </pc:sldMkLst>
      </pc:sldChg>
      <pc:sldChg chg="modSp mod">
        <pc:chgData name="Karl Michael Höferl" userId="544d2ce1-0a3b-4706-9dfd-c6d69d0e3c8e" providerId="ADAL" clId="{728816E0-0922-4745-AF12-C87F45E7DFA0}" dt="2025-11-07T13:49:33.714" v="1624" actId="790"/>
        <pc:sldMkLst>
          <pc:docMk/>
          <pc:sldMk cId="1721776883" sldId="318"/>
        </pc:sldMkLst>
        <pc:spChg chg="mod">
          <ac:chgData name="Karl Michael Höferl" userId="544d2ce1-0a3b-4706-9dfd-c6d69d0e3c8e" providerId="ADAL" clId="{728816E0-0922-4745-AF12-C87F45E7DFA0}" dt="2025-11-07T13:49:33.711" v="1620" actId="790"/>
          <ac:spMkLst>
            <pc:docMk/>
            <pc:sldMk cId="1721776883" sldId="318"/>
            <ac:spMk id="2" creationId="{EFDF92A6-D54A-B8AC-05DF-C2C7EF0FC2A5}"/>
          </ac:spMkLst>
        </pc:spChg>
        <pc:spChg chg="mod">
          <ac:chgData name="Karl Michael Höferl" userId="544d2ce1-0a3b-4706-9dfd-c6d69d0e3c8e" providerId="ADAL" clId="{728816E0-0922-4745-AF12-C87F45E7DFA0}" dt="2025-11-07T13:49:33.711" v="1621" actId="790"/>
          <ac:spMkLst>
            <pc:docMk/>
            <pc:sldMk cId="1721776883" sldId="318"/>
            <ac:spMk id="3" creationId="{9CA1275A-C036-0F42-71BF-3E9B446354BB}"/>
          </ac:spMkLst>
        </pc:spChg>
        <pc:spChg chg="mod">
          <ac:chgData name="Karl Michael Höferl" userId="544d2ce1-0a3b-4706-9dfd-c6d69d0e3c8e" providerId="ADAL" clId="{728816E0-0922-4745-AF12-C87F45E7DFA0}" dt="2025-11-07T13:49:33.713" v="1622" actId="790"/>
          <ac:spMkLst>
            <pc:docMk/>
            <pc:sldMk cId="1721776883" sldId="318"/>
            <ac:spMk id="4" creationId="{14B83B49-1F69-90B2-908A-318899856ACF}"/>
          </ac:spMkLst>
        </pc:spChg>
        <pc:spChg chg="mod">
          <ac:chgData name="Karl Michael Höferl" userId="544d2ce1-0a3b-4706-9dfd-c6d69d0e3c8e" providerId="ADAL" clId="{728816E0-0922-4745-AF12-C87F45E7DFA0}" dt="2025-11-07T13:49:33.714" v="1623" actId="790"/>
          <ac:spMkLst>
            <pc:docMk/>
            <pc:sldMk cId="1721776883" sldId="318"/>
            <ac:spMk id="5" creationId="{A44D1751-E744-5B7C-1E92-203401859562}"/>
          </ac:spMkLst>
        </pc:spChg>
        <pc:spChg chg="mod">
          <ac:chgData name="Karl Michael Höferl" userId="544d2ce1-0a3b-4706-9dfd-c6d69d0e3c8e" providerId="ADAL" clId="{728816E0-0922-4745-AF12-C87F45E7DFA0}" dt="2025-11-07T13:49:33.714" v="1624" actId="790"/>
          <ac:spMkLst>
            <pc:docMk/>
            <pc:sldMk cId="1721776883" sldId="318"/>
            <ac:spMk id="6" creationId="{07ABAFF8-5952-1899-18B0-34C5318C0120}"/>
          </ac:spMkLst>
        </pc:spChg>
      </pc:sldChg>
      <pc:sldChg chg="modSp mod">
        <pc:chgData name="Karl Michael Höferl" userId="544d2ce1-0a3b-4706-9dfd-c6d69d0e3c8e" providerId="ADAL" clId="{728816E0-0922-4745-AF12-C87F45E7DFA0}" dt="2025-11-07T13:49:33.565" v="1467" actId="790"/>
        <pc:sldMkLst>
          <pc:docMk/>
          <pc:sldMk cId="1499711306" sldId="478"/>
        </pc:sldMkLst>
        <pc:spChg chg="mod">
          <ac:chgData name="Karl Michael Höferl" userId="544d2ce1-0a3b-4706-9dfd-c6d69d0e3c8e" providerId="ADAL" clId="{728816E0-0922-4745-AF12-C87F45E7DFA0}" dt="2025-11-07T13:49:33.562" v="1463" actId="790"/>
          <ac:spMkLst>
            <pc:docMk/>
            <pc:sldMk cId="1499711306" sldId="478"/>
            <ac:spMk id="2" creationId="{00000000-0000-0000-0000-000000000000}"/>
          </ac:spMkLst>
        </pc:spChg>
        <pc:spChg chg="mod">
          <ac:chgData name="Karl Michael Höferl" userId="544d2ce1-0a3b-4706-9dfd-c6d69d0e3c8e" providerId="ADAL" clId="{728816E0-0922-4745-AF12-C87F45E7DFA0}" dt="2025-11-07T13:49:33.563" v="1464"/>
          <ac:spMkLst>
            <pc:docMk/>
            <pc:sldMk cId="1499711306" sldId="478"/>
            <ac:spMk id="3" creationId="{00000000-0000-0000-0000-000000000000}"/>
          </ac:spMkLst>
        </pc:spChg>
        <pc:spChg chg="mod">
          <ac:chgData name="Karl Michael Höferl" userId="544d2ce1-0a3b-4706-9dfd-c6d69d0e3c8e" providerId="ADAL" clId="{728816E0-0922-4745-AF12-C87F45E7DFA0}" dt="2025-11-07T13:49:33.564" v="1465" actId="790"/>
          <ac:spMkLst>
            <pc:docMk/>
            <pc:sldMk cId="1499711306" sldId="478"/>
            <ac:spMk id="4" creationId="{C7A2C839-A950-2374-21BA-5F54E0EA454A}"/>
          </ac:spMkLst>
        </pc:spChg>
        <pc:spChg chg="mod">
          <ac:chgData name="Karl Michael Höferl" userId="544d2ce1-0a3b-4706-9dfd-c6d69d0e3c8e" providerId="ADAL" clId="{728816E0-0922-4745-AF12-C87F45E7DFA0}" dt="2025-11-07T13:49:33.565" v="1466" actId="790"/>
          <ac:spMkLst>
            <pc:docMk/>
            <pc:sldMk cId="1499711306" sldId="478"/>
            <ac:spMk id="6" creationId="{584FE3B6-3605-9066-40BB-85F8865131B3}"/>
          </ac:spMkLst>
        </pc:spChg>
        <pc:spChg chg="mod">
          <ac:chgData name="Karl Michael Höferl" userId="544d2ce1-0a3b-4706-9dfd-c6d69d0e3c8e" providerId="ADAL" clId="{728816E0-0922-4745-AF12-C87F45E7DFA0}" dt="2025-11-07T13:49:33.565" v="1467" actId="790"/>
          <ac:spMkLst>
            <pc:docMk/>
            <pc:sldMk cId="1499711306" sldId="478"/>
            <ac:spMk id="7" creationId="{64C1586F-C1B3-3ED9-E455-38F8B32C8851}"/>
          </ac:spMkLst>
        </pc:spChg>
      </pc:sldChg>
      <pc:sldChg chg="modSp mod">
        <pc:chgData name="Karl Michael Höferl" userId="544d2ce1-0a3b-4706-9dfd-c6d69d0e3c8e" providerId="ADAL" clId="{728816E0-0922-4745-AF12-C87F45E7DFA0}" dt="2025-11-07T13:49:33.570" v="1472" actId="790"/>
        <pc:sldMkLst>
          <pc:docMk/>
          <pc:sldMk cId="2039217884" sldId="479"/>
        </pc:sldMkLst>
        <pc:spChg chg="mod">
          <ac:chgData name="Karl Michael Höferl" userId="544d2ce1-0a3b-4706-9dfd-c6d69d0e3c8e" providerId="ADAL" clId="{728816E0-0922-4745-AF12-C87F45E7DFA0}" dt="2025-11-07T13:49:33.566" v="1468" actId="790"/>
          <ac:spMkLst>
            <pc:docMk/>
            <pc:sldMk cId="2039217884" sldId="479"/>
            <ac:spMk id="2" creationId="{00000000-0000-0000-0000-000000000000}"/>
          </ac:spMkLst>
        </pc:spChg>
        <pc:spChg chg="mod">
          <ac:chgData name="Karl Michael Höferl" userId="544d2ce1-0a3b-4706-9dfd-c6d69d0e3c8e" providerId="ADAL" clId="{728816E0-0922-4745-AF12-C87F45E7DFA0}" dt="2025-11-07T13:49:33.568" v="1469"/>
          <ac:spMkLst>
            <pc:docMk/>
            <pc:sldMk cId="2039217884" sldId="479"/>
            <ac:spMk id="3" creationId="{00000000-0000-0000-0000-000000000000}"/>
          </ac:spMkLst>
        </pc:spChg>
        <pc:spChg chg="mod">
          <ac:chgData name="Karl Michael Höferl" userId="544d2ce1-0a3b-4706-9dfd-c6d69d0e3c8e" providerId="ADAL" clId="{728816E0-0922-4745-AF12-C87F45E7DFA0}" dt="2025-11-07T13:49:33.568" v="1470" actId="790"/>
          <ac:spMkLst>
            <pc:docMk/>
            <pc:sldMk cId="2039217884" sldId="479"/>
            <ac:spMk id="5" creationId="{B7600967-B780-14BB-C717-97FE3C527ADF}"/>
          </ac:spMkLst>
        </pc:spChg>
        <pc:spChg chg="mod">
          <ac:chgData name="Karl Michael Höferl" userId="544d2ce1-0a3b-4706-9dfd-c6d69d0e3c8e" providerId="ADAL" clId="{728816E0-0922-4745-AF12-C87F45E7DFA0}" dt="2025-11-07T13:49:33.569" v="1471" actId="790"/>
          <ac:spMkLst>
            <pc:docMk/>
            <pc:sldMk cId="2039217884" sldId="479"/>
            <ac:spMk id="6" creationId="{37D5B7D5-BABD-8A29-6A36-657A57B5D9CF}"/>
          </ac:spMkLst>
        </pc:spChg>
        <pc:spChg chg="mod">
          <ac:chgData name="Karl Michael Höferl" userId="544d2ce1-0a3b-4706-9dfd-c6d69d0e3c8e" providerId="ADAL" clId="{728816E0-0922-4745-AF12-C87F45E7DFA0}" dt="2025-11-07T13:49:33.570" v="1472" actId="790"/>
          <ac:spMkLst>
            <pc:docMk/>
            <pc:sldMk cId="2039217884" sldId="479"/>
            <ac:spMk id="7" creationId="{E6041349-952E-04E7-3525-09A687F2AFC2}"/>
          </ac:spMkLst>
        </pc:spChg>
      </pc:sldChg>
      <pc:sldChg chg="modSp mod">
        <pc:chgData name="Karl Michael Höferl" userId="544d2ce1-0a3b-4706-9dfd-c6d69d0e3c8e" providerId="ADAL" clId="{728816E0-0922-4745-AF12-C87F45E7DFA0}" dt="2025-11-07T13:49:33.574" v="1477" actId="790"/>
        <pc:sldMkLst>
          <pc:docMk/>
          <pc:sldMk cId="1510725662" sldId="482"/>
        </pc:sldMkLst>
        <pc:spChg chg="mod">
          <ac:chgData name="Karl Michael Höferl" userId="544d2ce1-0a3b-4706-9dfd-c6d69d0e3c8e" providerId="ADAL" clId="{728816E0-0922-4745-AF12-C87F45E7DFA0}" dt="2025-11-07T13:49:33.570" v="1473" actId="790"/>
          <ac:spMkLst>
            <pc:docMk/>
            <pc:sldMk cId="1510725662" sldId="482"/>
            <ac:spMk id="2" creationId="{00000000-0000-0000-0000-000000000000}"/>
          </ac:spMkLst>
        </pc:spChg>
        <pc:spChg chg="mod">
          <ac:chgData name="Karl Michael Höferl" userId="544d2ce1-0a3b-4706-9dfd-c6d69d0e3c8e" providerId="ADAL" clId="{728816E0-0922-4745-AF12-C87F45E7DFA0}" dt="2025-11-07T13:49:33.573" v="1475" actId="790"/>
          <ac:spMkLst>
            <pc:docMk/>
            <pc:sldMk cId="1510725662" sldId="482"/>
            <ac:spMk id="3" creationId="{E0E4014A-4631-54E1-638D-F673A3934BF2}"/>
          </ac:spMkLst>
        </pc:spChg>
        <pc:spChg chg="mod">
          <ac:chgData name="Karl Michael Höferl" userId="544d2ce1-0a3b-4706-9dfd-c6d69d0e3c8e" providerId="ADAL" clId="{728816E0-0922-4745-AF12-C87F45E7DFA0}" dt="2025-11-07T13:49:33.573" v="1476" actId="790"/>
          <ac:spMkLst>
            <pc:docMk/>
            <pc:sldMk cId="1510725662" sldId="482"/>
            <ac:spMk id="5" creationId="{02E67D58-FD1D-3C8F-D363-5F6A668B95D5}"/>
          </ac:spMkLst>
        </pc:spChg>
        <pc:spChg chg="mod">
          <ac:chgData name="Karl Michael Höferl" userId="544d2ce1-0a3b-4706-9dfd-c6d69d0e3c8e" providerId="ADAL" clId="{728816E0-0922-4745-AF12-C87F45E7DFA0}" dt="2025-11-07T13:49:33.574" v="1477" actId="790"/>
          <ac:spMkLst>
            <pc:docMk/>
            <pc:sldMk cId="1510725662" sldId="482"/>
            <ac:spMk id="6" creationId="{CCF5675A-2882-869A-00F8-7C7EC3CBE52A}"/>
          </ac:spMkLst>
        </pc:spChg>
        <pc:spChg chg="mod">
          <ac:chgData name="Karl Michael Höferl" userId="544d2ce1-0a3b-4706-9dfd-c6d69d0e3c8e" providerId="ADAL" clId="{728816E0-0922-4745-AF12-C87F45E7DFA0}" dt="2025-11-07T13:49:33.572" v="1474"/>
          <ac:spMkLst>
            <pc:docMk/>
            <pc:sldMk cId="1510725662" sldId="482"/>
            <ac:spMk id="69" creationId="{00000000-0000-0000-0000-000000000000}"/>
          </ac:spMkLst>
        </pc:spChg>
      </pc:sldChg>
      <pc:sldChg chg="modSp mod">
        <pc:chgData name="Karl Michael Höferl" userId="544d2ce1-0a3b-4706-9dfd-c6d69d0e3c8e" providerId="ADAL" clId="{728816E0-0922-4745-AF12-C87F45E7DFA0}" dt="2025-11-07T13:49:33.592" v="1492" actId="790"/>
        <pc:sldMkLst>
          <pc:docMk/>
          <pc:sldMk cId="3535544112" sldId="485"/>
        </pc:sldMkLst>
        <pc:spChg chg="mod">
          <ac:chgData name="Karl Michael Höferl" userId="544d2ce1-0a3b-4706-9dfd-c6d69d0e3c8e" providerId="ADAL" clId="{728816E0-0922-4745-AF12-C87F45E7DFA0}" dt="2025-11-07T13:49:33.586" v="1487" actId="790"/>
          <ac:spMkLst>
            <pc:docMk/>
            <pc:sldMk cId="3535544112" sldId="485"/>
            <ac:spMk id="2" creationId="{00000000-0000-0000-0000-000000000000}"/>
          </ac:spMkLst>
        </pc:spChg>
        <pc:spChg chg="mod">
          <ac:chgData name="Karl Michael Höferl" userId="544d2ce1-0a3b-4706-9dfd-c6d69d0e3c8e" providerId="ADAL" clId="{728816E0-0922-4745-AF12-C87F45E7DFA0}" dt="2025-11-07T13:49:33.588" v="1488"/>
          <ac:spMkLst>
            <pc:docMk/>
            <pc:sldMk cId="3535544112" sldId="485"/>
            <ac:spMk id="3" creationId="{00000000-0000-0000-0000-000000000000}"/>
          </ac:spMkLst>
        </pc:spChg>
        <pc:spChg chg="mod">
          <ac:chgData name="Karl Michael Höferl" userId="544d2ce1-0a3b-4706-9dfd-c6d69d0e3c8e" providerId="ADAL" clId="{728816E0-0922-4745-AF12-C87F45E7DFA0}" dt="2025-11-07T13:49:33.589" v="1489" actId="790"/>
          <ac:spMkLst>
            <pc:docMk/>
            <pc:sldMk cId="3535544112" sldId="485"/>
            <ac:spMk id="5" creationId="{00000000-0000-0000-0000-000000000000}"/>
          </ac:spMkLst>
        </pc:spChg>
        <pc:spChg chg="mod">
          <ac:chgData name="Karl Michael Höferl" userId="544d2ce1-0a3b-4706-9dfd-c6d69d0e3c8e" providerId="ADAL" clId="{728816E0-0922-4745-AF12-C87F45E7DFA0}" dt="2025-11-07T13:49:33.590" v="1490" actId="790"/>
          <ac:spMkLst>
            <pc:docMk/>
            <pc:sldMk cId="3535544112" sldId="485"/>
            <ac:spMk id="6" creationId="{8889A5FC-7356-76EF-E011-987D7061AEB5}"/>
          </ac:spMkLst>
        </pc:spChg>
        <pc:spChg chg="mod">
          <ac:chgData name="Karl Michael Höferl" userId="544d2ce1-0a3b-4706-9dfd-c6d69d0e3c8e" providerId="ADAL" clId="{728816E0-0922-4745-AF12-C87F45E7DFA0}" dt="2025-11-07T13:49:33.591" v="1491" actId="790"/>
          <ac:spMkLst>
            <pc:docMk/>
            <pc:sldMk cId="3535544112" sldId="485"/>
            <ac:spMk id="7" creationId="{1A153C40-30D9-5686-8258-F0CDB4F589E0}"/>
          </ac:spMkLst>
        </pc:spChg>
        <pc:spChg chg="mod">
          <ac:chgData name="Karl Michael Höferl" userId="544d2ce1-0a3b-4706-9dfd-c6d69d0e3c8e" providerId="ADAL" clId="{728816E0-0922-4745-AF12-C87F45E7DFA0}" dt="2025-11-07T13:49:33.592" v="1492" actId="790"/>
          <ac:spMkLst>
            <pc:docMk/>
            <pc:sldMk cId="3535544112" sldId="485"/>
            <ac:spMk id="8" creationId="{4B0013F9-FCBE-A758-E74A-54FDCEA11AE0}"/>
          </ac:spMkLst>
        </pc:spChg>
      </pc:sldChg>
      <pc:sldChg chg="modSp mod">
        <pc:chgData name="Karl Michael Höferl" userId="544d2ce1-0a3b-4706-9dfd-c6d69d0e3c8e" providerId="ADAL" clId="{728816E0-0922-4745-AF12-C87F45E7DFA0}" dt="2025-11-07T13:49:33.607" v="1510" actId="790"/>
        <pc:sldMkLst>
          <pc:docMk/>
          <pc:sldMk cId="3410526197" sldId="486"/>
        </pc:sldMkLst>
        <pc:spChg chg="mod">
          <ac:chgData name="Karl Michael Höferl" userId="544d2ce1-0a3b-4706-9dfd-c6d69d0e3c8e" providerId="ADAL" clId="{728816E0-0922-4745-AF12-C87F45E7DFA0}" dt="2025-11-07T13:49:33.604" v="1506" actId="790"/>
          <ac:spMkLst>
            <pc:docMk/>
            <pc:sldMk cId="3410526197" sldId="486"/>
            <ac:spMk id="2" creationId="{00000000-0000-0000-0000-000000000000}"/>
          </ac:spMkLst>
        </pc:spChg>
        <pc:spChg chg="mod">
          <ac:chgData name="Karl Michael Höferl" userId="544d2ce1-0a3b-4706-9dfd-c6d69d0e3c8e" providerId="ADAL" clId="{728816E0-0922-4745-AF12-C87F45E7DFA0}" dt="2025-11-07T13:49:33.605" v="1507"/>
          <ac:spMkLst>
            <pc:docMk/>
            <pc:sldMk cId="3410526197" sldId="486"/>
            <ac:spMk id="3" creationId="{00000000-0000-0000-0000-000000000000}"/>
          </ac:spMkLst>
        </pc:spChg>
        <pc:spChg chg="mod">
          <ac:chgData name="Karl Michael Höferl" userId="544d2ce1-0a3b-4706-9dfd-c6d69d0e3c8e" providerId="ADAL" clId="{728816E0-0922-4745-AF12-C87F45E7DFA0}" dt="2025-11-07T13:49:33.605" v="1508" actId="790"/>
          <ac:spMkLst>
            <pc:docMk/>
            <pc:sldMk cId="3410526197" sldId="486"/>
            <ac:spMk id="5" creationId="{3D274CE1-27C3-3C98-0950-E716B7437B94}"/>
          </ac:spMkLst>
        </pc:spChg>
        <pc:spChg chg="mod">
          <ac:chgData name="Karl Michael Höferl" userId="544d2ce1-0a3b-4706-9dfd-c6d69d0e3c8e" providerId="ADAL" clId="{728816E0-0922-4745-AF12-C87F45E7DFA0}" dt="2025-11-07T13:49:33.606" v="1509" actId="790"/>
          <ac:spMkLst>
            <pc:docMk/>
            <pc:sldMk cId="3410526197" sldId="486"/>
            <ac:spMk id="6" creationId="{ECD3327E-9DE4-5870-5F4B-D781AC16C7B0}"/>
          </ac:spMkLst>
        </pc:spChg>
        <pc:spChg chg="mod">
          <ac:chgData name="Karl Michael Höferl" userId="544d2ce1-0a3b-4706-9dfd-c6d69d0e3c8e" providerId="ADAL" clId="{728816E0-0922-4745-AF12-C87F45E7DFA0}" dt="2025-11-07T13:49:33.607" v="1510" actId="790"/>
          <ac:spMkLst>
            <pc:docMk/>
            <pc:sldMk cId="3410526197" sldId="486"/>
            <ac:spMk id="7" creationId="{B618F889-EF44-C803-AB5F-A8138A744961}"/>
          </ac:spMkLst>
        </pc:spChg>
      </pc:sldChg>
      <pc:sldChg chg="modSp mod">
        <pc:chgData name="Karl Michael Höferl" userId="544d2ce1-0a3b-4706-9dfd-c6d69d0e3c8e" providerId="ADAL" clId="{728816E0-0922-4745-AF12-C87F45E7DFA0}" dt="2025-11-07T14:36:28.630" v="2054" actId="20577"/>
        <pc:sldMkLst>
          <pc:docMk/>
          <pc:sldMk cId="2495652939" sldId="487"/>
        </pc:sldMkLst>
        <pc:spChg chg="mod">
          <ac:chgData name="Karl Michael Höferl" userId="544d2ce1-0a3b-4706-9dfd-c6d69d0e3c8e" providerId="ADAL" clId="{728816E0-0922-4745-AF12-C87F45E7DFA0}" dt="2025-11-07T13:49:33.608" v="1511" actId="790"/>
          <ac:spMkLst>
            <pc:docMk/>
            <pc:sldMk cId="2495652939" sldId="487"/>
            <ac:spMk id="2" creationId="{00000000-0000-0000-0000-000000000000}"/>
          </ac:spMkLst>
        </pc:spChg>
        <pc:spChg chg="mod">
          <ac:chgData name="Karl Michael Höferl" userId="544d2ce1-0a3b-4706-9dfd-c6d69d0e3c8e" providerId="ADAL" clId="{728816E0-0922-4745-AF12-C87F45E7DFA0}" dt="2025-11-07T14:36:28.630" v="2054" actId="20577"/>
          <ac:spMkLst>
            <pc:docMk/>
            <pc:sldMk cId="2495652939" sldId="487"/>
            <ac:spMk id="3" creationId="{00000000-0000-0000-0000-000000000000}"/>
          </ac:spMkLst>
        </pc:spChg>
        <pc:spChg chg="mod">
          <ac:chgData name="Karl Michael Höferl" userId="544d2ce1-0a3b-4706-9dfd-c6d69d0e3c8e" providerId="ADAL" clId="{728816E0-0922-4745-AF12-C87F45E7DFA0}" dt="2025-11-07T13:49:33.610" v="1513" actId="790"/>
          <ac:spMkLst>
            <pc:docMk/>
            <pc:sldMk cId="2495652939" sldId="487"/>
            <ac:spMk id="7" creationId="{82E796B4-4BD7-B5DB-4DE3-1A6E4D636B0F}"/>
          </ac:spMkLst>
        </pc:spChg>
        <pc:spChg chg="mod">
          <ac:chgData name="Karl Michael Höferl" userId="544d2ce1-0a3b-4706-9dfd-c6d69d0e3c8e" providerId="ADAL" clId="{728816E0-0922-4745-AF12-C87F45E7DFA0}" dt="2025-11-07T13:49:33.611" v="1514" actId="790"/>
          <ac:spMkLst>
            <pc:docMk/>
            <pc:sldMk cId="2495652939" sldId="487"/>
            <ac:spMk id="8" creationId="{0166F2B1-43C6-1304-723B-B505C723C5EE}"/>
          </ac:spMkLst>
        </pc:spChg>
        <pc:spChg chg="mod">
          <ac:chgData name="Karl Michael Höferl" userId="544d2ce1-0a3b-4706-9dfd-c6d69d0e3c8e" providerId="ADAL" clId="{728816E0-0922-4745-AF12-C87F45E7DFA0}" dt="2025-11-07T13:49:33.611" v="1515" actId="790"/>
          <ac:spMkLst>
            <pc:docMk/>
            <pc:sldMk cId="2495652939" sldId="487"/>
            <ac:spMk id="9" creationId="{1ADD6627-2736-B939-6B44-257A29326074}"/>
          </ac:spMkLst>
        </pc:spChg>
      </pc:sldChg>
      <pc:sldChg chg="modSp mod">
        <pc:chgData name="Karl Michael Höferl" userId="544d2ce1-0a3b-4706-9dfd-c6d69d0e3c8e" providerId="ADAL" clId="{728816E0-0922-4745-AF12-C87F45E7DFA0}" dt="2025-11-07T13:49:33.600" v="1501" actId="790"/>
        <pc:sldMkLst>
          <pc:docMk/>
          <pc:sldMk cId="2891607906" sldId="488"/>
        </pc:sldMkLst>
        <pc:spChg chg="mod">
          <ac:chgData name="Karl Michael Höferl" userId="544d2ce1-0a3b-4706-9dfd-c6d69d0e3c8e" providerId="ADAL" clId="{728816E0-0922-4745-AF12-C87F45E7DFA0}" dt="2025-11-07T13:49:33.596" v="1497" actId="790"/>
          <ac:spMkLst>
            <pc:docMk/>
            <pc:sldMk cId="2891607906" sldId="488"/>
            <ac:spMk id="2" creationId="{00000000-0000-0000-0000-000000000000}"/>
          </ac:spMkLst>
        </pc:spChg>
        <pc:spChg chg="mod">
          <ac:chgData name="Karl Michael Höferl" userId="544d2ce1-0a3b-4706-9dfd-c6d69d0e3c8e" providerId="ADAL" clId="{728816E0-0922-4745-AF12-C87F45E7DFA0}" dt="2025-11-07T13:49:33.598" v="1498"/>
          <ac:spMkLst>
            <pc:docMk/>
            <pc:sldMk cId="2891607906" sldId="488"/>
            <ac:spMk id="3" creationId="{00000000-0000-0000-0000-000000000000}"/>
          </ac:spMkLst>
        </pc:spChg>
        <pc:spChg chg="mod">
          <ac:chgData name="Karl Michael Höferl" userId="544d2ce1-0a3b-4706-9dfd-c6d69d0e3c8e" providerId="ADAL" clId="{728816E0-0922-4745-AF12-C87F45E7DFA0}" dt="2025-11-07T13:49:33.598" v="1499" actId="790"/>
          <ac:spMkLst>
            <pc:docMk/>
            <pc:sldMk cId="2891607906" sldId="488"/>
            <ac:spMk id="7" creationId="{87B764D9-BFA9-7E6E-1B84-68D647CECF5F}"/>
          </ac:spMkLst>
        </pc:spChg>
        <pc:spChg chg="mod">
          <ac:chgData name="Karl Michael Höferl" userId="544d2ce1-0a3b-4706-9dfd-c6d69d0e3c8e" providerId="ADAL" clId="{728816E0-0922-4745-AF12-C87F45E7DFA0}" dt="2025-11-07T13:49:33.599" v="1500" actId="790"/>
          <ac:spMkLst>
            <pc:docMk/>
            <pc:sldMk cId="2891607906" sldId="488"/>
            <ac:spMk id="8" creationId="{CE6740B4-4292-ED5D-C676-C5B063EF4212}"/>
          </ac:spMkLst>
        </pc:spChg>
        <pc:spChg chg="mod">
          <ac:chgData name="Karl Michael Höferl" userId="544d2ce1-0a3b-4706-9dfd-c6d69d0e3c8e" providerId="ADAL" clId="{728816E0-0922-4745-AF12-C87F45E7DFA0}" dt="2025-11-07T13:49:33.600" v="1501" actId="790"/>
          <ac:spMkLst>
            <pc:docMk/>
            <pc:sldMk cId="2891607906" sldId="488"/>
            <ac:spMk id="9" creationId="{49A5AB63-3492-F70A-74A8-6F21DAEB1D15}"/>
          </ac:spMkLst>
        </pc:spChg>
      </pc:sldChg>
      <pc:sldChg chg="modSp mod">
        <pc:chgData name="Karl Michael Höferl" userId="544d2ce1-0a3b-4706-9dfd-c6d69d0e3c8e" providerId="ADAL" clId="{728816E0-0922-4745-AF12-C87F45E7DFA0}" dt="2025-11-07T13:49:33.616" v="1520" actId="790"/>
        <pc:sldMkLst>
          <pc:docMk/>
          <pc:sldMk cId="1282373436" sldId="496"/>
        </pc:sldMkLst>
        <pc:spChg chg="mod">
          <ac:chgData name="Karl Michael Höferl" userId="544d2ce1-0a3b-4706-9dfd-c6d69d0e3c8e" providerId="ADAL" clId="{728816E0-0922-4745-AF12-C87F45E7DFA0}" dt="2025-11-07T13:49:33.613" v="1516" actId="790"/>
          <ac:spMkLst>
            <pc:docMk/>
            <pc:sldMk cId="1282373436" sldId="496"/>
            <ac:spMk id="2" creationId="{00000000-0000-0000-0000-000000000000}"/>
          </ac:spMkLst>
        </pc:spChg>
        <pc:spChg chg="mod">
          <ac:chgData name="Karl Michael Höferl" userId="544d2ce1-0a3b-4706-9dfd-c6d69d0e3c8e" providerId="ADAL" clId="{728816E0-0922-4745-AF12-C87F45E7DFA0}" dt="2025-11-07T13:49:33.614" v="1517"/>
          <ac:spMkLst>
            <pc:docMk/>
            <pc:sldMk cId="1282373436" sldId="496"/>
            <ac:spMk id="3" creationId="{00000000-0000-0000-0000-000000000000}"/>
          </ac:spMkLst>
        </pc:spChg>
        <pc:spChg chg="mod">
          <ac:chgData name="Karl Michael Höferl" userId="544d2ce1-0a3b-4706-9dfd-c6d69d0e3c8e" providerId="ADAL" clId="{728816E0-0922-4745-AF12-C87F45E7DFA0}" dt="2025-11-07T13:49:33.615" v="1518" actId="790"/>
          <ac:spMkLst>
            <pc:docMk/>
            <pc:sldMk cId="1282373436" sldId="496"/>
            <ac:spMk id="5" creationId="{B3447652-3200-1044-47FD-4699E5AAF5CA}"/>
          </ac:spMkLst>
        </pc:spChg>
        <pc:spChg chg="mod">
          <ac:chgData name="Karl Michael Höferl" userId="544d2ce1-0a3b-4706-9dfd-c6d69d0e3c8e" providerId="ADAL" clId="{728816E0-0922-4745-AF12-C87F45E7DFA0}" dt="2025-11-07T13:49:33.616" v="1519" actId="790"/>
          <ac:spMkLst>
            <pc:docMk/>
            <pc:sldMk cId="1282373436" sldId="496"/>
            <ac:spMk id="6" creationId="{4C108794-B513-2278-A9C8-D68221884A79}"/>
          </ac:spMkLst>
        </pc:spChg>
        <pc:spChg chg="mod">
          <ac:chgData name="Karl Michael Höferl" userId="544d2ce1-0a3b-4706-9dfd-c6d69d0e3c8e" providerId="ADAL" clId="{728816E0-0922-4745-AF12-C87F45E7DFA0}" dt="2025-11-07T13:49:33.616" v="1520" actId="790"/>
          <ac:spMkLst>
            <pc:docMk/>
            <pc:sldMk cId="1282373436" sldId="496"/>
            <ac:spMk id="7" creationId="{984C2377-E0E0-9881-5B2F-2220DAA399F8}"/>
          </ac:spMkLst>
        </pc:spChg>
      </pc:sldChg>
      <pc:sldChg chg="modSp mod modShow">
        <pc:chgData name="Karl Michael Höferl" userId="544d2ce1-0a3b-4706-9dfd-c6d69d0e3c8e" providerId="ADAL" clId="{728816E0-0922-4745-AF12-C87F45E7DFA0}" dt="2025-11-07T14:37:32.268" v="2066" actId="729"/>
        <pc:sldMkLst>
          <pc:docMk/>
          <pc:sldMk cId="184063729" sldId="498"/>
        </pc:sldMkLst>
        <pc:spChg chg="mod">
          <ac:chgData name="Karl Michael Höferl" userId="544d2ce1-0a3b-4706-9dfd-c6d69d0e3c8e" providerId="ADAL" clId="{728816E0-0922-4745-AF12-C87F45E7DFA0}" dt="2025-11-07T13:49:33.618" v="1521" actId="790"/>
          <ac:spMkLst>
            <pc:docMk/>
            <pc:sldMk cId="184063729" sldId="498"/>
            <ac:spMk id="2" creationId="{00000000-0000-0000-0000-000000000000}"/>
          </ac:spMkLst>
        </pc:spChg>
        <pc:spChg chg="mod">
          <ac:chgData name="Karl Michael Höferl" userId="544d2ce1-0a3b-4706-9dfd-c6d69d0e3c8e" providerId="ADAL" clId="{728816E0-0922-4745-AF12-C87F45E7DFA0}" dt="2025-11-07T13:49:33.623" v="1523" actId="790"/>
          <ac:spMkLst>
            <pc:docMk/>
            <pc:sldMk cId="184063729" sldId="498"/>
            <ac:spMk id="4" creationId="{C398419C-4618-7BD0-9A3B-5676A6259FAE}"/>
          </ac:spMkLst>
        </pc:spChg>
        <pc:spChg chg="mod">
          <ac:chgData name="Karl Michael Höferl" userId="544d2ce1-0a3b-4706-9dfd-c6d69d0e3c8e" providerId="ADAL" clId="{728816E0-0922-4745-AF12-C87F45E7DFA0}" dt="2025-11-07T13:49:33.622" v="1522" actId="790"/>
          <ac:spMkLst>
            <pc:docMk/>
            <pc:sldMk cId="184063729" sldId="498"/>
            <ac:spMk id="5" creationId="{00000000-0000-0000-0000-000000000000}"/>
          </ac:spMkLst>
        </pc:spChg>
        <pc:spChg chg="mod">
          <ac:chgData name="Karl Michael Höferl" userId="544d2ce1-0a3b-4706-9dfd-c6d69d0e3c8e" providerId="ADAL" clId="{728816E0-0922-4745-AF12-C87F45E7DFA0}" dt="2025-11-07T13:49:33.624" v="1524" actId="790"/>
          <ac:spMkLst>
            <pc:docMk/>
            <pc:sldMk cId="184063729" sldId="498"/>
            <ac:spMk id="6" creationId="{02D796D7-3706-ECE3-A16E-1D514F03EC1C}"/>
          </ac:spMkLst>
        </pc:spChg>
        <pc:spChg chg="mod">
          <ac:chgData name="Karl Michael Höferl" userId="544d2ce1-0a3b-4706-9dfd-c6d69d0e3c8e" providerId="ADAL" clId="{728816E0-0922-4745-AF12-C87F45E7DFA0}" dt="2025-11-07T13:49:33.625" v="1525" actId="790"/>
          <ac:spMkLst>
            <pc:docMk/>
            <pc:sldMk cId="184063729" sldId="498"/>
            <ac:spMk id="7" creationId="{D161EDED-0B33-073E-5035-2200B4F7D2AF}"/>
          </ac:spMkLst>
        </pc:spChg>
      </pc:sldChg>
      <pc:sldChg chg="modSp mod">
        <pc:chgData name="Karl Michael Höferl" userId="544d2ce1-0a3b-4706-9dfd-c6d69d0e3c8e" providerId="ADAL" clId="{728816E0-0922-4745-AF12-C87F45E7DFA0}" dt="2025-11-07T13:49:33.629" v="1529" actId="790"/>
        <pc:sldMkLst>
          <pc:docMk/>
          <pc:sldMk cId="356357030" sldId="499"/>
        </pc:sldMkLst>
        <pc:spChg chg="mod">
          <ac:chgData name="Karl Michael Höferl" userId="544d2ce1-0a3b-4706-9dfd-c6d69d0e3c8e" providerId="ADAL" clId="{728816E0-0922-4745-AF12-C87F45E7DFA0}" dt="2025-11-07T13:49:33.626" v="1526" actId="790"/>
          <ac:spMkLst>
            <pc:docMk/>
            <pc:sldMk cId="356357030" sldId="499"/>
            <ac:spMk id="2" creationId="{00000000-0000-0000-0000-000000000000}"/>
          </ac:spMkLst>
        </pc:spChg>
        <pc:spChg chg="mod">
          <ac:chgData name="Karl Michael Höferl" userId="544d2ce1-0a3b-4706-9dfd-c6d69d0e3c8e" providerId="ADAL" clId="{728816E0-0922-4745-AF12-C87F45E7DFA0}" dt="2025-11-07T13:49:33.628" v="1527" actId="790"/>
          <ac:spMkLst>
            <pc:docMk/>
            <pc:sldMk cId="356357030" sldId="499"/>
            <ac:spMk id="3" creationId="{31728990-7E22-D4C2-0621-5BEA3F25F8CB}"/>
          </ac:spMkLst>
        </pc:spChg>
        <pc:spChg chg="mod">
          <ac:chgData name="Karl Michael Höferl" userId="544d2ce1-0a3b-4706-9dfd-c6d69d0e3c8e" providerId="ADAL" clId="{728816E0-0922-4745-AF12-C87F45E7DFA0}" dt="2025-11-07T13:49:33.629" v="1528" actId="790"/>
          <ac:spMkLst>
            <pc:docMk/>
            <pc:sldMk cId="356357030" sldId="499"/>
            <ac:spMk id="5" creationId="{6D40126B-4F24-55ED-B434-9ADF7DB477F1}"/>
          </ac:spMkLst>
        </pc:spChg>
        <pc:spChg chg="mod">
          <ac:chgData name="Karl Michael Höferl" userId="544d2ce1-0a3b-4706-9dfd-c6d69d0e3c8e" providerId="ADAL" clId="{728816E0-0922-4745-AF12-C87F45E7DFA0}" dt="2025-11-07T13:49:33.629" v="1529" actId="790"/>
          <ac:spMkLst>
            <pc:docMk/>
            <pc:sldMk cId="356357030" sldId="499"/>
            <ac:spMk id="6" creationId="{7C5F337A-CFF3-4A45-8B9D-B5A565035627}"/>
          </ac:spMkLst>
        </pc:spChg>
      </pc:sldChg>
      <pc:sldChg chg="modSp mod">
        <pc:chgData name="Karl Michael Höferl" userId="544d2ce1-0a3b-4706-9dfd-c6d69d0e3c8e" providerId="ADAL" clId="{728816E0-0922-4745-AF12-C87F45E7DFA0}" dt="2025-11-07T14:37:40.777" v="2068" actId="20577"/>
        <pc:sldMkLst>
          <pc:docMk/>
          <pc:sldMk cId="1382997357" sldId="502"/>
        </pc:sldMkLst>
        <pc:spChg chg="mod">
          <ac:chgData name="Karl Michael Höferl" userId="544d2ce1-0a3b-4706-9dfd-c6d69d0e3c8e" providerId="ADAL" clId="{728816E0-0922-4745-AF12-C87F45E7DFA0}" dt="2025-11-07T13:49:33.660" v="1567" actId="790"/>
          <ac:spMkLst>
            <pc:docMk/>
            <pc:sldMk cId="1382997357" sldId="502"/>
            <ac:spMk id="2" creationId="{00000000-0000-0000-0000-000000000000}"/>
          </ac:spMkLst>
        </pc:spChg>
        <pc:spChg chg="mod">
          <ac:chgData name="Karl Michael Höferl" userId="544d2ce1-0a3b-4706-9dfd-c6d69d0e3c8e" providerId="ADAL" clId="{728816E0-0922-4745-AF12-C87F45E7DFA0}" dt="2025-11-07T14:37:40.777" v="2068" actId="20577"/>
          <ac:spMkLst>
            <pc:docMk/>
            <pc:sldMk cId="1382997357" sldId="502"/>
            <ac:spMk id="3" creationId="{00000000-0000-0000-0000-000000000000}"/>
          </ac:spMkLst>
        </pc:spChg>
        <pc:spChg chg="mod">
          <ac:chgData name="Karl Michael Höferl" userId="544d2ce1-0a3b-4706-9dfd-c6d69d0e3c8e" providerId="ADAL" clId="{728816E0-0922-4745-AF12-C87F45E7DFA0}" dt="2025-11-07T13:49:33.662" v="1569" actId="790"/>
          <ac:spMkLst>
            <pc:docMk/>
            <pc:sldMk cId="1382997357" sldId="502"/>
            <ac:spMk id="5" creationId="{BFD6AE8C-55B8-396F-1D95-1B4F244C4A6C}"/>
          </ac:spMkLst>
        </pc:spChg>
        <pc:spChg chg="mod">
          <ac:chgData name="Karl Michael Höferl" userId="544d2ce1-0a3b-4706-9dfd-c6d69d0e3c8e" providerId="ADAL" clId="{728816E0-0922-4745-AF12-C87F45E7DFA0}" dt="2025-11-07T13:49:33.663" v="1570" actId="790"/>
          <ac:spMkLst>
            <pc:docMk/>
            <pc:sldMk cId="1382997357" sldId="502"/>
            <ac:spMk id="6" creationId="{DC8FED12-61BA-9A9D-D843-7717FF6A779B}"/>
          </ac:spMkLst>
        </pc:spChg>
        <pc:spChg chg="mod">
          <ac:chgData name="Karl Michael Höferl" userId="544d2ce1-0a3b-4706-9dfd-c6d69d0e3c8e" providerId="ADAL" clId="{728816E0-0922-4745-AF12-C87F45E7DFA0}" dt="2025-11-07T13:49:33.664" v="1571" actId="790"/>
          <ac:spMkLst>
            <pc:docMk/>
            <pc:sldMk cId="1382997357" sldId="502"/>
            <ac:spMk id="7" creationId="{4ABF1FA5-47DD-882E-B028-E554AB99929A}"/>
          </ac:spMkLst>
        </pc:spChg>
      </pc:sldChg>
      <pc:sldChg chg="modSp mod">
        <pc:chgData name="Karl Michael Höferl" userId="544d2ce1-0a3b-4706-9dfd-c6d69d0e3c8e" providerId="ADAL" clId="{728816E0-0922-4745-AF12-C87F45E7DFA0}" dt="2025-11-07T13:49:33.666" v="1573" actId="790"/>
        <pc:sldMkLst>
          <pc:docMk/>
          <pc:sldMk cId="623227695" sldId="504"/>
        </pc:sldMkLst>
        <pc:spChg chg="mod">
          <ac:chgData name="Karl Michael Höferl" userId="544d2ce1-0a3b-4706-9dfd-c6d69d0e3c8e" providerId="ADAL" clId="{728816E0-0922-4745-AF12-C87F45E7DFA0}" dt="2025-11-07T13:49:33.664" v="1572" actId="790"/>
          <ac:spMkLst>
            <pc:docMk/>
            <pc:sldMk cId="623227695" sldId="504"/>
            <ac:spMk id="2" creationId="{00000000-0000-0000-0000-000000000000}"/>
          </ac:spMkLst>
        </pc:spChg>
        <pc:spChg chg="mod">
          <ac:chgData name="Karl Michael Höferl" userId="544d2ce1-0a3b-4706-9dfd-c6d69d0e3c8e" providerId="ADAL" clId="{728816E0-0922-4745-AF12-C87F45E7DFA0}" dt="2025-11-07T13:49:33.666" v="1573" actId="790"/>
          <ac:spMkLst>
            <pc:docMk/>
            <pc:sldMk cId="623227695" sldId="504"/>
            <ac:spMk id="3" creationId="{00000000-0000-0000-0000-000000000000}"/>
          </ac:spMkLst>
        </pc:spChg>
      </pc:sldChg>
      <pc:sldChg chg="modSp mod">
        <pc:chgData name="Karl Michael Höferl" userId="544d2ce1-0a3b-4706-9dfd-c6d69d0e3c8e" providerId="ADAL" clId="{728816E0-0922-4745-AF12-C87F45E7DFA0}" dt="2025-11-07T13:49:33.646" v="1548" actId="790"/>
        <pc:sldMkLst>
          <pc:docMk/>
          <pc:sldMk cId="3408312249" sldId="509"/>
        </pc:sldMkLst>
        <pc:spChg chg="mod">
          <ac:chgData name="Karl Michael Höferl" userId="544d2ce1-0a3b-4706-9dfd-c6d69d0e3c8e" providerId="ADAL" clId="{728816E0-0922-4745-AF12-C87F45E7DFA0}" dt="2025-11-07T13:49:33.642" v="1544" actId="790"/>
          <ac:spMkLst>
            <pc:docMk/>
            <pc:sldMk cId="3408312249" sldId="509"/>
            <ac:spMk id="2" creationId="{00000000-0000-0000-0000-000000000000}"/>
          </ac:spMkLst>
        </pc:spChg>
        <pc:spChg chg="mod">
          <ac:chgData name="Karl Michael Höferl" userId="544d2ce1-0a3b-4706-9dfd-c6d69d0e3c8e" providerId="ADAL" clId="{728816E0-0922-4745-AF12-C87F45E7DFA0}" dt="2025-11-07T13:49:33.644" v="1545"/>
          <ac:spMkLst>
            <pc:docMk/>
            <pc:sldMk cId="3408312249" sldId="509"/>
            <ac:spMk id="3" creationId="{00000000-0000-0000-0000-000000000000}"/>
          </ac:spMkLst>
        </pc:spChg>
        <pc:spChg chg="mod">
          <ac:chgData name="Karl Michael Höferl" userId="544d2ce1-0a3b-4706-9dfd-c6d69d0e3c8e" providerId="ADAL" clId="{728816E0-0922-4745-AF12-C87F45E7DFA0}" dt="2025-11-07T13:49:33.645" v="1546" actId="790"/>
          <ac:spMkLst>
            <pc:docMk/>
            <pc:sldMk cId="3408312249" sldId="509"/>
            <ac:spMk id="5" creationId="{157456B3-FD4E-2BAB-11F6-C0E4832A99F1}"/>
          </ac:spMkLst>
        </pc:spChg>
        <pc:spChg chg="mod">
          <ac:chgData name="Karl Michael Höferl" userId="544d2ce1-0a3b-4706-9dfd-c6d69d0e3c8e" providerId="ADAL" clId="{728816E0-0922-4745-AF12-C87F45E7DFA0}" dt="2025-11-07T13:49:33.645" v="1547" actId="790"/>
          <ac:spMkLst>
            <pc:docMk/>
            <pc:sldMk cId="3408312249" sldId="509"/>
            <ac:spMk id="6" creationId="{C23A89DB-2815-9BE6-8274-689B6A5B6B72}"/>
          </ac:spMkLst>
        </pc:spChg>
        <pc:spChg chg="mod">
          <ac:chgData name="Karl Michael Höferl" userId="544d2ce1-0a3b-4706-9dfd-c6d69d0e3c8e" providerId="ADAL" clId="{728816E0-0922-4745-AF12-C87F45E7DFA0}" dt="2025-11-07T13:49:33.646" v="1548" actId="790"/>
          <ac:spMkLst>
            <pc:docMk/>
            <pc:sldMk cId="3408312249" sldId="509"/>
            <ac:spMk id="7" creationId="{7C66473C-65E9-FC37-D24B-39A8C327EF7D}"/>
          </ac:spMkLst>
        </pc:spChg>
      </pc:sldChg>
      <pc:sldChg chg="modSp mod">
        <pc:chgData name="Karl Michael Höferl" userId="544d2ce1-0a3b-4706-9dfd-c6d69d0e3c8e" providerId="ADAL" clId="{728816E0-0922-4745-AF12-C87F45E7DFA0}" dt="2025-11-07T13:49:33.549" v="1448"/>
        <pc:sldMkLst>
          <pc:docMk/>
          <pc:sldMk cId="1811697719" sldId="618"/>
        </pc:sldMkLst>
        <pc:spChg chg="mod">
          <ac:chgData name="Karl Michael Höferl" userId="544d2ce1-0a3b-4706-9dfd-c6d69d0e3c8e" providerId="ADAL" clId="{728816E0-0922-4745-AF12-C87F45E7DFA0}" dt="2025-11-07T13:49:33.548" v="1447" actId="790"/>
          <ac:spMkLst>
            <pc:docMk/>
            <pc:sldMk cId="1811697719" sldId="618"/>
            <ac:spMk id="2" creationId="{00000000-0000-0000-0000-000000000000}"/>
          </ac:spMkLst>
        </pc:spChg>
        <pc:spChg chg="mod">
          <ac:chgData name="Karl Michael Höferl" userId="544d2ce1-0a3b-4706-9dfd-c6d69d0e3c8e" providerId="ADAL" clId="{728816E0-0922-4745-AF12-C87F45E7DFA0}" dt="2025-11-07T13:49:33.549" v="1448"/>
          <ac:spMkLst>
            <pc:docMk/>
            <pc:sldMk cId="1811697719" sldId="618"/>
            <ac:spMk id="3" creationId="{00000000-0000-0000-0000-000000000000}"/>
          </ac:spMkLst>
        </pc:spChg>
      </pc:sldChg>
      <pc:sldChg chg="modSp mod">
        <pc:chgData name="Karl Michael Höferl" userId="544d2ce1-0a3b-4706-9dfd-c6d69d0e3c8e" providerId="ADAL" clId="{728816E0-0922-4745-AF12-C87F45E7DFA0}" dt="2025-11-07T13:49:33.382" v="1286" actId="790"/>
        <pc:sldMkLst>
          <pc:docMk/>
          <pc:sldMk cId="3513970796" sldId="667"/>
        </pc:sldMkLst>
        <pc:spChg chg="mod">
          <ac:chgData name="Karl Michael Höferl" userId="544d2ce1-0a3b-4706-9dfd-c6d69d0e3c8e" providerId="ADAL" clId="{728816E0-0922-4745-AF12-C87F45E7DFA0}" dt="2025-11-07T13:49:33.381" v="1285" actId="790"/>
          <ac:spMkLst>
            <pc:docMk/>
            <pc:sldMk cId="3513970796" sldId="667"/>
            <ac:spMk id="2" creationId="{C997D1EF-4392-2959-9901-0BC510B77BEF}"/>
          </ac:spMkLst>
        </pc:spChg>
        <pc:spChg chg="mod">
          <ac:chgData name="Karl Michael Höferl" userId="544d2ce1-0a3b-4706-9dfd-c6d69d0e3c8e" providerId="ADAL" clId="{728816E0-0922-4745-AF12-C87F45E7DFA0}" dt="2025-11-07T13:49:33.382" v="1286" actId="790"/>
          <ac:spMkLst>
            <pc:docMk/>
            <pc:sldMk cId="3513970796" sldId="667"/>
            <ac:spMk id="6" creationId="{3C494305-6E21-9A94-AC3B-17EA2452C99D}"/>
          </ac:spMkLst>
        </pc:spChg>
        <pc:spChg chg="mod">
          <ac:chgData name="Karl Michael Höferl" userId="544d2ce1-0a3b-4706-9dfd-c6d69d0e3c8e" providerId="ADAL" clId="{728816E0-0922-4745-AF12-C87F45E7DFA0}" dt="2025-11-07T13:49:33.380" v="1284" actId="790"/>
          <ac:spMkLst>
            <pc:docMk/>
            <pc:sldMk cId="3513970796" sldId="667"/>
            <ac:spMk id="7" creationId="{1C71BE61-9295-1BC4-F364-04C4A0F80B59}"/>
          </ac:spMkLst>
        </pc:spChg>
      </pc:sldChg>
      <pc:sldChg chg="addSp modSp mod">
        <pc:chgData name="Karl Michael Höferl" userId="544d2ce1-0a3b-4706-9dfd-c6d69d0e3c8e" providerId="ADAL" clId="{728816E0-0922-4745-AF12-C87F45E7DFA0}" dt="2025-11-07T13:49:33.387" v="1292" actId="790"/>
        <pc:sldMkLst>
          <pc:docMk/>
          <pc:sldMk cId="2018595286" sldId="693"/>
        </pc:sldMkLst>
        <pc:spChg chg="mod">
          <ac:chgData name="Karl Michael Höferl" userId="544d2ce1-0a3b-4706-9dfd-c6d69d0e3c8e" providerId="ADAL" clId="{728816E0-0922-4745-AF12-C87F45E7DFA0}" dt="2025-11-07T13:49:33.383" v="1287" actId="790"/>
          <ac:spMkLst>
            <pc:docMk/>
            <pc:sldMk cId="2018595286" sldId="693"/>
            <ac:spMk id="2" creationId="{CF95E1A4-BC97-48AF-42DD-287B9E263FE9}"/>
          </ac:spMkLst>
        </pc:spChg>
        <pc:spChg chg="mod">
          <ac:chgData name="Karl Michael Höferl" userId="544d2ce1-0a3b-4706-9dfd-c6d69d0e3c8e" providerId="ADAL" clId="{728816E0-0922-4745-AF12-C87F45E7DFA0}" dt="2025-11-07T13:49:33.384" v="1288" actId="790"/>
          <ac:spMkLst>
            <pc:docMk/>
            <pc:sldMk cId="2018595286" sldId="693"/>
            <ac:spMk id="3" creationId="{0F8530A8-6163-6CCE-EF24-26CB60674C36}"/>
          </ac:spMkLst>
        </pc:spChg>
        <pc:spChg chg="mod ord">
          <ac:chgData name="Karl Michael Höferl" userId="544d2ce1-0a3b-4706-9dfd-c6d69d0e3c8e" providerId="ADAL" clId="{728816E0-0922-4745-AF12-C87F45E7DFA0}" dt="2025-11-07T13:49:33.387" v="1292" actId="790"/>
          <ac:spMkLst>
            <pc:docMk/>
            <pc:sldMk cId="2018595286" sldId="693"/>
            <ac:spMk id="4" creationId="{6BA4E074-B34E-F025-C38F-CDA7C78E63AB}"/>
          </ac:spMkLst>
        </pc:spChg>
        <pc:spChg chg="mod">
          <ac:chgData name="Karl Michael Höferl" userId="544d2ce1-0a3b-4706-9dfd-c6d69d0e3c8e" providerId="ADAL" clId="{728816E0-0922-4745-AF12-C87F45E7DFA0}" dt="2025-11-07T13:49:33.385" v="1289" actId="790"/>
          <ac:spMkLst>
            <pc:docMk/>
            <pc:sldMk cId="2018595286" sldId="693"/>
            <ac:spMk id="5" creationId="{2D4B60EA-220E-09D1-2A51-B05CF07B856A}"/>
          </ac:spMkLst>
        </pc:spChg>
        <pc:spChg chg="mod">
          <ac:chgData name="Karl Michael Höferl" userId="544d2ce1-0a3b-4706-9dfd-c6d69d0e3c8e" providerId="ADAL" clId="{728816E0-0922-4745-AF12-C87F45E7DFA0}" dt="2025-11-07T13:49:33.385" v="1290" actId="790"/>
          <ac:spMkLst>
            <pc:docMk/>
            <pc:sldMk cId="2018595286" sldId="693"/>
            <ac:spMk id="6" creationId="{083F36FA-0B91-385B-19C8-DC165428C29E}"/>
          </ac:spMkLst>
        </pc:spChg>
        <pc:spChg chg="add mod">
          <ac:chgData name="Karl Michael Höferl" userId="544d2ce1-0a3b-4706-9dfd-c6d69d0e3c8e" providerId="ADAL" clId="{728816E0-0922-4745-AF12-C87F45E7DFA0}" dt="2025-11-07T13:49:33.387" v="1291" actId="790"/>
          <ac:spMkLst>
            <pc:docMk/>
            <pc:sldMk cId="2018595286" sldId="693"/>
            <ac:spMk id="7" creationId="{282E8318-0CD2-F68D-17DD-59B77388D25F}"/>
          </ac:spMkLst>
        </pc:spChg>
      </pc:sldChg>
      <pc:sldChg chg="modSp mod">
        <pc:chgData name="Karl Michael Höferl" userId="544d2ce1-0a3b-4706-9dfd-c6d69d0e3c8e" providerId="ADAL" clId="{728816E0-0922-4745-AF12-C87F45E7DFA0}" dt="2025-11-07T13:49:33.511" v="1402" actId="790"/>
        <pc:sldMkLst>
          <pc:docMk/>
          <pc:sldMk cId="3093752595" sldId="722"/>
        </pc:sldMkLst>
        <pc:spChg chg="mod">
          <ac:chgData name="Karl Michael Höferl" userId="544d2ce1-0a3b-4706-9dfd-c6d69d0e3c8e" providerId="ADAL" clId="{728816E0-0922-4745-AF12-C87F45E7DFA0}" dt="2025-11-07T13:49:33.508" v="1398" actId="790"/>
          <ac:spMkLst>
            <pc:docMk/>
            <pc:sldMk cId="3093752595" sldId="722"/>
            <ac:spMk id="2" creationId="{C12F9626-0996-0BEA-1771-5BC463D071A8}"/>
          </ac:spMkLst>
        </pc:spChg>
        <pc:spChg chg="mod">
          <ac:chgData name="Karl Michael Höferl" userId="544d2ce1-0a3b-4706-9dfd-c6d69d0e3c8e" providerId="ADAL" clId="{728816E0-0922-4745-AF12-C87F45E7DFA0}" dt="2025-11-07T13:49:33.509" v="1399" actId="790"/>
          <ac:spMkLst>
            <pc:docMk/>
            <pc:sldMk cId="3093752595" sldId="722"/>
            <ac:spMk id="3" creationId="{12111E1A-04AD-C547-FFAF-8EEE3EBE345C}"/>
          </ac:spMkLst>
        </pc:spChg>
        <pc:spChg chg="mod">
          <ac:chgData name="Karl Michael Höferl" userId="544d2ce1-0a3b-4706-9dfd-c6d69d0e3c8e" providerId="ADAL" clId="{728816E0-0922-4745-AF12-C87F45E7DFA0}" dt="2025-11-07T13:49:33.510" v="1400" actId="790"/>
          <ac:spMkLst>
            <pc:docMk/>
            <pc:sldMk cId="3093752595" sldId="722"/>
            <ac:spMk id="4" creationId="{AE7ADFCD-C2BC-ACE7-0F19-5AECCCC9A3C1}"/>
          </ac:spMkLst>
        </pc:spChg>
        <pc:spChg chg="mod">
          <ac:chgData name="Karl Michael Höferl" userId="544d2ce1-0a3b-4706-9dfd-c6d69d0e3c8e" providerId="ADAL" clId="{728816E0-0922-4745-AF12-C87F45E7DFA0}" dt="2025-11-07T13:49:33.511" v="1401" actId="790"/>
          <ac:spMkLst>
            <pc:docMk/>
            <pc:sldMk cId="3093752595" sldId="722"/>
            <ac:spMk id="5" creationId="{E135704C-162E-B312-D1A0-CEC889A4411E}"/>
          </ac:spMkLst>
        </pc:spChg>
        <pc:spChg chg="mod">
          <ac:chgData name="Karl Michael Höferl" userId="544d2ce1-0a3b-4706-9dfd-c6d69d0e3c8e" providerId="ADAL" clId="{728816E0-0922-4745-AF12-C87F45E7DFA0}" dt="2025-11-07T13:49:33.511" v="1402" actId="790"/>
          <ac:spMkLst>
            <pc:docMk/>
            <pc:sldMk cId="3093752595" sldId="722"/>
            <ac:spMk id="6" creationId="{1EC8AE68-2E78-54A6-9994-962D7928E9AC}"/>
          </ac:spMkLst>
        </pc:spChg>
      </pc:sldChg>
      <pc:sldChg chg="modSp add mod">
        <pc:chgData name="Karl Michael Höferl" userId="544d2ce1-0a3b-4706-9dfd-c6d69d0e3c8e" providerId="ADAL" clId="{728816E0-0922-4745-AF12-C87F45E7DFA0}" dt="2025-11-07T13:49:33.677" v="1586" actId="790"/>
        <pc:sldMkLst>
          <pc:docMk/>
          <pc:sldMk cId="227321968" sldId="733"/>
        </pc:sldMkLst>
        <pc:spChg chg="mod">
          <ac:chgData name="Karl Michael Höferl" userId="544d2ce1-0a3b-4706-9dfd-c6d69d0e3c8e" providerId="ADAL" clId="{728816E0-0922-4745-AF12-C87F45E7DFA0}" dt="2025-11-07T13:49:33.674" v="1582" actId="790"/>
          <ac:spMkLst>
            <pc:docMk/>
            <pc:sldMk cId="227321968" sldId="733"/>
            <ac:spMk id="2" creationId="{B09B695A-F216-A790-E183-8D9A420069DC}"/>
          </ac:spMkLst>
        </pc:spChg>
        <pc:spChg chg="mod">
          <ac:chgData name="Karl Michael Höferl" userId="544d2ce1-0a3b-4706-9dfd-c6d69d0e3c8e" providerId="ADAL" clId="{728816E0-0922-4745-AF12-C87F45E7DFA0}" dt="2025-11-07T13:49:33.675" v="1583" actId="790"/>
          <ac:spMkLst>
            <pc:docMk/>
            <pc:sldMk cId="227321968" sldId="733"/>
            <ac:spMk id="3" creationId="{03E44DB5-C2C7-052C-7B6F-2C2727B53513}"/>
          </ac:spMkLst>
        </pc:spChg>
        <pc:spChg chg="mod">
          <ac:chgData name="Karl Michael Höferl" userId="544d2ce1-0a3b-4706-9dfd-c6d69d0e3c8e" providerId="ADAL" clId="{728816E0-0922-4745-AF12-C87F45E7DFA0}" dt="2025-11-07T13:49:33.677" v="1586" actId="790"/>
          <ac:spMkLst>
            <pc:docMk/>
            <pc:sldMk cId="227321968" sldId="733"/>
            <ac:spMk id="4" creationId="{5A429246-43BB-D523-81B5-CC26D4E3B874}"/>
          </ac:spMkLst>
        </pc:spChg>
        <pc:spChg chg="mod">
          <ac:chgData name="Karl Michael Höferl" userId="544d2ce1-0a3b-4706-9dfd-c6d69d0e3c8e" providerId="ADAL" clId="{728816E0-0922-4745-AF12-C87F45E7DFA0}" dt="2025-11-07T13:49:33.676" v="1584" actId="790"/>
          <ac:spMkLst>
            <pc:docMk/>
            <pc:sldMk cId="227321968" sldId="733"/>
            <ac:spMk id="5" creationId="{CD395DAA-B825-A537-25F3-C89489467BED}"/>
          </ac:spMkLst>
        </pc:spChg>
        <pc:spChg chg="mod">
          <ac:chgData name="Karl Michael Höferl" userId="544d2ce1-0a3b-4706-9dfd-c6d69d0e3c8e" providerId="ADAL" clId="{728816E0-0922-4745-AF12-C87F45E7DFA0}" dt="2025-11-07T13:49:33.676" v="1585" actId="790"/>
          <ac:spMkLst>
            <pc:docMk/>
            <pc:sldMk cId="227321968" sldId="733"/>
            <ac:spMk id="6" creationId="{B596263E-9DE3-3F03-8E0B-7376934C9449}"/>
          </ac:spMkLst>
        </pc:spChg>
      </pc:sldChg>
      <pc:sldChg chg="modSp add mod">
        <pc:chgData name="Karl Michael Höferl" userId="544d2ce1-0a3b-4706-9dfd-c6d69d0e3c8e" providerId="ADAL" clId="{728816E0-0922-4745-AF12-C87F45E7DFA0}" dt="2025-11-07T13:49:33.673" v="1581" actId="790"/>
        <pc:sldMkLst>
          <pc:docMk/>
          <pc:sldMk cId="3898702380" sldId="744"/>
        </pc:sldMkLst>
        <pc:spChg chg="mod">
          <ac:chgData name="Karl Michael Höferl" userId="544d2ce1-0a3b-4706-9dfd-c6d69d0e3c8e" providerId="ADAL" clId="{728816E0-0922-4745-AF12-C87F45E7DFA0}" dt="2025-11-07T13:49:33.671" v="1578" actId="790"/>
          <ac:spMkLst>
            <pc:docMk/>
            <pc:sldMk cId="3898702380" sldId="744"/>
            <ac:spMk id="2" creationId="{F74B10B3-39FF-5359-88B2-FBF3E6567C0F}"/>
          </ac:spMkLst>
        </pc:spChg>
        <pc:spChg chg="mod">
          <ac:chgData name="Karl Michael Höferl" userId="544d2ce1-0a3b-4706-9dfd-c6d69d0e3c8e" providerId="ADAL" clId="{728816E0-0922-4745-AF12-C87F45E7DFA0}" dt="2025-11-07T13:49:33.672" v="1579" actId="790"/>
          <ac:spMkLst>
            <pc:docMk/>
            <pc:sldMk cId="3898702380" sldId="744"/>
            <ac:spMk id="3" creationId="{DCE84C14-000C-A81E-3E86-7C1D152EE1A2}"/>
          </ac:spMkLst>
        </pc:spChg>
        <pc:spChg chg="mod">
          <ac:chgData name="Karl Michael Höferl" userId="544d2ce1-0a3b-4706-9dfd-c6d69d0e3c8e" providerId="ADAL" clId="{728816E0-0922-4745-AF12-C87F45E7DFA0}" dt="2025-11-07T13:49:33.673" v="1580" actId="790"/>
          <ac:spMkLst>
            <pc:docMk/>
            <pc:sldMk cId="3898702380" sldId="744"/>
            <ac:spMk id="5" creationId="{A8C484E5-DBF0-5AAA-A515-AE8429CB8416}"/>
          </ac:spMkLst>
        </pc:spChg>
        <pc:spChg chg="mod">
          <ac:chgData name="Karl Michael Höferl" userId="544d2ce1-0a3b-4706-9dfd-c6d69d0e3c8e" providerId="ADAL" clId="{728816E0-0922-4745-AF12-C87F45E7DFA0}" dt="2025-11-07T13:49:33.673" v="1581" actId="790"/>
          <ac:spMkLst>
            <pc:docMk/>
            <pc:sldMk cId="3898702380" sldId="744"/>
            <ac:spMk id="6" creationId="{453C8364-96C8-7921-DC8A-994120A96E27}"/>
          </ac:spMkLst>
        </pc:spChg>
      </pc:sldChg>
      <pc:sldChg chg="modSp add mod modNotesTx">
        <pc:chgData name="Karl Michael Höferl" userId="544d2ce1-0a3b-4706-9dfd-c6d69d0e3c8e" providerId="ADAL" clId="{728816E0-0922-4745-AF12-C87F45E7DFA0}" dt="2025-11-07T14:22:17.962" v="1819" actId="20577"/>
        <pc:sldMkLst>
          <pc:docMk/>
          <pc:sldMk cId="57421688" sldId="747"/>
        </pc:sldMkLst>
        <pc:spChg chg="mod">
          <ac:chgData name="Karl Michael Höferl" userId="544d2ce1-0a3b-4706-9dfd-c6d69d0e3c8e" providerId="ADAL" clId="{728816E0-0922-4745-AF12-C87F45E7DFA0}" dt="2025-11-07T13:49:33.699" v="1606" actId="790"/>
          <ac:spMkLst>
            <pc:docMk/>
            <pc:sldMk cId="57421688" sldId="747"/>
            <ac:spMk id="2" creationId="{B09B695A-F216-A790-E183-8D9A420069DC}"/>
          </ac:spMkLst>
        </pc:spChg>
        <pc:spChg chg="mod">
          <ac:chgData name="Karl Michael Höferl" userId="544d2ce1-0a3b-4706-9dfd-c6d69d0e3c8e" providerId="ADAL" clId="{728816E0-0922-4745-AF12-C87F45E7DFA0}" dt="2025-11-07T13:49:33.699" v="1607" actId="790"/>
          <ac:spMkLst>
            <pc:docMk/>
            <pc:sldMk cId="57421688" sldId="747"/>
            <ac:spMk id="3" creationId="{03E44DB5-C2C7-052C-7B6F-2C2727B53513}"/>
          </ac:spMkLst>
        </pc:spChg>
        <pc:spChg chg="mod">
          <ac:chgData name="Karl Michael Höferl" userId="544d2ce1-0a3b-4706-9dfd-c6d69d0e3c8e" providerId="ADAL" clId="{728816E0-0922-4745-AF12-C87F45E7DFA0}" dt="2025-11-07T13:49:33.700" v="1608" actId="790"/>
          <ac:spMkLst>
            <pc:docMk/>
            <pc:sldMk cId="57421688" sldId="747"/>
            <ac:spMk id="5" creationId="{CD395DAA-B825-A537-25F3-C89489467BED}"/>
          </ac:spMkLst>
        </pc:spChg>
        <pc:spChg chg="mod">
          <ac:chgData name="Karl Michael Höferl" userId="544d2ce1-0a3b-4706-9dfd-c6d69d0e3c8e" providerId="ADAL" clId="{728816E0-0922-4745-AF12-C87F45E7DFA0}" dt="2025-11-07T13:49:33.701" v="1609" actId="790"/>
          <ac:spMkLst>
            <pc:docMk/>
            <pc:sldMk cId="57421688" sldId="747"/>
            <ac:spMk id="6" creationId="{B596263E-9DE3-3F03-8E0B-7376934C9449}"/>
          </ac:spMkLst>
        </pc:spChg>
        <pc:picChg chg="mod">
          <ac:chgData name="Karl Michael Höferl" userId="544d2ce1-0a3b-4706-9dfd-c6d69d0e3c8e" providerId="ADAL" clId="{728816E0-0922-4745-AF12-C87F45E7DFA0}" dt="2025-11-07T13:18:23.697" v="724" actId="1036"/>
          <ac:picMkLst>
            <pc:docMk/>
            <pc:sldMk cId="57421688" sldId="747"/>
            <ac:picMk id="11" creationId="{B940B433-F82A-7B9A-D23E-974323C34591}"/>
          </ac:picMkLst>
        </pc:picChg>
        <pc:picChg chg="mod">
          <ac:chgData name="Karl Michael Höferl" userId="544d2ce1-0a3b-4706-9dfd-c6d69d0e3c8e" providerId="ADAL" clId="{728816E0-0922-4745-AF12-C87F45E7DFA0}" dt="2025-11-07T13:18:23.697" v="724" actId="1036"/>
          <ac:picMkLst>
            <pc:docMk/>
            <pc:sldMk cId="57421688" sldId="747"/>
            <ac:picMk id="12" creationId="{0767B402-A0F4-C4CE-401A-8992C1F5CC75}"/>
          </ac:picMkLst>
        </pc:picChg>
      </pc:sldChg>
      <pc:sldChg chg="addSp delSp modSp add mod ord">
        <pc:chgData name="Karl Michael Höferl" userId="544d2ce1-0a3b-4706-9dfd-c6d69d0e3c8e" providerId="ADAL" clId="{728816E0-0922-4745-AF12-C87F45E7DFA0}" dt="2025-11-07T14:27:45.689" v="1986"/>
        <pc:sldMkLst>
          <pc:docMk/>
          <pc:sldMk cId="2318776512" sldId="748"/>
        </pc:sldMkLst>
        <pc:spChg chg="mod">
          <ac:chgData name="Karl Michael Höferl" userId="544d2ce1-0a3b-4706-9dfd-c6d69d0e3c8e" providerId="ADAL" clId="{728816E0-0922-4745-AF12-C87F45E7DFA0}" dt="2025-11-07T13:49:33.696" v="1602" actId="790"/>
          <ac:spMkLst>
            <pc:docMk/>
            <pc:sldMk cId="2318776512" sldId="748"/>
            <ac:spMk id="2" creationId="{B09B695A-F216-A790-E183-8D9A420069DC}"/>
          </ac:spMkLst>
        </pc:spChg>
        <pc:spChg chg="mod">
          <ac:chgData name="Karl Michael Höferl" userId="544d2ce1-0a3b-4706-9dfd-c6d69d0e3c8e" providerId="ADAL" clId="{728816E0-0922-4745-AF12-C87F45E7DFA0}" dt="2025-11-07T14:27:45.689" v="1986"/>
          <ac:spMkLst>
            <pc:docMk/>
            <pc:sldMk cId="2318776512" sldId="748"/>
            <ac:spMk id="3" creationId="{03E44DB5-C2C7-052C-7B6F-2C2727B53513}"/>
          </ac:spMkLst>
        </pc:spChg>
        <pc:spChg chg="add del mod">
          <ac:chgData name="Karl Michael Höferl" userId="544d2ce1-0a3b-4706-9dfd-c6d69d0e3c8e" providerId="ADAL" clId="{728816E0-0922-4745-AF12-C87F45E7DFA0}" dt="2025-11-07T13:19:53.391" v="749" actId="478"/>
          <ac:spMkLst>
            <pc:docMk/>
            <pc:sldMk cId="2318776512" sldId="748"/>
            <ac:spMk id="4" creationId="{E2B2E367-2E2E-C783-2477-AF3EF4F5F580}"/>
          </ac:spMkLst>
        </pc:spChg>
        <pc:spChg chg="mod">
          <ac:chgData name="Karl Michael Höferl" userId="544d2ce1-0a3b-4706-9dfd-c6d69d0e3c8e" providerId="ADAL" clId="{728816E0-0922-4745-AF12-C87F45E7DFA0}" dt="2025-11-07T13:49:33.697" v="1604" actId="790"/>
          <ac:spMkLst>
            <pc:docMk/>
            <pc:sldMk cId="2318776512" sldId="748"/>
            <ac:spMk id="5" creationId="{CD395DAA-B825-A537-25F3-C89489467BED}"/>
          </ac:spMkLst>
        </pc:spChg>
        <pc:spChg chg="mod">
          <ac:chgData name="Karl Michael Höferl" userId="544d2ce1-0a3b-4706-9dfd-c6d69d0e3c8e" providerId="ADAL" clId="{728816E0-0922-4745-AF12-C87F45E7DFA0}" dt="2025-11-07T13:49:33.698" v="1605" actId="790"/>
          <ac:spMkLst>
            <pc:docMk/>
            <pc:sldMk cId="2318776512" sldId="748"/>
            <ac:spMk id="6" creationId="{B596263E-9DE3-3F03-8E0B-7376934C9449}"/>
          </ac:spMkLst>
        </pc:spChg>
        <pc:picChg chg="mod">
          <ac:chgData name="Karl Michael Höferl" userId="544d2ce1-0a3b-4706-9dfd-c6d69d0e3c8e" providerId="ADAL" clId="{728816E0-0922-4745-AF12-C87F45E7DFA0}" dt="2025-11-07T13:54:38.502" v="1801" actId="1076"/>
          <ac:picMkLst>
            <pc:docMk/>
            <pc:sldMk cId="2318776512" sldId="748"/>
            <ac:picMk id="9" creationId="{06A8EFA6-3E0A-519B-1954-84CAB3A8274C}"/>
          </ac:picMkLst>
        </pc:picChg>
        <pc:picChg chg="del mod">
          <ac:chgData name="Karl Michael Höferl" userId="544d2ce1-0a3b-4706-9dfd-c6d69d0e3c8e" providerId="ADAL" clId="{728816E0-0922-4745-AF12-C87F45E7DFA0}" dt="2025-11-07T13:19:50.630" v="748" actId="478"/>
          <ac:picMkLst>
            <pc:docMk/>
            <pc:sldMk cId="2318776512" sldId="748"/>
            <ac:picMk id="1026" creationId="{47581717-0A36-C079-8BC2-8C2AF22A5FE8}"/>
          </ac:picMkLst>
        </pc:picChg>
      </pc:sldChg>
      <pc:sldChg chg="delSp del mod">
        <pc:chgData name="Karl Michael Höferl" userId="544d2ce1-0a3b-4706-9dfd-c6d69d0e3c8e" providerId="ADAL" clId="{728816E0-0922-4745-AF12-C87F45E7DFA0}" dt="2025-11-07T12:44:03.028" v="50" actId="47"/>
        <pc:sldMkLst>
          <pc:docMk/>
          <pc:sldMk cId="3381070574" sldId="749"/>
        </pc:sldMkLst>
        <pc:spChg chg="del">
          <ac:chgData name="Karl Michael Höferl" userId="544d2ce1-0a3b-4706-9dfd-c6d69d0e3c8e" providerId="ADAL" clId="{728816E0-0922-4745-AF12-C87F45E7DFA0}" dt="2025-11-07T12:43:36.391" v="43" actId="21"/>
          <ac:spMkLst>
            <pc:docMk/>
            <pc:sldMk cId="3381070574" sldId="749"/>
            <ac:spMk id="8" creationId="{5739F676-A53A-FF51-3ECE-44A6BB1F20C8}"/>
          </ac:spMkLst>
        </pc:spChg>
      </pc:sldChg>
      <pc:sldChg chg="modSp mod">
        <pc:chgData name="Karl Michael Höferl" userId="544d2ce1-0a3b-4706-9dfd-c6d69d0e3c8e" providerId="ADAL" clId="{728816E0-0922-4745-AF12-C87F45E7DFA0}" dt="2025-11-07T13:49:33.408" v="1312" actId="790"/>
        <pc:sldMkLst>
          <pc:docMk/>
          <pc:sldMk cId="1366677634" sldId="750"/>
        </pc:sldMkLst>
        <pc:spChg chg="mod">
          <ac:chgData name="Karl Michael Höferl" userId="544d2ce1-0a3b-4706-9dfd-c6d69d0e3c8e" providerId="ADAL" clId="{728816E0-0922-4745-AF12-C87F45E7DFA0}" dt="2025-11-07T13:49:33.403" v="1308" actId="790"/>
          <ac:spMkLst>
            <pc:docMk/>
            <pc:sldMk cId="1366677634" sldId="750"/>
            <ac:spMk id="2" creationId="{74D56BE3-FBBB-68E0-AAC9-58EB25C20C2D}"/>
          </ac:spMkLst>
        </pc:spChg>
        <pc:spChg chg="mod">
          <ac:chgData name="Karl Michael Höferl" userId="544d2ce1-0a3b-4706-9dfd-c6d69d0e3c8e" providerId="ADAL" clId="{728816E0-0922-4745-AF12-C87F45E7DFA0}" dt="2025-11-07T13:49:33.404" v="1309" actId="790"/>
          <ac:spMkLst>
            <pc:docMk/>
            <pc:sldMk cId="1366677634" sldId="750"/>
            <ac:spMk id="3" creationId="{901254B2-A3D2-8FB3-029E-9ECAE02121F6}"/>
          </ac:spMkLst>
        </pc:spChg>
        <pc:spChg chg="mod">
          <ac:chgData name="Karl Michael Höferl" userId="544d2ce1-0a3b-4706-9dfd-c6d69d0e3c8e" providerId="ADAL" clId="{728816E0-0922-4745-AF12-C87F45E7DFA0}" dt="2025-11-07T13:49:33.407" v="1310" actId="790"/>
          <ac:spMkLst>
            <pc:docMk/>
            <pc:sldMk cId="1366677634" sldId="750"/>
            <ac:spMk id="4" creationId="{843DF75A-48F3-9C95-18C9-16CCCA4F826E}"/>
          </ac:spMkLst>
        </pc:spChg>
        <pc:spChg chg="mod">
          <ac:chgData name="Karl Michael Höferl" userId="544d2ce1-0a3b-4706-9dfd-c6d69d0e3c8e" providerId="ADAL" clId="{728816E0-0922-4745-AF12-C87F45E7DFA0}" dt="2025-11-07T13:49:33.407" v="1311" actId="790"/>
          <ac:spMkLst>
            <pc:docMk/>
            <pc:sldMk cId="1366677634" sldId="750"/>
            <ac:spMk id="5" creationId="{821173C3-E002-CE7D-9D59-67D4FB10E22E}"/>
          </ac:spMkLst>
        </pc:spChg>
        <pc:spChg chg="mod">
          <ac:chgData name="Karl Michael Höferl" userId="544d2ce1-0a3b-4706-9dfd-c6d69d0e3c8e" providerId="ADAL" clId="{728816E0-0922-4745-AF12-C87F45E7DFA0}" dt="2025-11-07T13:49:33.408" v="1312" actId="790"/>
          <ac:spMkLst>
            <pc:docMk/>
            <pc:sldMk cId="1366677634" sldId="750"/>
            <ac:spMk id="6" creationId="{8D5797D6-7496-F9FB-3529-4C852CFD950F}"/>
          </ac:spMkLst>
        </pc:spChg>
      </pc:sldChg>
      <pc:sldChg chg="modSp mod">
        <pc:chgData name="Karl Michael Höferl" userId="544d2ce1-0a3b-4706-9dfd-c6d69d0e3c8e" providerId="ADAL" clId="{728816E0-0922-4745-AF12-C87F45E7DFA0}" dt="2025-11-07T13:49:33.396" v="1302" actId="790"/>
        <pc:sldMkLst>
          <pc:docMk/>
          <pc:sldMk cId="891883168" sldId="751"/>
        </pc:sldMkLst>
        <pc:spChg chg="mod">
          <ac:chgData name="Karl Michael Höferl" userId="544d2ce1-0a3b-4706-9dfd-c6d69d0e3c8e" providerId="ADAL" clId="{728816E0-0922-4745-AF12-C87F45E7DFA0}" dt="2025-11-07T13:49:33.392" v="1298" actId="790"/>
          <ac:spMkLst>
            <pc:docMk/>
            <pc:sldMk cId="891883168" sldId="751"/>
            <ac:spMk id="2" creationId="{6347C2D3-C66A-9991-D5C6-297D41665222}"/>
          </ac:spMkLst>
        </pc:spChg>
        <pc:spChg chg="mod">
          <ac:chgData name="Karl Michael Höferl" userId="544d2ce1-0a3b-4706-9dfd-c6d69d0e3c8e" providerId="ADAL" clId="{728816E0-0922-4745-AF12-C87F45E7DFA0}" dt="2025-11-07T13:49:33.394" v="1299" actId="790"/>
          <ac:spMkLst>
            <pc:docMk/>
            <pc:sldMk cId="891883168" sldId="751"/>
            <ac:spMk id="3" creationId="{88030255-163B-EF4A-07AC-9E6A4ED63ADE}"/>
          </ac:spMkLst>
        </pc:spChg>
        <pc:spChg chg="mod">
          <ac:chgData name="Karl Michael Höferl" userId="544d2ce1-0a3b-4706-9dfd-c6d69d0e3c8e" providerId="ADAL" clId="{728816E0-0922-4745-AF12-C87F45E7DFA0}" dt="2025-11-07T13:49:33.395" v="1300" actId="790"/>
          <ac:spMkLst>
            <pc:docMk/>
            <pc:sldMk cId="891883168" sldId="751"/>
            <ac:spMk id="4" creationId="{2D0DDDFA-FA71-BE7C-EF68-36FC26854DD8}"/>
          </ac:spMkLst>
        </pc:spChg>
        <pc:spChg chg="mod">
          <ac:chgData name="Karl Michael Höferl" userId="544d2ce1-0a3b-4706-9dfd-c6d69d0e3c8e" providerId="ADAL" clId="{728816E0-0922-4745-AF12-C87F45E7DFA0}" dt="2025-11-07T13:49:33.395" v="1301" actId="790"/>
          <ac:spMkLst>
            <pc:docMk/>
            <pc:sldMk cId="891883168" sldId="751"/>
            <ac:spMk id="5" creationId="{B5C47264-9480-5B97-AAD5-5A1549608274}"/>
          </ac:spMkLst>
        </pc:spChg>
        <pc:spChg chg="mod">
          <ac:chgData name="Karl Michael Höferl" userId="544d2ce1-0a3b-4706-9dfd-c6d69d0e3c8e" providerId="ADAL" clId="{728816E0-0922-4745-AF12-C87F45E7DFA0}" dt="2025-11-07T13:49:33.396" v="1302" actId="790"/>
          <ac:spMkLst>
            <pc:docMk/>
            <pc:sldMk cId="891883168" sldId="751"/>
            <ac:spMk id="6" creationId="{081240D2-F3FE-6E95-BF70-DFB439F47C43}"/>
          </ac:spMkLst>
        </pc:spChg>
      </pc:sldChg>
      <pc:sldChg chg="modSp del mod">
        <pc:chgData name="Karl Michael Höferl" userId="544d2ce1-0a3b-4706-9dfd-c6d69d0e3c8e" providerId="ADAL" clId="{728816E0-0922-4745-AF12-C87F45E7DFA0}" dt="2025-11-07T14:17:34.559" v="1805" actId="47"/>
        <pc:sldMkLst>
          <pc:docMk/>
          <pc:sldMk cId="2425554362" sldId="752"/>
        </pc:sldMkLst>
        <pc:spChg chg="mod">
          <ac:chgData name="Karl Michael Höferl" userId="544d2ce1-0a3b-4706-9dfd-c6d69d0e3c8e" providerId="ADAL" clId="{728816E0-0922-4745-AF12-C87F45E7DFA0}" dt="2025-11-07T13:49:33.397" v="1303" actId="790"/>
          <ac:spMkLst>
            <pc:docMk/>
            <pc:sldMk cId="2425554362" sldId="752"/>
            <ac:spMk id="2" creationId="{C4EB7E93-75BD-D66C-9FCB-AA29A5C260CB}"/>
          </ac:spMkLst>
        </pc:spChg>
        <pc:spChg chg="mod">
          <ac:chgData name="Karl Michael Höferl" userId="544d2ce1-0a3b-4706-9dfd-c6d69d0e3c8e" providerId="ADAL" clId="{728816E0-0922-4745-AF12-C87F45E7DFA0}" dt="2025-11-07T13:49:33.397" v="1304" actId="790"/>
          <ac:spMkLst>
            <pc:docMk/>
            <pc:sldMk cId="2425554362" sldId="752"/>
            <ac:spMk id="3" creationId="{7063FF6C-E607-4CED-6D03-801DD8B08E77}"/>
          </ac:spMkLst>
        </pc:spChg>
        <pc:spChg chg="mod">
          <ac:chgData name="Karl Michael Höferl" userId="544d2ce1-0a3b-4706-9dfd-c6d69d0e3c8e" providerId="ADAL" clId="{728816E0-0922-4745-AF12-C87F45E7DFA0}" dt="2025-11-07T13:49:33.398" v="1305" actId="790"/>
          <ac:spMkLst>
            <pc:docMk/>
            <pc:sldMk cId="2425554362" sldId="752"/>
            <ac:spMk id="5" creationId="{24CC04A4-EE01-ECFB-3C26-AB24CA005E88}"/>
          </ac:spMkLst>
        </pc:spChg>
        <pc:spChg chg="mod">
          <ac:chgData name="Karl Michael Höferl" userId="544d2ce1-0a3b-4706-9dfd-c6d69d0e3c8e" providerId="ADAL" clId="{728816E0-0922-4745-AF12-C87F45E7DFA0}" dt="2025-11-07T13:49:33.400" v="1306" actId="790"/>
          <ac:spMkLst>
            <pc:docMk/>
            <pc:sldMk cId="2425554362" sldId="752"/>
            <ac:spMk id="6" creationId="{9B91B262-DCA6-1690-E193-8F81A11BC378}"/>
          </ac:spMkLst>
        </pc:spChg>
        <pc:spChg chg="mod">
          <ac:chgData name="Karl Michael Höferl" userId="544d2ce1-0a3b-4706-9dfd-c6d69d0e3c8e" providerId="ADAL" clId="{728816E0-0922-4745-AF12-C87F45E7DFA0}" dt="2025-11-07T13:49:33.401" v="1307"/>
          <ac:spMkLst>
            <pc:docMk/>
            <pc:sldMk cId="2425554362" sldId="752"/>
            <ac:spMk id="15" creationId="{36881862-D637-B8F3-FB83-D3D852B455AC}"/>
          </ac:spMkLst>
        </pc:spChg>
      </pc:sldChg>
      <pc:sldChg chg="modSp mod">
        <pc:chgData name="Karl Michael Höferl" userId="544d2ce1-0a3b-4706-9dfd-c6d69d0e3c8e" providerId="ADAL" clId="{728816E0-0922-4745-AF12-C87F45E7DFA0}" dt="2025-11-07T13:49:33.411" v="1316" actId="790"/>
        <pc:sldMkLst>
          <pc:docMk/>
          <pc:sldMk cId="132594296" sldId="753"/>
        </pc:sldMkLst>
        <pc:spChg chg="mod">
          <ac:chgData name="Karl Michael Höferl" userId="544d2ce1-0a3b-4706-9dfd-c6d69d0e3c8e" providerId="ADAL" clId="{728816E0-0922-4745-AF12-C87F45E7DFA0}" dt="2025-11-07T13:49:33.409" v="1313" actId="790"/>
          <ac:spMkLst>
            <pc:docMk/>
            <pc:sldMk cId="132594296" sldId="753"/>
            <ac:spMk id="2" creationId="{3556EA5E-31C6-9EBA-5569-CD8AAD4037DF}"/>
          </ac:spMkLst>
        </pc:spChg>
        <pc:spChg chg="mod">
          <ac:chgData name="Karl Michael Höferl" userId="544d2ce1-0a3b-4706-9dfd-c6d69d0e3c8e" providerId="ADAL" clId="{728816E0-0922-4745-AF12-C87F45E7DFA0}" dt="2025-11-07T13:49:33.409" v="1314" actId="790"/>
          <ac:spMkLst>
            <pc:docMk/>
            <pc:sldMk cId="132594296" sldId="753"/>
            <ac:spMk id="3" creationId="{07139B97-7F5D-D84A-6BEB-272FD439BD0D}"/>
          </ac:spMkLst>
        </pc:spChg>
        <pc:spChg chg="mod">
          <ac:chgData name="Karl Michael Höferl" userId="544d2ce1-0a3b-4706-9dfd-c6d69d0e3c8e" providerId="ADAL" clId="{728816E0-0922-4745-AF12-C87F45E7DFA0}" dt="2025-11-07T13:49:33.410" v="1315" actId="790"/>
          <ac:spMkLst>
            <pc:docMk/>
            <pc:sldMk cId="132594296" sldId="753"/>
            <ac:spMk id="5" creationId="{F172F849-CA80-A42E-FC4E-F6D63B287EAE}"/>
          </ac:spMkLst>
        </pc:spChg>
        <pc:spChg chg="mod">
          <ac:chgData name="Karl Michael Höferl" userId="544d2ce1-0a3b-4706-9dfd-c6d69d0e3c8e" providerId="ADAL" clId="{728816E0-0922-4745-AF12-C87F45E7DFA0}" dt="2025-11-07T13:49:33.411" v="1316" actId="790"/>
          <ac:spMkLst>
            <pc:docMk/>
            <pc:sldMk cId="132594296" sldId="753"/>
            <ac:spMk id="6" creationId="{6EBD0BB1-FFE2-84D1-DA60-9A23317F9D79}"/>
          </ac:spMkLst>
        </pc:spChg>
      </pc:sldChg>
      <pc:sldChg chg="modSp mod">
        <pc:chgData name="Karl Michael Höferl" userId="544d2ce1-0a3b-4706-9dfd-c6d69d0e3c8e" providerId="ADAL" clId="{728816E0-0922-4745-AF12-C87F45E7DFA0}" dt="2025-11-07T13:49:33.414" v="1320" actId="790"/>
        <pc:sldMkLst>
          <pc:docMk/>
          <pc:sldMk cId="1925381655" sldId="754"/>
        </pc:sldMkLst>
        <pc:spChg chg="mod">
          <ac:chgData name="Karl Michael Höferl" userId="544d2ce1-0a3b-4706-9dfd-c6d69d0e3c8e" providerId="ADAL" clId="{728816E0-0922-4745-AF12-C87F45E7DFA0}" dt="2025-11-07T13:49:33.412" v="1317" actId="790"/>
          <ac:spMkLst>
            <pc:docMk/>
            <pc:sldMk cId="1925381655" sldId="754"/>
            <ac:spMk id="2" creationId="{247188EE-FBD6-702E-0C41-6BE5F53D41D3}"/>
          </ac:spMkLst>
        </pc:spChg>
        <pc:spChg chg="mod">
          <ac:chgData name="Karl Michael Höferl" userId="544d2ce1-0a3b-4706-9dfd-c6d69d0e3c8e" providerId="ADAL" clId="{728816E0-0922-4745-AF12-C87F45E7DFA0}" dt="2025-11-07T13:49:33.412" v="1318" actId="790"/>
          <ac:spMkLst>
            <pc:docMk/>
            <pc:sldMk cId="1925381655" sldId="754"/>
            <ac:spMk id="3" creationId="{1C4AC5EA-7AC5-0F16-3548-C25A6F4CB873}"/>
          </ac:spMkLst>
        </pc:spChg>
        <pc:spChg chg="mod">
          <ac:chgData name="Karl Michael Höferl" userId="544d2ce1-0a3b-4706-9dfd-c6d69d0e3c8e" providerId="ADAL" clId="{728816E0-0922-4745-AF12-C87F45E7DFA0}" dt="2025-11-07T13:49:33.413" v="1319" actId="790"/>
          <ac:spMkLst>
            <pc:docMk/>
            <pc:sldMk cId="1925381655" sldId="754"/>
            <ac:spMk id="5" creationId="{01C41755-0054-8397-D943-2F594416CAB8}"/>
          </ac:spMkLst>
        </pc:spChg>
        <pc:spChg chg="mod">
          <ac:chgData name="Karl Michael Höferl" userId="544d2ce1-0a3b-4706-9dfd-c6d69d0e3c8e" providerId="ADAL" clId="{728816E0-0922-4745-AF12-C87F45E7DFA0}" dt="2025-11-07T13:49:33.414" v="1320" actId="790"/>
          <ac:spMkLst>
            <pc:docMk/>
            <pc:sldMk cId="1925381655" sldId="754"/>
            <ac:spMk id="6" creationId="{2EF7250A-F5B7-223D-3B0F-893B04A3539A}"/>
          </ac:spMkLst>
        </pc:spChg>
      </pc:sldChg>
      <pc:sldChg chg="modSp del mod">
        <pc:chgData name="Karl Michael Höferl" userId="544d2ce1-0a3b-4706-9dfd-c6d69d0e3c8e" providerId="ADAL" clId="{728816E0-0922-4745-AF12-C87F45E7DFA0}" dt="2025-11-07T14:17:48.294" v="1807" actId="47"/>
        <pc:sldMkLst>
          <pc:docMk/>
          <pc:sldMk cId="1233119590" sldId="755"/>
        </pc:sldMkLst>
        <pc:spChg chg="mod">
          <ac:chgData name="Karl Michael Höferl" userId="544d2ce1-0a3b-4706-9dfd-c6d69d0e3c8e" providerId="ADAL" clId="{728816E0-0922-4745-AF12-C87F45E7DFA0}" dt="2025-11-07T13:49:33.415" v="1321" actId="790"/>
          <ac:spMkLst>
            <pc:docMk/>
            <pc:sldMk cId="1233119590" sldId="755"/>
            <ac:spMk id="2" creationId="{224A5388-5F2C-CCBF-D956-0AEE26CD1FF4}"/>
          </ac:spMkLst>
        </pc:spChg>
        <pc:spChg chg="mod">
          <ac:chgData name="Karl Michael Höferl" userId="544d2ce1-0a3b-4706-9dfd-c6d69d0e3c8e" providerId="ADAL" clId="{728816E0-0922-4745-AF12-C87F45E7DFA0}" dt="2025-11-07T13:49:33.415" v="1322" actId="790"/>
          <ac:spMkLst>
            <pc:docMk/>
            <pc:sldMk cId="1233119590" sldId="755"/>
            <ac:spMk id="3" creationId="{A451609A-0D0F-D21D-511B-C89D523704A7}"/>
          </ac:spMkLst>
        </pc:spChg>
        <pc:spChg chg="mod">
          <ac:chgData name="Karl Michael Höferl" userId="544d2ce1-0a3b-4706-9dfd-c6d69d0e3c8e" providerId="ADAL" clId="{728816E0-0922-4745-AF12-C87F45E7DFA0}" dt="2025-11-07T13:49:33.416" v="1323" actId="790"/>
          <ac:spMkLst>
            <pc:docMk/>
            <pc:sldMk cId="1233119590" sldId="755"/>
            <ac:spMk id="5" creationId="{448B9EF8-809F-7E1F-4B40-8488B3682FC6}"/>
          </ac:spMkLst>
        </pc:spChg>
        <pc:spChg chg="mod">
          <ac:chgData name="Karl Michael Höferl" userId="544d2ce1-0a3b-4706-9dfd-c6d69d0e3c8e" providerId="ADAL" clId="{728816E0-0922-4745-AF12-C87F45E7DFA0}" dt="2025-11-07T13:49:33.417" v="1324" actId="790"/>
          <ac:spMkLst>
            <pc:docMk/>
            <pc:sldMk cId="1233119590" sldId="755"/>
            <ac:spMk id="6" creationId="{098ABB02-F46A-A729-D8F8-7A20E9F0E751}"/>
          </ac:spMkLst>
        </pc:spChg>
        <pc:spChg chg="mod">
          <ac:chgData name="Karl Michael Höferl" userId="544d2ce1-0a3b-4706-9dfd-c6d69d0e3c8e" providerId="ADAL" clId="{728816E0-0922-4745-AF12-C87F45E7DFA0}" dt="2025-11-07T13:49:33.417" v="1325" actId="790"/>
          <ac:spMkLst>
            <pc:docMk/>
            <pc:sldMk cId="1233119590" sldId="755"/>
            <ac:spMk id="15" creationId="{7BD59A7B-3A9B-501F-5236-470035703E6A}"/>
          </ac:spMkLst>
        </pc:spChg>
      </pc:sldChg>
      <pc:sldChg chg="del">
        <pc:chgData name="Karl Michael Höferl" userId="544d2ce1-0a3b-4706-9dfd-c6d69d0e3c8e" providerId="ADAL" clId="{728816E0-0922-4745-AF12-C87F45E7DFA0}" dt="2025-11-07T12:41:04.655" v="31" actId="2696"/>
        <pc:sldMkLst>
          <pc:docMk/>
          <pc:sldMk cId="1900200052" sldId="756"/>
        </pc:sldMkLst>
      </pc:sldChg>
      <pc:sldChg chg="modSp add mod">
        <pc:chgData name="Karl Michael Höferl" userId="544d2ce1-0a3b-4706-9dfd-c6d69d0e3c8e" providerId="ADAL" clId="{728816E0-0922-4745-AF12-C87F45E7DFA0}" dt="2025-11-07T13:49:33.538" v="1436" actId="790"/>
        <pc:sldMkLst>
          <pc:docMk/>
          <pc:sldMk cId="4022256568" sldId="756"/>
        </pc:sldMkLst>
        <pc:spChg chg="mod">
          <ac:chgData name="Karl Michael Höferl" userId="544d2ce1-0a3b-4706-9dfd-c6d69d0e3c8e" providerId="ADAL" clId="{728816E0-0922-4745-AF12-C87F45E7DFA0}" dt="2025-11-07T13:49:33.536" v="1433" actId="790"/>
          <ac:spMkLst>
            <pc:docMk/>
            <pc:sldMk cId="4022256568" sldId="756"/>
            <ac:spMk id="2" creationId="{EC3C5DC3-C7FF-33E5-F037-38B53790A2C3}"/>
          </ac:spMkLst>
        </pc:spChg>
        <pc:spChg chg="mod">
          <ac:chgData name="Karl Michael Höferl" userId="544d2ce1-0a3b-4706-9dfd-c6d69d0e3c8e" providerId="ADAL" clId="{728816E0-0922-4745-AF12-C87F45E7DFA0}" dt="2025-11-07T13:49:33.536" v="1434" actId="790"/>
          <ac:spMkLst>
            <pc:docMk/>
            <pc:sldMk cId="4022256568" sldId="756"/>
            <ac:spMk id="3" creationId="{20749751-A9FD-50D4-057B-A8BEBBDA0205}"/>
          </ac:spMkLst>
        </pc:spChg>
        <pc:spChg chg="mod">
          <ac:chgData name="Karl Michael Höferl" userId="544d2ce1-0a3b-4706-9dfd-c6d69d0e3c8e" providerId="ADAL" clId="{728816E0-0922-4745-AF12-C87F45E7DFA0}" dt="2025-11-07T13:49:33.537" v="1435" actId="790"/>
          <ac:spMkLst>
            <pc:docMk/>
            <pc:sldMk cId="4022256568" sldId="756"/>
            <ac:spMk id="5" creationId="{A8E0DF48-7B31-40A7-83EC-EB2FEDB1D4AE}"/>
          </ac:spMkLst>
        </pc:spChg>
        <pc:spChg chg="mod">
          <ac:chgData name="Karl Michael Höferl" userId="544d2ce1-0a3b-4706-9dfd-c6d69d0e3c8e" providerId="ADAL" clId="{728816E0-0922-4745-AF12-C87F45E7DFA0}" dt="2025-11-07T13:49:33.538" v="1436" actId="790"/>
          <ac:spMkLst>
            <pc:docMk/>
            <pc:sldMk cId="4022256568" sldId="756"/>
            <ac:spMk id="6" creationId="{CCE07F3B-B5D8-242C-7EC4-7AAAFC93148C}"/>
          </ac:spMkLst>
        </pc:spChg>
        <pc:picChg chg="mod">
          <ac:chgData name="Karl Michael Höferl" userId="544d2ce1-0a3b-4706-9dfd-c6d69d0e3c8e" providerId="ADAL" clId="{728816E0-0922-4745-AF12-C87F45E7DFA0}" dt="2025-11-07T12:54:26.513" v="570" actId="1037"/>
          <ac:picMkLst>
            <pc:docMk/>
            <pc:sldMk cId="4022256568" sldId="756"/>
            <ac:picMk id="8" creationId="{8E765231-35FB-9538-EECA-E2454B3B65DD}"/>
          </ac:picMkLst>
        </pc:picChg>
        <pc:picChg chg="mod">
          <ac:chgData name="Karl Michael Höferl" userId="544d2ce1-0a3b-4706-9dfd-c6d69d0e3c8e" providerId="ADAL" clId="{728816E0-0922-4745-AF12-C87F45E7DFA0}" dt="2025-11-07T12:54:26.513" v="570" actId="1037"/>
          <ac:picMkLst>
            <pc:docMk/>
            <pc:sldMk cId="4022256568" sldId="756"/>
            <ac:picMk id="12" creationId="{AACDA671-D091-4737-7039-1F203507470A}"/>
          </ac:picMkLst>
        </pc:picChg>
      </pc:sldChg>
      <pc:sldChg chg="modSp mod">
        <pc:chgData name="Karl Michael Höferl" userId="544d2ce1-0a3b-4706-9dfd-c6d69d0e3c8e" providerId="ADAL" clId="{728816E0-0922-4745-AF12-C87F45E7DFA0}" dt="2025-11-07T13:49:33.422" v="1330" actId="790"/>
        <pc:sldMkLst>
          <pc:docMk/>
          <pc:sldMk cId="2669962403" sldId="757"/>
        </pc:sldMkLst>
        <pc:spChg chg="mod">
          <ac:chgData name="Karl Michael Höferl" userId="544d2ce1-0a3b-4706-9dfd-c6d69d0e3c8e" providerId="ADAL" clId="{728816E0-0922-4745-AF12-C87F45E7DFA0}" dt="2025-11-07T13:49:33.418" v="1326" actId="790"/>
          <ac:spMkLst>
            <pc:docMk/>
            <pc:sldMk cId="2669962403" sldId="757"/>
            <ac:spMk id="2" creationId="{051A3722-4724-79CF-3633-171B49DFEDAB}"/>
          </ac:spMkLst>
        </pc:spChg>
        <pc:spChg chg="mod">
          <ac:chgData name="Karl Michael Höferl" userId="544d2ce1-0a3b-4706-9dfd-c6d69d0e3c8e" providerId="ADAL" clId="{728816E0-0922-4745-AF12-C87F45E7DFA0}" dt="2025-11-07T13:49:33.419" v="1327" actId="790"/>
          <ac:spMkLst>
            <pc:docMk/>
            <pc:sldMk cId="2669962403" sldId="757"/>
            <ac:spMk id="3" creationId="{A6514597-B85E-CF0E-7658-9DE9BCD59D0A}"/>
          </ac:spMkLst>
        </pc:spChg>
        <pc:spChg chg="mod">
          <ac:chgData name="Karl Michael Höferl" userId="544d2ce1-0a3b-4706-9dfd-c6d69d0e3c8e" providerId="ADAL" clId="{728816E0-0922-4745-AF12-C87F45E7DFA0}" dt="2025-11-07T13:49:33.420" v="1328" actId="790"/>
          <ac:spMkLst>
            <pc:docMk/>
            <pc:sldMk cId="2669962403" sldId="757"/>
            <ac:spMk id="4" creationId="{D64520BB-998E-4BED-BE23-1EE77FAD53DF}"/>
          </ac:spMkLst>
        </pc:spChg>
        <pc:spChg chg="mod">
          <ac:chgData name="Karl Michael Höferl" userId="544d2ce1-0a3b-4706-9dfd-c6d69d0e3c8e" providerId="ADAL" clId="{728816E0-0922-4745-AF12-C87F45E7DFA0}" dt="2025-11-07T13:49:33.421" v="1329" actId="790"/>
          <ac:spMkLst>
            <pc:docMk/>
            <pc:sldMk cId="2669962403" sldId="757"/>
            <ac:spMk id="5" creationId="{2B7ADC1E-A02F-D37F-D168-1344D69E6FDA}"/>
          </ac:spMkLst>
        </pc:spChg>
        <pc:spChg chg="mod">
          <ac:chgData name="Karl Michael Höferl" userId="544d2ce1-0a3b-4706-9dfd-c6d69d0e3c8e" providerId="ADAL" clId="{728816E0-0922-4745-AF12-C87F45E7DFA0}" dt="2025-11-07T13:49:33.422" v="1330" actId="790"/>
          <ac:spMkLst>
            <pc:docMk/>
            <pc:sldMk cId="2669962403" sldId="757"/>
            <ac:spMk id="6" creationId="{64A52B0C-7A0C-D5DF-7C74-C67475F0F7FC}"/>
          </ac:spMkLst>
        </pc:spChg>
      </pc:sldChg>
      <pc:sldChg chg="modSp del mod">
        <pc:chgData name="Karl Michael Höferl" userId="544d2ce1-0a3b-4706-9dfd-c6d69d0e3c8e" providerId="ADAL" clId="{728816E0-0922-4745-AF12-C87F45E7DFA0}" dt="2025-11-07T14:18:00.039" v="1809" actId="47"/>
        <pc:sldMkLst>
          <pc:docMk/>
          <pc:sldMk cId="1886510246" sldId="758"/>
        </pc:sldMkLst>
        <pc:spChg chg="mod">
          <ac:chgData name="Karl Michael Höferl" userId="544d2ce1-0a3b-4706-9dfd-c6d69d0e3c8e" providerId="ADAL" clId="{728816E0-0922-4745-AF12-C87F45E7DFA0}" dt="2025-11-07T13:49:33.422" v="1331" actId="790"/>
          <ac:spMkLst>
            <pc:docMk/>
            <pc:sldMk cId="1886510246" sldId="758"/>
            <ac:spMk id="2" creationId="{8D31966C-CC0D-0C25-6653-98BB2985D409}"/>
          </ac:spMkLst>
        </pc:spChg>
        <pc:spChg chg="mod">
          <ac:chgData name="Karl Michael Höferl" userId="544d2ce1-0a3b-4706-9dfd-c6d69d0e3c8e" providerId="ADAL" clId="{728816E0-0922-4745-AF12-C87F45E7DFA0}" dt="2025-11-07T13:49:33.424" v="1332" actId="790"/>
          <ac:spMkLst>
            <pc:docMk/>
            <pc:sldMk cId="1886510246" sldId="758"/>
            <ac:spMk id="3" creationId="{E477EE03-09A2-2926-0425-478B4C476EE9}"/>
          </ac:spMkLst>
        </pc:spChg>
        <pc:spChg chg="mod">
          <ac:chgData name="Karl Michael Höferl" userId="544d2ce1-0a3b-4706-9dfd-c6d69d0e3c8e" providerId="ADAL" clId="{728816E0-0922-4745-AF12-C87F45E7DFA0}" dt="2025-11-07T13:49:33.425" v="1333" actId="790"/>
          <ac:spMkLst>
            <pc:docMk/>
            <pc:sldMk cId="1886510246" sldId="758"/>
            <ac:spMk id="5" creationId="{64CCAC03-FE57-6C52-261D-3A4D5DE0103C}"/>
          </ac:spMkLst>
        </pc:spChg>
        <pc:spChg chg="mod">
          <ac:chgData name="Karl Michael Höferl" userId="544d2ce1-0a3b-4706-9dfd-c6d69d0e3c8e" providerId="ADAL" clId="{728816E0-0922-4745-AF12-C87F45E7DFA0}" dt="2025-11-07T13:49:33.426" v="1334" actId="790"/>
          <ac:spMkLst>
            <pc:docMk/>
            <pc:sldMk cId="1886510246" sldId="758"/>
            <ac:spMk id="6" creationId="{AB76A707-852B-B220-8985-6B6D2B9124BD}"/>
          </ac:spMkLst>
        </pc:spChg>
        <pc:spChg chg="mod">
          <ac:chgData name="Karl Michael Höferl" userId="544d2ce1-0a3b-4706-9dfd-c6d69d0e3c8e" providerId="ADAL" clId="{728816E0-0922-4745-AF12-C87F45E7DFA0}" dt="2025-11-07T13:49:33.426" v="1335" actId="790"/>
          <ac:spMkLst>
            <pc:docMk/>
            <pc:sldMk cId="1886510246" sldId="758"/>
            <ac:spMk id="15" creationId="{75E2FEBC-026E-CC8C-1E48-0CE196C62336}"/>
          </ac:spMkLst>
        </pc:spChg>
      </pc:sldChg>
      <pc:sldChg chg="addSp delSp modSp mod">
        <pc:chgData name="Karl Michael Höferl" userId="544d2ce1-0a3b-4706-9dfd-c6d69d0e3c8e" providerId="ADAL" clId="{728816E0-0922-4745-AF12-C87F45E7DFA0}" dt="2025-11-07T13:49:33.430" v="1339" actId="790"/>
        <pc:sldMkLst>
          <pc:docMk/>
          <pc:sldMk cId="2173507218" sldId="759"/>
        </pc:sldMkLst>
        <pc:spChg chg="mod">
          <ac:chgData name="Karl Michael Höferl" userId="544d2ce1-0a3b-4706-9dfd-c6d69d0e3c8e" providerId="ADAL" clId="{728816E0-0922-4745-AF12-C87F45E7DFA0}" dt="2025-11-07T13:49:33.427" v="1336" actId="790"/>
          <ac:spMkLst>
            <pc:docMk/>
            <pc:sldMk cId="2173507218" sldId="759"/>
            <ac:spMk id="2" creationId="{224FD2FD-86CB-C573-21A3-AD6393FAFD7B}"/>
          </ac:spMkLst>
        </pc:spChg>
        <pc:spChg chg="mod">
          <ac:chgData name="Karl Michael Höferl" userId="544d2ce1-0a3b-4706-9dfd-c6d69d0e3c8e" providerId="ADAL" clId="{728816E0-0922-4745-AF12-C87F45E7DFA0}" dt="2025-11-07T13:49:33.429" v="1337" actId="790"/>
          <ac:spMkLst>
            <pc:docMk/>
            <pc:sldMk cId="2173507218" sldId="759"/>
            <ac:spMk id="3" creationId="{D29D2F8F-E682-DC9E-A160-D6452989CC34}"/>
          </ac:spMkLst>
        </pc:spChg>
        <pc:spChg chg="add del mod">
          <ac:chgData name="Karl Michael Höferl" userId="544d2ce1-0a3b-4706-9dfd-c6d69d0e3c8e" providerId="ADAL" clId="{728816E0-0922-4745-AF12-C87F45E7DFA0}" dt="2025-11-07T12:47:34.160" v="118" actId="478"/>
          <ac:spMkLst>
            <pc:docMk/>
            <pc:sldMk cId="2173507218" sldId="759"/>
            <ac:spMk id="4" creationId="{8110C053-1747-CC5D-D11E-72253740A541}"/>
          </ac:spMkLst>
        </pc:spChg>
        <pc:spChg chg="mod">
          <ac:chgData name="Karl Michael Höferl" userId="544d2ce1-0a3b-4706-9dfd-c6d69d0e3c8e" providerId="ADAL" clId="{728816E0-0922-4745-AF12-C87F45E7DFA0}" dt="2025-11-07T13:49:33.430" v="1338" actId="790"/>
          <ac:spMkLst>
            <pc:docMk/>
            <pc:sldMk cId="2173507218" sldId="759"/>
            <ac:spMk id="5" creationId="{6EDDE79E-EB36-B89E-C872-066B50825665}"/>
          </ac:spMkLst>
        </pc:spChg>
        <pc:spChg chg="mod">
          <ac:chgData name="Karl Michael Höferl" userId="544d2ce1-0a3b-4706-9dfd-c6d69d0e3c8e" providerId="ADAL" clId="{728816E0-0922-4745-AF12-C87F45E7DFA0}" dt="2025-11-07T13:49:33.430" v="1339" actId="790"/>
          <ac:spMkLst>
            <pc:docMk/>
            <pc:sldMk cId="2173507218" sldId="759"/>
            <ac:spMk id="6" creationId="{68C22269-3276-8ABB-5ABA-D204C9D19ECA}"/>
          </ac:spMkLst>
        </pc:spChg>
        <pc:picChg chg="mod">
          <ac:chgData name="Karl Michael Höferl" userId="544d2ce1-0a3b-4706-9dfd-c6d69d0e3c8e" providerId="ADAL" clId="{728816E0-0922-4745-AF12-C87F45E7DFA0}" dt="2025-11-07T12:46:54.045" v="111" actId="1076"/>
          <ac:picMkLst>
            <pc:docMk/>
            <pc:sldMk cId="2173507218" sldId="759"/>
            <ac:picMk id="8" creationId="{A4611DC3-8E77-C5EC-E673-27650D622D2E}"/>
          </ac:picMkLst>
        </pc:picChg>
      </pc:sldChg>
      <pc:sldChg chg="modSp mod">
        <pc:chgData name="Karl Michael Höferl" userId="544d2ce1-0a3b-4706-9dfd-c6d69d0e3c8e" providerId="ADAL" clId="{728816E0-0922-4745-AF12-C87F45E7DFA0}" dt="2025-11-07T13:49:33.445" v="1354" actId="790"/>
        <pc:sldMkLst>
          <pc:docMk/>
          <pc:sldMk cId="1165692184" sldId="760"/>
        </pc:sldMkLst>
        <pc:spChg chg="mod">
          <ac:chgData name="Karl Michael Höferl" userId="544d2ce1-0a3b-4706-9dfd-c6d69d0e3c8e" providerId="ADAL" clId="{728816E0-0922-4745-AF12-C87F45E7DFA0}" dt="2025-11-07T13:49:33.439" v="1350" actId="790"/>
          <ac:spMkLst>
            <pc:docMk/>
            <pc:sldMk cId="1165692184" sldId="760"/>
            <ac:spMk id="2" creationId="{319135D0-683E-74AF-F57B-5D34CC3904EF}"/>
          </ac:spMkLst>
        </pc:spChg>
        <pc:spChg chg="mod">
          <ac:chgData name="Karl Michael Höferl" userId="544d2ce1-0a3b-4706-9dfd-c6d69d0e3c8e" providerId="ADAL" clId="{728816E0-0922-4745-AF12-C87F45E7DFA0}" dt="2025-11-07T13:49:33.440" v="1351" actId="790"/>
          <ac:spMkLst>
            <pc:docMk/>
            <pc:sldMk cId="1165692184" sldId="760"/>
            <ac:spMk id="3" creationId="{5357A31A-F022-C1A5-3937-C9F6F756EBDC}"/>
          </ac:spMkLst>
        </pc:spChg>
        <pc:spChg chg="mod">
          <ac:chgData name="Karl Michael Höferl" userId="544d2ce1-0a3b-4706-9dfd-c6d69d0e3c8e" providerId="ADAL" clId="{728816E0-0922-4745-AF12-C87F45E7DFA0}" dt="2025-11-07T13:49:33.443" v="1352" actId="790"/>
          <ac:spMkLst>
            <pc:docMk/>
            <pc:sldMk cId="1165692184" sldId="760"/>
            <ac:spMk id="4" creationId="{FFB1DA1F-A1A8-85D7-A770-B1A4C6A10FD8}"/>
          </ac:spMkLst>
        </pc:spChg>
        <pc:spChg chg="mod">
          <ac:chgData name="Karl Michael Höferl" userId="544d2ce1-0a3b-4706-9dfd-c6d69d0e3c8e" providerId="ADAL" clId="{728816E0-0922-4745-AF12-C87F45E7DFA0}" dt="2025-11-07T13:49:33.444" v="1353" actId="790"/>
          <ac:spMkLst>
            <pc:docMk/>
            <pc:sldMk cId="1165692184" sldId="760"/>
            <ac:spMk id="5" creationId="{4DA87D0B-FF26-0D43-3156-90A8CAF9AF53}"/>
          </ac:spMkLst>
        </pc:spChg>
        <pc:spChg chg="mod">
          <ac:chgData name="Karl Michael Höferl" userId="544d2ce1-0a3b-4706-9dfd-c6d69d0e3c8e" providerId="ADAL" clId="{728816E0-0922-4745-AF12-C87F45E7DFA0}" dt="2025-11-07T13:49:33.445" v="1354" actId="790"/>
          <ac:spMkLst>
            <pc:docMk/>
            <pc:sldMk cId="1165692184" sldId="760"/>
            <ac:spMk id="6" creationId="{179C12F2-B498-291B-CC64-D9DE05F350E7}"/>
          </ac:spMkLst>
        </pc:spChg>
      </pc:sldChg>
      <pc:sldChg chg="modSp mod">
        <pc:chgData name="Karl Michael Höferl" userId="544d2ce1-0a3b-4706-9dfd-c6d69d0e3c8e" providerId="ADAL" clId="{728816E0-0922-4745-AF12-C87F45E7DFA0}" dt="2025-11-07T13:49:33.471" v="1363"/>
        <pc:sldMkLst>
          <pc:docMk/>
          <pc:sldMk cId="2267696658" sldId="761"/>
        </pc:sldMkLst>
        <pc:spChg chg="mod">
          <ac:chgData name="Karl Michael Höferl" userId="544d2ce1-0a3b-4706-9dfd-c6d69d0e3c8e" providerId="ADAL" clId="{728816E0-0922-4745-AF12-C87F45E7DFA0}" dt="2025-11-07T13:49:33.446" v="1355" actId="790"/>
          <ac:spMkLst>
            <pc:docMk/>
            <pc:sldMk cId="2267696658" sldId="761"/>
            <ac:spMk id="2" creationId="{B5F415E1-5F7A-25A4-ACF2-C7110AAF42F2}"/>
          </ac:spMkLst>
        </pc:spChg>
        <pc:spChg chg="mod">
          <ac:chgData name="Karl Michael Höferl" userId="544d2ce1-0a3b-4706-9dfd-c6d69d0e3c8e" providerId="ADAL" clId="{728816E0-0922-4745-AF12-C87F45E7DFA0}" dt="2025-11-07T13:49:33.446" v="1356" actId="790"/>
          <ac:spMkLst>
            <pc:docMk/>
            <pc:sldMk cId="2267696658" sldId="761"/>
            <ac:spMk id="3" creationId="{A8E3C299-5F5C-778B-FEFF-802DD4FB466C}"/>
          </ac:spMkLst>
        </pc:spChg>
        <pc:spChg chg="mod">
          <ac:chgData name="Karl Michael Höferl" userId="544d2ce1-0a3b-4706-9dfd-c6d69d0e3c8e" providerId="ADAL" clId="{728816E0-0922-4745-AF12-C87F45E7DFA0}" dt="2025-11-07T13:49:33.466" v="1357" actId="790"/>
          <ac:spMkLst>
            <pc:docMk/>
            <pc:sldMk cId="2267696658" sldId="761"/>
            <ac:spMk id="4" creationId="{C434A017-3216-5CE0-0F1C-A9CBCE536FAE}"/>
          </ac:spMkLst>
        </pc:spChg>
        <pc:spChg chg="mod">
          <ac:chgData name="Karl Michael Höferl" userId="544d2ce1-0a3b-4706-9dfd-c6d69d0e3c8e" providerId="ADAL" clId="{728816E0-0922-4745-AF12-C87F45E7DFA0}" dt="2025-11-07T13:49:33.467" v="1358" actId="790"/>
          <ac:spMkLst>
            <pc:docMk/>
            <pc:sldMk cId="2267696658" sldId="761"/>
            <ac:spMk id="5" creationId="{81E3C16B-1800-F75B-649E-2A76C0D6EA23}"/>
          </ac:spMkLst>
        </pc:spChg>
        <pc:spChg chg="mod">
          <ac:chgData name="Karl Michael Höferl" userId="544d2ce1-0a3b-4706-9dfd-c6d69d0e3c8e" providerId="ADAL" clId="{728816E0-0922-4745-AF12-C87F45E7DFA0}" dt="2025-11-07T13:49:33.469" v="1359" actId="790"/>
          <ac:spMkLst>
            <pc:docMk/>
            <pc:sldMk cId="2267696658" sldId="761"/>
            <ac:spMk id="6" creationId="{FF951F4C-020E-AA63-4155-1FD7B4831C6B}"/>
          </ac:spMkLst>
        </pc:spChg>
        <pc:spChg chg="mod">
          <ac:chgData name="Karl Michael Höferl" userId="544d2ce1-0a3b-4706-9dfd-c6d69d0e3c8e" providerId="ADAL" clId="{728816E0-0922-4745-AF12-C87F45E7DFA0}" dt="2025-11-07T13:49:33.469" v="1360"/>
          <ac:spMkLst>
            <pc:docMk/>
            <pc:sldMk cId="2267696658" sldId="761"/>
            <ac:spMk id="7" creationId="{534ACEEF-4370-FCEF-DB48-E3FF1375376F}"/>
          </ac:spMkLst>
        </pc:spChg>
        <pc:spChg chg="mod">
          <ac:chgData name="Karl Michael Höferl" userId="544d2ce1-0a3b-4706-9dfd-c6d69d0e3c8e" providerId="ADAL" clId="{728816E0-0922-4745-AF12-C87F45E7DFA0}" dt="2025-11-07T13:49:33.470" v="1361"/>
          <ac:spMkLst>
            <pc:docMk/>
            <pc:sldMk cId="2267696658" sldId="761"/>
            <ac:spMk id="8" creationId="{CAE91D12-604D-42EE-85C6-98B33AF42EC1}"/>
          </ac:spMkLst>
        </pc:spChg>
        <pc:spChg chg="mod">
          <ac:chgData name="Karl Michael Höferl" userId="544d2ce1-0a3b-4706-9dfd-c6d69d0e3c8e" providerId="ADAL" clId="{728816E0-0922-4745-AF12-C87F45E7DFA0}" dt="2025-11-07T13:49:33.470" v="1362"/>
          <ac:spMkLst>
            <pc:docMk/>
            <pc:sldMk cId="2267696658" sldId="761"/>
            <ac:spMk id="9" creationId="{221013AB-753A-7F59-44CA-02276C629171}"/>
          </ac:spMkLst>
        </pc:spChg>
        <pc:spChg chg="mod">
          <ac:chgData name="Karl Michael Höferl" userId="544d2ce1-0a3b-4706-9dfd-c6d69d0e3c8e" providerId="ADAL" clId="{728816E0-0922-4745-AF12-C87F45E7DFA0}" dt="2025-11-07T13:49:33.471" v="1363"/>
          <ac:spMkLst>
            <pc:docMk/>
            <pc:sldMk cId="2267696658" sldId="761"/>
            <ac:spMk id="10" creationId="{665EEA2D-1D6D-47C3-61B1-4FF8F7A2F66C}"/>
          </ac:spMkLst>
        </pc:spChg>
      </pc:sldChg>
      <pc:sldChg chg="modSp mod">
        <pc:chgData name="Karl Michael Höferl" userId="544d2ce1-0a3b-4706-9dfd-c6d69d0e3c8e" providerId="ADAL" clId="{728816E0-0922-4745-AF12-C87F45E7DFA0}" dt="2025-11-07T13:49:33.481" v="1375" actId="790"/>
        <pc:sldMkLst>
          <pc:docMk/>
          <pc:sldMk cId="1108537631" sldId="762"/>
        </pc:sldMkLst>
        <pc:spChg chg="mod">
          <ac:chgData name="Karl Michael Höferl" userId="544d2ce1-0a3b-4706-9dfd-c6d69d0e3c8e" providerId="ADAL" clId="{728816E0-0922-4745-AF12-C87F45E7DFA0}" dt="2025-11-07T13:49:33.472" v="1364" actId="790"/>
          <ac:spMkLst>
            <pc:docMk/>
            <pc:sldMk cId="1108537631" sldId="762"/>
            <ac:spMk id="2" creationId="{E340732E-DD97-82BB-39E5-4C65B9E25907}"/>
          </ac:spMkLst>
        </pc:spChg>
        <pc:spChg chg="mod">
          <ac:chgData name="Karl Michael Höferl" userId="544d2ce1-0a3b-4706-9dfd-c6d69d0e3c8e" providerId="ADAL" clId="{728816E0-0922-4745-AF12-C87F45E7DFA0}" dt="2025-11-07T13:49:33.472" v="1365" actId="790"/>
          <ac:spMkLst>
            <pc:docMk/>
            <pc:sldMk cId="1108537631" sldId="762"/>
            <ac:spMk id="3" creationId="{646DC605-D606-FCCA-CA03-3521B1D6FD83}"/>
          </ac:spMkLst>
        </pc:spChg>
        <pc:spChg chg="mod">
          <ac:chgData name="Karl Michael Höferl" userId="544d2ce1-0a3b-4706-9dfd-c6d69d0e3c8e" providerId="ADAL" clId="{728816E0-0922-4745-AF12-C87F45E7DFA0}" dt="2025-11-07T13:49:33.475" v="1366" actId="790"/>
          <ac:spMkLst>
            <pc:docMk/>
            <pc:sldMk cId="1108537631" sldId="762"/>
            <ac:spMk id="4" creationId="{79DA9D92-4375-2A29-716A-E9C2457D7C9A}"/>
          </ac:spMkLst>
        </pc:spChg>
        <pc:spChg chg="mod">
          <ac:chgData name="Karl Michael Höferl" userId="544d2ce1-0a3b-4706-9dfd-c6d69d0e3c8e" providerId="ADAL" clId="{728816E0-0922-4745-AF12-C87F45E7DFA0}" dt="2025-11-07T13:49:33.476" v="1367" actId="790"/>
          <ac:spMkLst>
            <pc:docMk/>
            <pc:sldMk cId="1108537631" sldId="762"/>
            <ac:spMk id="5" creationId="{3589AF34-925E-E4FE-04EE-19077E644639}"/>
          </ac:spMkLst>
        </pc:spChg>
        <pc:spChg chg="mod">
          <ac:chgData name="Karl Michael Höferl" userId="544d2ce1-0a3b-4706-9dfd-c6d69d0e3c8e" providerId="ADAL" clId="{728816E0-0922-4745-AF12-C87F45E7DFA0}" dt="2025-11-07T13:49:33.477" v="1368" actId="790"/>
          <ac:spMkLst>
            <pc:docMk/>
            <pc:sldMk cId="1108537631" sldId="762"/>
            <ac:spMk id="6" creationId="{3E881A19-46C7-6471-00CE-51C8784D6F0B}"/>
          </ac:spMkLst>
        </pc:spChg>
        <pc:spChg chg="mod">
          <ac:chgData name="Karl Michael Höferl" userId="544d2ce1-0a3b-4706-9dfd-c6d69d0e3c8e" providerId="ADAL" clId="{728816E0-0922-4745-AF12-C87F45E7DFA0}" dt="2025-11-07T13:49:33.477" v="1369"/>
          <ac:spMkLst>
            <pc:docMk/>
            <pc:sldMk cId="1108537631" sldId="762"/>
            <ac:spMk id="7" creationId="{08F5DD14-E916-8AA4-7819-21F8400F5686}"/>
          </ac:spMkLst>
        </pc:spChg>
        <pc:spChg chg="mod">
          <ac:chgData name="Karl Michael Höferl" userId="544d2ce1-0a3b-4706-9dfd-c6d69d0e3c8e" providerId="ADAL" clId="{728816E0-0922-4745-AF12-C87F45E7DFA0}" dt="2025-11-07T13:49:33.478" v="1370"/>
          <ac:spMkLst>
            <pc:docMk/>
            <pc:sldMk cId="1108537631" sldId="762"/>
            <ac:spMk id="8" creationId="{284DBC75-25F2-1D32-A86A-2D383E190B1C}"/>
          </ac:spMkLst>
        </pc:spChg>
        <pc:spChg chg="mod">
          <ac:chgData name="Karl Michael Höferl" userId="544d2ce1-0a3b-4706-9dfd-c6d69d0e3c8e" providerId="ADAL" clId="{728816E0-0922-4745-AF12-C87F45E7DFA0}" dt="2025-11-07T13:49:33.478" v="1371"/>
          <ac:spMkLst>
            <pc:docMk/>
            <pc:sldMk cId="1108537631" sldId="762"/>
            <ac:spMk id="9" creationId="{75B95890-5B24-8871-4DD1-0FC54BD1BD22}"/>
          </ac:spMkLst>
        </pc:spChg>
        <pc:spChg chg="mod">
          <ac:chgData name="Karl Michael Höferl" userId="544d2ce1-0a3b-4706-9dfd-c6d69d0e3c8e" providerId="ADAL" clId="{728816E0-0922-4745-AF12-C87F45E7DFA0}" dt="2025-11-07T13:49:33.479" v="1372"/>
          <ac:spMkLst>
            <pc:docMk/>
            <pc:sldMk cId="1108537631" sldId="762"/>
            <ac:spMk id="10" creationId="{195ED7E6-655F-66D6-379F-7461822ACFCA}"/>
          </ac:spMkLst>
        </pc:spChg>
        <pc:spChg chg="mod">
          <ac:chgData name="Karl Michael Höferl" userId="544d2ce1-0a3b-4706-9dfd-c6d69d0e3c8e" providerId="ADAL" clId="{728816E0-0922-4745-AF12-C87F45E7DFA0}" dt="2025-11-07T13:49:33.479" v="1373" actId="790"/>
          <ac:spMkLst>
            <pc:docMk/>
            <pc:sldMk cId="1108537631" sldId="762"/>
            <ac:spMk id="11" creationId="{13C20A5B-AFE2-6B2B-9208-7E2C67827159}"/>
          </ac:spMkLst>
        </pc:spChg>
        <pc:spChg chg="mod">
          <ac:chgData name="Karl Michael Höferl" userId="544d2ce1-0a3b-4706-9dfd-c6d69d0e3c8e" providerId="ADAL" clId="{728816E0-0922-4745-AF12-C87F45E7DFA0}" dt="2025-11-07T13:49:33.480" v="1374" actId="790"/>
          <ac:spMkLst>
            <pc:docMk/>
            <pc:sldMk cId="1108537631" sldId="762"/>
            <ac:spMk id="12" creationId="{99FC6F31-AB6C-CCB3-A961-309063FCE5D4}"/>
          </ac:spMkLst>
        </pc:spChg>
        <pc:spChg chg="mod">
          <ac:chgData name="Karl Michael Höferl" userId="544d2ce1-0a3b-4706-9dfd-c6d69d0e3c8e" providerId="ADAL" clId="{728816E0-0922-4745-AF12-C87F45E7DFA0}" dt="2025-11-07T13:49:33.481" v="1375" actId="790"/>
          <ac:spMkLst>
            <pc:docMk/>
            <pc:sldMk cId="1108537631" sldId="762"/>
            <ac:spMk id="14" creationId="{559C9D1B-CC63-D40C-FAE9-DA4C0C57CFBB}"/>
          </ac:spMkLst>
        </pc:spChg>
      </pc:sldChg>
      <pc:sldChg chg="modSp mod">
        <pc:chgData name="Karl Michael Höferl" userId="544d2ce1-0a3b-4706-9dfd-c6d69d0e3c8e" providerId="ADAL" clId="{728816E0-0922-4745-AF12-C87F45E7DFA0}" dt="2025-11-07T13:49:33.488" v="1380" actId="790"/>
        <pc:sldMkLst>
          <pc:docMk/>
          <pc:sldMk cId="3710087506" sldId="763"/>
        </pc:sldMkLst>
        <pc:spChg chg="mod">
          <ac:chgData name="Karl Michael Höferl" userId="544d2ce1-0a3b-4706-9dfd-c6d69d0e3c8e" providerId="ADAL" clId="{728816E0-0922-4745-AF12-C87F45E7DFA0}" dt="2025-11-07T13:49:33.482" v="1376" actId="790"/>
          <ac:spMkLst>
            <pc:docMk/>
            <pc:sldMk cId="3710087506" sldId="763"/>
            <ac:spMk id="2" creationId="{963D9E4B-1623-D475-3268-D4549BBFDCA9}"/>
          </ac:spMkLst>
        </pc:spChg>
        <pc:spChg chg="mod">
          <ac:chgData name="Karl Michael Höferl" userId="544d2ce1-0a3b-4706-9dfd-c6d69d0e3c8e" providerId="ADAL" clId="{728816E0-0922-4745-AF12-C87F45E7DFA0}" dt="2025-11-07T13:49:33.482" v="1377" actId="790"/>
          <ac:spMkLst>
            <pc:docMk/>
            <pc:sldMk cId="3710087506" sldId="763"/>
            <ac:spMk id="3" creationId="{87FD1B83-BC82-6D31-FA1F-2E6D0DEEABD9}"/>
          </ac:spMkLst>
        </pc:spChg>
        <pc:spChg chg="mod">
          <ac:chgData name="Karl Michael Höferl" userId="544d2ce1-0a3b-4706-9dfd-c6d69d0e3c8e" providerId="ADAL" clId="{728816E0-0922-4745-AF12-C87F45E7DFA0}" dt="2025-11-07T13:49:33.487" v="1378" actId="790"/>
          <ac:spMkLst>
            <pc:docMk/>
            <pc:sldMk cId="3710087506" sldId="763"/>
            <ac:spMk id="4" creationId="{37FF909F-E709-0A23-DBD7-18B55FA83D2A}"/>
          </ac:spMkLst>
        </pc:spChg>
        <pc:spChg chg="mod">
          <ac:chgData name="Karl Michael Höferl" userId="544d2ce1-0a3b-4706-9dfd-c6d69d0e3c8e" providerId="ADAL" clId="{728816E0-0922-4745-AF12-C87F45E7DFA0}" dt="2025-11-07T13:49:33.487" v="1379" actId="790"/>
          <ac:spMkLst>
            <pc:docMk/>
            <pc:sldMk cId="3710087506" sldId="763"/>
            <ac:spMk id="5" creationId="{AD04B75A-C7F7-7D9A-37F0-4FAD29599CFE}"/>
          </ac:spMkLst>
        </pc:spChg>
        <pc:spChg chg="mod">
          <ac:chgData name="Karl Michael Höferl" userId="544d2ce1-0a3b-4706-9dfd-c6d69d0e3c8e" providerId="ADAL" clId="{728816E0-0922-4745-AF12-C87F45E7DFA0}" dt="2025-11-07T13:49:33.488" v="1380" actId="790"/>
          <ac:spMkLst>
            <pc:docMk/>
            <pc:sldMk cId="3710087506" sldId="763"/>
            <ac:spMk id="6" creationId="{A19DB931-E94D-63C2-85CE-8F25AB9BB729}"/>
          </ac:spMkLst>
        </pc:spChg>
      </pc:sldChg>
      <pc:sldChg chg="modSp mod">
        <pc:chgData name="Karl Michael Höferl" userId="544d2ce1-0a3b-4706-9dfd-c6d69d0e3c8e" providerId="ADAL" clId="{728816E0-0922-4745-AF12-C87F45E7DFA0}" dt="2025-11-07T13:49:33.494" v="1385" actId="790"/>
        <pc:sldMkLst>
          <pc:docMk/>
          <pc:sldMk cId="1633400076" sldId="764"/>
        </pc:sldMkLst>
        <pc:spChg chg="mod">
          <ac:chgData name="Karl Michael Höferl" userId="544d2ce1-0a3b-4706-9dfd-c6d69d0e3c8e" providerId="ADAL" clId="{728816E0-0922-4745-AF12-C87F45E7DFA0}" dt="2025-11-07T13:49:33.489" v="1381" actId="790"/>
          <ac:spMkLst>
            <pc:docMk/>
            <pc:sldMk cId="1633400076" sldId="764"/>
            <ac:spMk id="2" creationId="{93C3A5CB-FA45-3F23-4EAE-B82EA09B10D9}"/>
          </ac:spMkLst>
        </pc:spChg>
        <pc:spChg chg="mod">
          <ac:chgData name="Karl Michael Höferl" userId="544d2ce1-0a3b-4706-9dfd-c6d69d0e3c8e" providerId="ADAL" clId="{728816E0-0922-4745-AF12-C87F45E7DFA0}" dt="2025-11-07T13:49:33.490" v="1382" actId="790"/>
          <ac:spMkLst>
            <pc:docMk/>
            <pc:sldMk cId="1633400076" sldId="764"/>
            <ac:spMk id="3" creationId="{C8CB6244-D8AF-EC18-C656-C72ABDBDE307}"/>
          </ac:spMkLst>
        </pc:spChg>
        <pc:spChg chg="mod">
          <ac:chgData name="Karl Michael Höferl" userId="544d2ce1-0a3b-4706-9dfd-c6d69d0e3c8e" providerId="ADAL" clId="{728816E0-0922-4745-AF12-C87F45E7DFA0}" dt="2025-11-07T13:49:33.492" v="1383" actId="790"/>
          <ac:spMkLst>
            <pc:docMk/>
            <pc:sldMk cId="1633400076" sldId="764"/>
            <ac:spMk id="4" creationId="{9ABE58E9-B54B-B83C-774D-47170743FADB}"/>
          </ac:spMkLst>
        </pc:spChg>
        <pc:spChg chg="mod">
          <ac:chgData name="Karl Michael Höferl" userId="544d2ce1-0a3b-4706-9dfd-c6d69d0e3c8e" providerId="ADAL" clId="{728816E0-0922-4745-AF12-C87F45E7DFA0}" dt="2025-11-07T13:49:33.493" v="1384" actId="790"/>
          <ac:spMkLst>
            <pc:docMk/>
            <pc:sldMk cId="1633400076" sldId="764"/>
            <ac:spMk id="5" creationId="{B60BF59C-18CF-66DB-7896-EAE055D5B764}"/>
          </ac:spMkLst>
        </pc:spChg>
        <pc:spChg chg="mod">
          <ac:chgData name="Karl Michael Höferl" userId="544d2ce1-0a3b-4706-9dfd-c6d69d0e3c8e" providerId="ADAL" clId="{728816E0-0922-4745-AF12-C87F45E7DFA0}" dt="2025-11-07T13:49:33.494" v="1385" actId="790"/>
          <ac:spMkLst>
            <pc:docMk/>
            <pc:sldMk cId="1633400076" sldId="764"/>
            <ac:spMk id="6" creationId="{FCEC12F5-615B-EA0C-CE91-F8FA81F79E0D}"/>
          </ac:spMkLst>
        </pc:spChg>
      </pc:sldChg>
      <pc:sldChg chg="modSp mod">
        <pc:chgData name="Karl Michael Höferl" userId="544d2ce1-0a3b-4706-9dfd-c6d69d0e3c8e" providerId="ADAL" clId="{728816E0-0922-4745-AF12-C87F45E7DFA0}" dt="2025-11-07T13:49:33.503" v="1392" actId="790"/>
        <pc:sldMkLst>
          <pc:docMk/>
          <pc:sldMk cId="3656440657" sldId="765"/>
        </pc:sldMkLst>
        <pc:spChg chg="mod">
          <ac:chgData name="Karl Michael Höferl" userId="544d2ce1-0a3b-4706-9dfd-c6d69d0e3c8e" providerId="ADAL" clId="{728816E0-0922-4745-AF12-C87F45E7DFA0}" dt="2025-11-07T13:49:33.495" v="1386" actId="790"/>
          <ac:spMkLst>
            <pc:docMk/>
            <pc:sldMk cId="3656440657" sldId="765"/>
            <ac:spMk id="2" creationId="{FB667106-C267-5950-7E3C-185C153D6FAB}"/>
          </ac:spMkLst>
        </pc:spChg>
        <pc:spChg chg="mod">
          <ac:chgData name="Karl Michael Höferl" userId="544d2ce1-0a3b-4706-9dfd-c6d69d0e3c8e" providerId="ADAL" clId="{728816E0-0922-4745-AF12-C87F45E7DFA0}" dt="2025-11-07T13:49:33.495" v="1387" actId="790"/>
          <ac:spMkLst>
            <pc:docMk/>
            <pc:sldMk cId="3656440657" sldId="765"/>
            <ac:spMk id="3" creationId="{7CCDC45A-5723-3319-96AA-F55E4F1F7430}"/>
          </ac:spMkLst>
        </pc:spChg>
        <pc:spChg chg="mod">
          <ac:chgData name="Karl Michael Höferl" userId="544d2ce1-0a3b-4706-9dfd-c6d69d0e3c8e" providerId="ADAL" clId="{728816E0-0922-4745-AF12-C87F45E7DFA0}" dt="2025-11-07T13:49:33.500" v="1388" actId="790"/>
          <ac:spMkLst>
            <pc:docMk/>
            <pc:sldMk cId="3656440657" sldId="765"/>
            <ac:spMk id="4" creationId="{51D4CE7F-DDE8-1C18-CB3C-4FB44741B1E9}"/>
          </ac:spMkLst>
        </pc:spChg>
        <pc:spChg chg="mod">
          <ac:chgData name="Karl Michael Höferl" userId="544d2ce1-0a3b-4706-9dfd-c6d69d0e3c8e" providerId="ADAL" clId="{728816E0-0922-4745-AF12-C87F45E7DFA0}" dt="2025-11-07T13:49:33.501" v="1389" actId="790"/>
          <ac:spMkLst>
            <pc:docMk/>
            <pc:sldMk cId="3656440657" sldId="765"/>
            <ac:spMk id="5" creationId="{464C359F-6D26-0043-6638-C94D887FB1AF}"/>
          </ac:spMkLst>
        </pc:spChg>
        <pc:spChg chg="mod">
          <ac:chgData name="Karl Michael Höferl" userId="544d2ce1-0a3b-4706-9dfd-c6d69d0e3c8e" providerId="ADAL" clId="{728816E0-0922-4745-AF12-C87F45E7DFA0}" dt="2025-11-07T13:49:33.502" v="1390" actId="790"/>
          <ac:spMkLst>
            <pc:docMk/>
            <pc:sldMk cId="3656440657" sldId="765"/>
            <ac:spMk id="6" creationId="{09A014CC-B170-ECFC-FC13-A16C1FBD41F5}"/>
          </ac:spMkLst>
        </pc:spChg>
        <pc:spChg chg="mod">
          <ac:chgData name="Karl Michael Höferl" userId="544d2ce1-0a3b-4706-9dfd-c6d69d0e3c8e" providerId="ADAL" clId="{728816E0-0922-4745-AF12-C87F45E7DFA0}" dt="2025-11-07T13:49:33.503" v="1391" actId="790"/>
          <ac:spMkLst>
            <pc:docMk/>
            <pc:sldMk cId="3656440657" sldId="765"/>
            <ac:spMk id="7" creationId="{06489D6D-DFE4-50CC-7F41-C90DA8E7007B}"/>
          </ac:spMkLst>
        </pc:spChg>
        <pc:spChg chg="mod">
          <ac:chgData name="Karl Michael Höferl" userId="544d2ce1-0a3b-4706-9dfd-c6d69d0e3c8e" providerId="ADAL" clId="{728816E0-0922-4745-AF12-C87F45E7DFA0}" dt="2025-11-07T13:49:33.503" v="1392" actId="790"/>
          <ac:spMkLst>
            <pc:docMk/>
            <pc:sldMk cId="3656440657" sldId="765"/>
            <ac:spMk id="8" creationId="{4F1557A1-07A7-E7C0-DFF8-8995B4942DA5}"/>
          </ac:spMkLst>
        </pc:spChg>
      </pc:sldChg>
      <pc:sldChg chg="modSp del mod">
        <pc:chgData name="Karl Michael Höferl" userId="544d2ce1-0a3b-4706-9dfd-c6d69d0e3c8e" providerId="ADAL" clId="{728816E0-0922-4745-AF12-C87F45E7DFA0}" dt="2025-11-07T14:18:11.698" v="1811" actId="47"/>
        <pc:sldMkLst>
          <pc:docMk/>
          <pc:sldMk cId="1500399118" sldId="766"/>
        </pc:sldMkLst>
        <pc:spChg chg="mod">
          <ac:chgData name="Karl Michael Höferl" userId="544d2ce1-0a3b-4706-9dfd-c6d69d0e3c8e" providerId="ADAL" clId="{728816E0-0922-4745-AF12-C87F45E7DFA0}" dt="2025-11-07T13:49:33.504" v="1393" actId="790"/>
          <ac:spMkLst>
            <pc:docMk/>
            <pc:sldMk cId="1500399118" sldId="766"/>
            <ac:spMk id="2" creationId="{410987EE-13D2-EC87-C62C-A75606612BC6}"/>
          </ac:spMkLst>
        </pc:spChg>
        <pc:spChg chg="mod">
          <ac:chgData name="Karl Michael Höferl" userId="544d2ce1-0a3b-4706-9dfd-c6d69d0e3c8e" providerId="ADAL" clId="{728816E0-0922-4745-AF12-C87F45E7DFA0}" dt="2025-11-07T13:49:33.505" v="1394" actId="790"/>
          <ac:spMkLst>
            <pc:docMk/>
            <pc:sldMk cId="1500399118" sldId="766"/>
            <ac:spMk id="3" creationId="{3C4B68A9-4AF2-E7E8-DC02-AD5FEC6F96E5}"/>
          </ac:spMkLst>
        </pc:spChg>
        <pc:spChg chg="mod">
          <ac:chgData name="Karl Michael Höferl" userId="544d2ce1-0a3b-4706-9dfd-c6d69d0e3c8e" providerId="ADAL" clId="{728816E0-0922-4745-AF12-C87F45E7DFA0}" dt="2025-11-07T13:49:33.506" v="1395" actId="790"/>
          <ac:spMkLst>
            <pc:docMk/>
            <pc:sldMk cId="1500399118" sldId="766"/>
            <ac:spMk id="5" creationId="{F5E4ADE1-037D-921A-ABD5-4DF6B74BB25D}"/>
          </ac:spMkLst>
        </pc:spChg>
        <pc:spChg chg="mod">
          <ac:chgData name="Karl Michael Höferl" userId="544d2ce1-0a3b-4706-9dfd-c6d69d0e3c8e" providerId="ADAL" clId="{728816E0-0922-4745-AF12-C87F45E7DFA0}" dt="2025-11-07T13:49:33.506" v="1396" actId="790"/>
          <ac:spMkLst>
            <pc:docMk/>
            <pc:sldMk cId="1500399118" sldId="766"/>
            <ac:spMk id="6" creationId="{809246E1-3891-0559-E797-8BD1086E432A}"/>
          </ac:spMkLst>
        </pc:spChg>
        <pc:spChg chg="mod">
          <ac:chgData name="Karl Michael Höferl" userId="544d2ce1-0a3b-4706-9dfd-c6d69d0e3c8e" providerId="ADAL" clId="{728816E0-0922-4745-AF12-C87F45E7DFA0}" dt="2025-11-07T13:49:33.507" v="1397" actId="790"/>
          <ac:spMkLst>
            <pc:docMk/>
            <pc:sldMk cId="1500399118" sldId="766"/>
            <ac:spMk id="15" creationId="{BADFE9B5-019D-93E6-EBAE-C019E26AE1E2}"/>
          </ac:spMkLst>
        </pc:spChg>
      </pc:sldChg>
      <pc:sldChg chg="modSp mod">
        <pc:chgData name="Karl Michael Höferl" userId="544d2ce1-0a3b-4706-9dfd-c6d69d0e3c8e" providerId="ADAL" clId="{728816E0-0922-4745-AF12-C87F45E7DFA0}" dt="2025-11-07T13:49:33.438" v="1349" actId="790"/>
        <pc:sldMkLst>
          <pc:docMk/>
          <pc:sldMk cId="3878963900" sldId="767"/>
        </pc:sldMkLst>
        <pc:spChg chg="mod">
          <ac:chgData name="Karl Michael Höferl" userId="544d2ce1-0a3b-4706-9dfd-c6d69d0e3c8e" providerId="ADAL" clId="{728816E0-0922-4745-AF12-C87F45E7DFA0}" dt="2025-11-07T13:49:33.435" v="1345" actId="790"/>
          <ac:spMkLst>
            <pc:docMk/>
            <pc:sldMk cId="3878963900" sldId="767"/>
            <ac:spMk id="2" creationId="{5764B8FE-7D26-8717-A43F-740F58FFD802}"/>
          </ac:spMkLst>
        </pc:spChg>
        <pc:spChg chg="mod">
          <ac:chgData name="Karl Michael Höferl" userId="544d2ce1-0a3b-4706-9dfd-c6d69d0e3c8e" providerId="ADAL" clId="{728816E0-0922-4745-AF12-C87F45E7DFA0}" dt="2025-11-07T13:49:33.435" v="1346" actId="790"/>
          <ac:spMkLst>
            <pc:docMk/>
            <pc:sldMk cId="3878963900" sldId="767"/>
            <ac:spMk id="3" creationId="{C73C7BD4-823A-E05F-010E-5EC54FF45399}"/>
          </ac:spMkLst>
        </pc:spChg>
        <pc:spChg chg="mod">
          <ac:chgData name="Karl Michael Höferl" userId="544d2ce1-0a3b-4706-9dfd-c6d69d0e3c8e" providerId="ADAL" clId="{728816E0-0922-4745-AF12-C87F45E7DFA0}" dt="2025-11-07T13:49:33.437" v="1347" actId="790"/>
          <ac:spMkLst>
            <pc:docMk/>
            <pc:sldMk cId="3878963900" sldId="767"/>
            <ac:spMk id="4" creationId="{7E7C6107-1D0C-8934-BF6E-9F602A2200F1}"/>
          </ac:spMkLst>
        </pc:spChg>
        <pc:spChg chg="mod">
          <ac:chgData name="Karl Michael Höferl" userId="544d2ce1-0a3b-4706-9dfd-c6d69d0e3c8e" providerId="ADAL" clId="{728816E0-0922-4745-AF12-C87F45E7DFA0}" dt="2025-11-07T13:49:33.438" v="1348" actId="790"/>
          <ac:spMkLst>
            <pc:docMk/>
            <pc:sldMk cId="3878963900" sldId="767"/>
            <ac:spMk id="5" creationId="{7CF14C2C-7000-35F6-0EBE-40CFB20DCE6F}"/>
          </ac:spMkLst>
        </pc:spChg>
        <pc:spChg chg="mod">
          <ac:chgData name="Karl Michael Höferl" userId="544d2ce1-0a3b-4706-9dfd-c6d69d0e3c8e" providerId="ADAL" clId="{728816E0-0922-4745-AF12-C87F45E7DFA0}" dt="2025-11-07T13:49:33.438" v="1349" actId="790"/>
          <ac:spMkLst>
            <pc:docMk/>
            <pc:sldMk cId="3878963900" sldId="767"/>
            <ac:spMk id="6" creationId="{5FF4791F-4A9A-BC5C-CD48-E9C7F104E38F}"/>
          </ac:spMkLst>
        </pc:spChg>
      </pc:sldChg>
      <pc:sldChg chg="modSp mod">
        <pc:chgData name="Karl Michael Höferl" userId="544d2ce1-0a3b-4706-9dfd-c6d69d0e3c8e" providerId="ADAL" clId="{728816E0-0922-4745-AF12-C87F45E7DFA0}" dt="2025-11-07T13:49:33.521" v="1414" actId="790"/>
        <pc:sldMkLst>
          <pc:docMk/>
          <pc:sldMk cId="827746790" sldId="768"/>
        </pc:sldMkLst>
        <pc:spChg chg="mod">
          <ac:chgData name="Karl Michael Höferl" userId="544d2ce1-0a3b-4706-9dfd-c6d69d0e3c8e" providerId="ADAL" clId="{728816E0-0922-4745-AF12-C87F45E7DFA0}" dt="2025-11-07T13:49:33.517" v="1409" actId="790"/>
          <ac:spMkLst>
            <pc:docMk/>
            <pc:sldMk cId="827746790" sldId="768"/>
            <ac:spMk id="2" creationId="{7FB4E01C-EE27-0643-A79B-2778D8412BE6}"/>
          </ac:spMkLst>
        </pc:spChg>
        <pc:spChg chg="mod">
          <ac:chgData name="Karl Michael Höferl" userId="544d2ce1-0a3b-4706-9dfd-c6d69d0e3c8e" providerId="ADAL" clId="{728816E0-0922-4745-AF12-C87F45E7DFA0}" dt="2025-11-07T13:49:33.518" v="1410" actId="790"/>
          <ac:spMkLst>
            <pc:docMk/>
            <pc:sldMk cId="827746790" sldId="768"/>
            <ac:spMk id="3" creationId="{75D8169E-CCDF-8166-C02D-6064BC980541}"/>
          </ac:spMkLst>
        </pc:spChg>
        <pc:spChg chg="mod">
          <ac:chgData name="Karl Michael Höferl" userId="544d2ce1-0a3b-4706-9dfd-c6d69d0e3c8e" providerId="ADAL" clId="{728816E0-0922-4745-AF12-C87F45E7DFA0}" dt="2025-11-07T13:49:33.519" v="1411" actId="790"/>
          <ac:spMkLst>
            <pc:docMk/>
            <pc:sldMk cId="827746790" sldId="768"/>
            <ac:spMk id="5" creationId="{DF78B8F4-8D19-6861-5558-420872C72E8F}"/>
          </ac:spMkLst>
        </pc:spChg>
        <pc:spChg chg="mod">
          <ac:chgData name="Karl Michael Höferl" userId="544d2ce1-0a3b-4706-9dfd-c6d69d0e3c8e" providerId="ADAL" clId="{728816E0-0922-4745-AF12-C87F45E7DFA0}" dt="2025-11-07T13:49:33.519" v="1412" actId="790"/>
          <ac:spMkLst>
            <pc:docMk/>
            <pc:sldMk cId="827746790" sldId="768"/>
            <ac:spMk id="6" creationId="{32AD78E0-DE87-EAA2-8EF5-82F72117D1C5}"/>
          </ac:spMkLst>
        </pc:spChg>
        <pc:spChg chg="mod">
          <ac:chgData name="Karl Michael Höferl" userId="544d2ce1-0a3b-4706-9dfd-c6d69d0e3c8e" providerId="ADAL" clId="{728816E0-0922-4745-AF12-C87F45E7DFA0}" dt="2025-11-07T13:49:33.520" v="1413" actId="790"/>
          <ac:spMkLst>
            <pc:docMk/>
            <pc:sldMk cId="827746790" sldId="768"/>
            <ac:spMk id="10" creationId="{C592FFB2-0D9B-00FE-79BB-5E0FBFB6663C}"/>
          </ac:spMkLst>
        </pc:spChg>
        <pc:spChg chg="mod">
          <ac:chgData name="Karl Michael Höferl" userId="544d2ce1-0a3b-4706-9dfd-c6d69d0e3c8e" providerId="ADAL" clId="{728816E0-0922-4745-AF12-C87F45E7DFA0}" dt="2025-11-07T13:49:33.521" v="1414" actId="790"/>
          <ac:spMkLst>
            <pc:docMk/>
            <pc:sldMk cId="827746790" sldId="768"/>
            <ac:spMk id="11" creationId="{E28B9BA9-41B8-059D-84E7-32FE7DDEF821}"/>
          </ac:spMkLst>
        </pc:spChg>
      </pc:sldChg>
      <pc:sldChg chg="modSp mod">
        <pc:chgData name="Karl Michael Höferl" userId="544d2ce1-0a3b-4706-9dfd-c6d69d0e3c8e" providerId="ADAL" clId="{728816E0-0922-4745-AF12-C87F45E7DFA0}" dt="2025-11-07T13:49:33.516" v="1408" actId="790"/>
        <pc:sldMkLst>
          <pc:docMk/>
          <pc:sldMk cId="352379314" sldId="769"/>
        </pc:sldMkLst>
        <pc:spChg chg="mod">
          <ac:chgData name="Karl Michael Höferl" userId="544d2ce1-0a3b-4706-9dfd-c6d69d0e3c8e" providerId="ADAL" clId="{728816E0-0922-4745-AF12-C87F45E7DFA0}" dt="2025-11-07T13:49:33.513" v="1403" actId="790"/>
          <ac:spMkLst>
            <pc:docMk/>
            <pc:sldMk cId="352379314" sldId="769"/>
            <ac:spMk id="2" creationId="{91D50F1A-FE88-C42C-86BC-444D6A237A3D}"/>
          </ac:spMkLst>
        </pc:spChg>
        <pc:spChg chg="mod">
          <ac:chgData name="Karl Michael Höferl" userId="544d2ce1-0a3b-4706-9dfd-c6d69d0e3c8e" providerId="ADAL" clId="{728816E0-0922-4745-AF12-C87F45E7DFA0}" dt="2025-11-07T13:49:33.513" v="1404" actId="790"/>
          <ac:spMkLst>
            <pc:docMk/>
            <pc:sldMk cId="352379314" sldId="769"/>
            <ac:spMk id="3" creationId="{A32C24D3-490E-328B-B19B-9EB6161BC32D}"/>
          </ac:spMkLst>
        </pc:spChg>
        <pc:spChg chg="mod">
          <ac:chgData name="Karl Michael Höferl" userId="544d2ce1-0a3b-4706-9dfd-c6d69d0e3c8e" providerId="ADAL" clId="{728816E0-0922-4745-AF12-C87F45E7DFA0}" dt="2025-11-07T13:49:33.514" v="1405" actId="790"/>
          <ac:spMkLst>
            <pc:docMk/>
            <pc:sldMk cId="352379314" sldId="769"/>
            <ac:spMk id="5" creationId="{7AB42DE5-1875-70DF-294F-FB749075573F}"/>
          </ac:spMkLst>
        </pc:spChg>
        <pc:spChg chg="mod">
          <ac:chgData name="Karl Michael Höferl" userId="544d2ce1-0a3b-4706-9dfd-c6d69d0e3c8e" providerId="ADAL" clId="{728816E0-0922-4745-AF12-C87F45E7DFA0}" dt="2025-11-07T13:49:33.515" v="1406" actId="790"/>
          <ac:spMkLst>
            <pc:docMk/>
            <pc:sldMk cId="352379314" sldId="769"/>
            <ac:spMk id="6" creationId="{EB0965EE-51D7-57B1-4F77-E854562439D9}"/>
          </ac:spMkLst>
        </pc:spChg>
        <pc:spChg chg="mod">
          <ac:chgData name="Karl Michael Höferl" userId="544d2ce1-0a3b-4706-9dfd-c6d69d0e3c8e" providerId="ADAL" clId="{728816E0-0922-4745-AF12-C87F45E7DFA0}" dt="2025-11-07T13:49:33.516" v="1407" actId="790"/>
          <ac:spMkLst>
            <pc:docMk/>
            <pc:sldMk cId="352379314" sldId="769"/>
            <ac:spMk id="9" creationId="{A8B66248-F7A4-3245-6E3B-8C0194D62FB6}"/>
          </ac:spMkLst>
        </pc:spChg>
        <pc:spChg chg="mod">
          <ac:chgData name="Karl Michael Höferl" userId="544d2ce1-0a3b-4706-9dfd-c6d69d0e3c8e" providerId="ADAL" clId="{728816E0-0922-4745-AF12-C87F45E7DFA0}" dt="2025-11-07T13:49:33.516" v="1408" actId="790"/>
          <ac:spMkLst>
            <pc:docMk/>
            <pc:sldMk cId="352379314" sldId="769"/>
            <ac:spMk id="10" creationId="{8D53B444-9308-273B-54B4-D8423D476318}"/>
          </ac:spMkLst>
        </pc:spChg>
      </pc:sldChg>
      <pc:sldChg chg="modSp mod">
        <pc:chgData name="Karl Michael Höferl" userId="544d2ce1-0a3b-4706-9dfd-c6d69d0e3c8e" providerId="ADAL" clId="{728816E0-0922-4745-AF12-C87F45E7DFA0}" dt="2025-11-07T13:49:33.524" v="1418" actId="790"/>
        <pc:sldMkLst>
          <pc:docMk/>
          <pc:sldMk cId="2078603856" sldId="770"/>
        </pc:sldMkLst>
        <pc:spChg chg="mod">
          <ac:chgData name="Karl Michael Höferl" userId="544d2ce1-0a3b-4706-9dfd-c6d69d0e3c8e" providerId="ADAL" clId="{728816E0-0922-4745-AF12-C87F45E7DFA0}" dt="2025-11-07T13:49:33.521" v="1415" actId="790"/>
          <ac:spMkLst>
            <pc:docMk/>
            <pc:sldMk cId="2078603856" sldId="770"/>
            <ac:spMk id="2" creationId="{019A4E4C-BDA2-AED8-D3FE-5D0DBE3A8151}"/>
          </ac:spMkLst>
        </pc:spChg>
        <pc:spChg chg="mod">
          <ac:chgData name="Karl Michael Höferl" userId="544d2ce1-0a3b-4706-9dfd-c6d69d0e3c8e" providerId="ADAL" clId="{728816E0-0922-4745-AF12-C87F45E7DFA0}" dt="2025-11-07T13:49:33.522" v="1416" actId="790"/>
          <ac:spMkLst>
            <pc:docMk/>
            <pc:sldMk cId="2078603856" sldId="770"/>
            <ac:spMk id="3" creationId="{AF082023-2124-EC37-442B-6E1BE66930E6}"/>
          </ac:spMkLst>
        </pc:spChg>
        <pc:spChg chg="mod">
          <ac:chgData name="Karl Michael Höferl" userId="544d2ce1-0a3b-4706-9dfd-c6d69d0e3c8e" providerId="ADAL" clId="{728816E0-0922-4745-AF12-C87F45E7DFA0}" dt="2025-11-07T13:49:33.523" v="1417" actId="790"/>
          <ac:spMkLst>
            <pc:docMk/>
            <pc:sldMk cId="2078603856" sldId="770"/>
            <ac:spMk id="5" creationId="{62FCD6EB-6568-7D7A-6AF3-E1A36F45BFDA}"/>
          </ac:spMkLst>
        </pc:spChg>
        <pc:spChg chg="mod">
          <ac:chgData name="Karl Michael Höferl" userId="544d2ce1-0a3b-4706-9dfd-c6d69d0e3c8e" providerId="ADAL" clId="{728816E0-0922-4745-AF12-C87F45E7DFA0}" dt="2025-11-07T13:49:33.524" v="1418" actId="790"/>
          <ac:spMkLst>
            <pc:docMk/>
            <pc:sldMk cId="2078603856" sldId="770"/>
            <ac:spMk id="6" creationId="{1371A8A2-608D-B047-B52E-8EF85F6B41C4}"/>
          </ac:spMkLst>
        </pc:spChg>
      </pc:sldChg>
      <pc:sldChg chg="modSp del mod">
        <pc:chgData name="Karl Michael Höferl" userId="544d2ce1-0a3b-4706-9dfd-c6d69d0e3c8e" providerId="ADAL" clId="{728816E0-0922-4745-AF12-C87F45E7DFA0}" dt="2025-11-07T14:18:21.965" v="1813" actId="47"/>
        <pc:sldMkLst>
          <pc:docMk/>
          <pc:sldMk cId="236038804" sldId="771"/>
        </pc:sldMkLst>
        <pc:spChg chg="mod">
          <ac:chgData name="Karl Michael Höferl" userId="544d2ce1-0a3b-4706-9dfd-c6d69d0e3c8e" providerId="ADAL" clId="{728816E0-0922-4745-AF12-C87F45E7DFA0}" dt="2025-11-07T13:49:33.524" v="1419" actId="790"/>
          <ac:spMkLst>
            <pc:docMk/>
            <pc:sldMk cId="236038804" sldId="771"/>
            <ac:spMk id="2" creationId="{0C68F6FF-9CA5-5E77-AE30-2469E947721F}"/>
          </ac:spMkLst>
        </pc:spChg>
        <pc:spChg chg="mod">
          <ac:chgData name="Karl Michael Höferl" userId="544d2ce1-0a3b-4706-9dfd-c6d69d0e3c8e" providerId="ADAL" clId="{728816E0-0922-4745-AF12-C87F45E7DFA0}" dt="2025-11-07T13:49:33.525" v="1420" actId="790"/>
          <ac:spMkLst>
            <pc:docMk/>
            <pc:sldMk cId="236038804" sldId="771"/>
            <ac:spMk id="3" creationId="{05255BFC-F8D2-9C97-6261-C6C6FADAC5EF}"/>
          </ac:spMkLst>
        </pc:spChg>
        <pc:spChg chg="mod">
          <ac:chgData name="Karl Michael Höferl" userId="544d2ce1-0a3b-4706-9dfd-c6d69d0e3c8e" providerId="ADAL" clId="{728816E0-0922-4745-AF12-C87F45E7DFA0}" dt="2025-11-07T13:49:33.526" v="1421" actId="790"/>
          <ac:spMkLst>
            <pc:docMk/>
            <pc:sldMk cId="236038804" sldId="771"/>
            <ac:spMk id="5" creationId="{DD86B1F4-DBB1-B28A-0696-1EC6F4ADB4CD}"/>
          </ac:spMkLst>
        </pc:spChg>
        <pc:spChg chg="mod">
          <ac:chgData name="Karl Michael Höferl" userId="544d2ce1-0a3b-4706-9dfd-c6d69d0e3c8e" providerId="ADAL" clId="{728816E0-0922-4745-AF12-C87F45E7DFA0}" dt="2025-11-07T13:49:33.527" v="1422" actId="790"/>
          <ac:spMkLst>
            <pc:docMk/>
            <pc:sldMk cId="236038804" sldId="771"/>
            <ac:spMk id="6" creationId="{3C2BB872-A7D2-1062-007F-D5771432E8F2}"/>
          </ac:spMkLst>
        </pc:spChg>
        <pc:spChg chg="mod">
          <ac:chgData name="Karl Michael Höferl" userId="544d2ce1-0a3b-4706-9dfd-c6d69d0e3c8e" providerId="ADAL" clId="{728816E0-0922-4745-AF12-C87F45E7DFA0}" dt="2025-11-07T13:49:33.527" v="1423" actId="790"/>
          <ac:spMkLst>
            <pc:docMk/>
            <pc:sldMk cId="236038804" sldId="771"/>
            <ac:spMk id="15" creationId="{9F1A9AA9-E22C-1EBF-39A8-3B15DB16E176}"/>
          </ac:spMkLst>
        </pc:spChg>
      </pc:sldChg>
      <pc:sldChg chg="modSp mod">
        <pc:chgData name="Karl Michael Höferl" userId="544d2ce1-0a3b-4706-9dfd-c6d69d0e3c8e" providerId="ADAL" clId="{728816E0-0922-4745-AF12-C87F45E7DFA0}" dt="2025-11-07T13:49:33.535" v="1432" actId="790"/>
        <pc:sldMkLst>
          <pc:docMk/>
          <pc:sldMk cId="240268429" sldId="772"/>
        </pc:sldMkLst>
        <pc:spChg chg="mod">
          <ac:chgData name="Karl Michael Höferl" userId="544d2ce1-0a3b-4706-9dfd-c6d69d0e3c8e" providerId="ADAL" clId="{728816E0-0922-4745-AF12-C87F45E7DFA0}" dt="2025-11-07T13:49:33.533" v="1429" actId="790"/>
          <ac:spMkLst>
            <pc:docMk/>
            <pc:sldMk cId="240268429" sldId="772"/>
            <ac:spMk id="2" creationId="{A12A91D4-A027-7293-0251-125FB586A62F}"/>
          </ac:spMkLst>
        </pc:spChg>
        <pc:spChg chg="mod">
          <ac:chgData name="Karl Michael Höferl" userId="544d2ce1-0a3b-4706-9dfd-c6d69d0e3c8e" providerId="ADAL" clId="{728816E0-0922-4745-AF12-C87F45E7DFA0}" dt="2025-11-07T13:49:33.533" v="1430" actId="790"/>
          <ac:spMkLst>
            <pc:docMk/>
            <pc:sldMk cId="240268429" sldId="772"/>
            <ac:spMk id="3" creationId="{0EE829DB-8C41-29DD-9C4F-413508A02E67}"/>
          </ac:spMkLst>
        </pc:spChg>
        <pc:spChg chg="mod">
          <ac:chgData name="Karl Michael Höferl" userId="544d2ce1-0a3b-4706-9dfd-c6d69d0e3c8e" providerId="ADAL" clId="{728816E0-0922-4745-AF12-C87F45E7DFA0}" dt="2025-11-07T13:49:33.534" v="1431" actId="790"/>
          <ac:spMkLst>
            <pc:docMk/>
            <pc:sldMk cId="240268429" sldId="772"/>
            <ac:spMk id="5" creationId="{2201B23C-1C78-02B8-F6D7-BF2A5311EB87}"/>
          </ac:spMkLst>
        </pc:spChg>
        <pc:spChg chg="mod">
          <ac:chgData name="Karl Michael Höferl" userId="544d2ce1-0a3b-4706-9dfd-c6d69d0e3c8e" providerId="ADAL" clId="{728816E0-0922-4745-AF12-C87F45E7DFA0}" dt="2025-11-07T13:49:33.535" v="1432" actId="790"/>
          <ac:spMkLst>
            <pc:docMk/>
            <pc:sldMk cId="240268429" sldId="772"/>
            <ac:spMk id="6" creationId="{77C00C0E-2537-8B70-39D4-EB86A1D694F7}"/>
          </ac:spMkLst>
        </pc:spChg>
      </pc:sldChg>
      <pc:sldChg chg="modSp mod">
        <pc:chgData name="Karl Michael Höferl" userId="544d2ce1-0a3b-4706-9dfd-c6d69d0e3c8e" providerId="ADAL" clId="{728816E0-0922-4745-AF12-C87F45E7DFA0}" dt="2025-11-07T13:49:33.532" v="1428" actId="790"/>
        <pc:sldMkLst>
          <pc:docMk/>
          <pc:sldMk cId="3520259577" sldId="773"/>
        </pc:sldMkLst>
        <pc:spChg chg="mod">
          <ac:chgData name="Karl Michael Höferl" userId="544d2ce1-0a3b-4706-9dfd-c6d69d0e3c8e" providerId="ADAL" clId="{728816E0-0922-4745-AF12-C87F45E7DFA0}" dt="2025-11-07T13:49:33.528" v="1424" actId="790"/>
          <ac:spMkLst>
            <pc:docMk/>
            <pc:sldMk cId="3520259577" sldId="773"/>
            <ac:spMk id="2" creationId="{E4AC5049-AA25-56FE-B5B4-DD905C3C4779}"/>
          </ac:spMkLst>
        </pc:spChg>
        <pc:spChg chg="mod">
          <ac:chgData name="Karl Michael Höferl" userId="544d2ce1-0a3b-4706-9dfd-c6d69d0e3c8e" providerId="ADAL" clId="{728816E0-0922-4745-AF12-C87F45E7DFA0}" dt="2025-11-07T13:49:33.529" v="1425" actId="790"/>
          <ac:spMkLst>
            <pc:docMk/>
            <pc:sldMk cId="3520259577" sldId="773"/>
            <ac:spMk id="3" creationId="{29DF6A32-FA92-3CD1-E23F-0032D39A2477}"/>
          </ac:spMkLst>
        </pc:spChg>
        <pc:spChg chg="mod">
          <ac:chgData name="Karl Michael Höferl" userId="544d2ce1-0a3b-4706-9dfd-c6d69d0e3c8e" providerId="ADAL" clId="{728816E0-0922-4745-AF12-C87F45E7DFA0}" dt="2025-11-07T13:49:33.531" v="1426" actId="790"/>
          <ac:spMkLst>
            <pc:docMk/>
            <pc:sldMk cId="3520259577" sldId="773"/>
            <ac:spMk id="4" creationId="{468983BF-8B37-9BF4-2F7A-85275FD506A5}"/>
          </ac:spMkLst>
        </pc:spChg>
        <pc:spChg chg="mod">
          <ac:chgData name="Karl Michael Höferl" userId="544d2ce1-0a3b-4706-9dfd-c6d69d0e3c8e" providerId="ADAL" clId="{728816E0-0922-4745-AF12-C87F45E7DFA0}" dt="2025-11-07T13:49:33.531" v="1427" actId="790"/>
          <ac:spMkLst>
            <pc:docMk/>
            <pc:sldMk cId="3520259577" sldId="773"/>
            <ac:spMk id="5" creationId="{AD1CDB3E-12AE-F7A6-BFAC-EB940D277350}"/>
          </ac:spMkLst>
        </pc:spChg>
        <pc:spChg chg="mod">
          <ac:chgData name="Karl Michael Höferl" userId="544d2ce1-0a3b-4706-9dfd-c6d69d0e3c8e" providerId="ADAL" clId="{728816E0-0922-4745-AF12-C87F45E7DFA0}" dt="2025-11-07T13:49:33.532" v="1428" actId="790"/>
          <ac:spMkLst>
            <pc:docMk/>
            <pc:sldMk cId="3520259577" sldId="773"/>
            <ac:spMk id="6" creationId="{EBBA676D-C51C-6138-DCB2-AAF173827491}"/>
          </ac:spMkLst>
        </pc:spChg>
      </pc:sldChg>
      <pc:sldChg chg="modSp mod">
        <pc:chgData name="Karl Michael Höferl" userId="544d2ce1-0a3b-4706-9dfd-c6d69d0e3c8e" providerId="ADAL" clId="{728816E0-0922-4745-AF12-C87F45E7DFA0}" dt="2025-11-07T13:49:33.542" v="1441" actId="790"/>
        <pc:sldMkLst>
          <pc:docMk/>
          <pc:sldMk cId="2965906068" sldId="775"/>
        </pc:sldMkLst>
        <pc:spChg chg="mod">
          <ac:chgData name="Karl Michael Höferl" userId="544d2ce1-0a3b-4706-9dfd-c6d69d0e3c8e" providerId="ADAL" clId="{728816E0-0922-4745-AF12-C87F45E7DFA0}" dt="2025-11-07T13:49:33.542" v="1441" actId="790"/>
          <ac:spMkLst>
            <pc:docMk/>
            <pc:sldMk cId="2965906068" sldId="775"/>
            <ac:spMk id="8" creationId="{41244005-EB04-4CBE-8E72-D626A4D11D1B}"/>
          </ac:spMkLst>
        </pc:spChg>
      </pc:sldChg>
      <pc:sldChg chg="modSp mod">
        <pc:chgData name="Karl Michael Höferl" userId="544d2ce1-0a3b-4706-9dfd-c6d69d0e3c8e" providerId="ADAL" clId="{728816E0-0922-4745-AF12-C87F45E7DFA0}" dt="2025-11-07T13:49:33.561" v="1462" actId="790"/>
        <pc:sldMkLst>
          <pc:docMk/>
          <pc:sldMk cId="3936045977" sldId="776"/>
        </pc:sldMkLst>
        <pc:spChg chg="mod">
          <ac:chgData name="Karl Michael Höferl" userId="544d2ce1-0a3b-4706-9dfd-c6d69d0e3c8e" providerId="ADAL" clId="{728816E0-0922-4745-AF12-C87F45E7DFA0}" dt="2025-11-07T13:49:33.550" v="1449" actId="790"/>
          <ac:spMkLst>
            <pc:docMk/>
            <pc:sldMk cId="3936045977" sldId="776"/>
            <ac:spMk id="2" creationId="{21ED5F8E-DE33-2C88-1311-DF6915F9C199}"/>
          </ac:spMkLst>
        </pc:spChg>
        <pc:spChg chg="mod">
          <ac:chgData name="Karl Michael Höferl" userId="544d2ce1-0a3b-4706-9dfd-c6d69d0e3c8e" providerId="ADAL" clId="{728816E0-0922-4745-AF12-C87F45E7DFA0}" dt="2025-11-07T13:49:33.551" v="1450" actId="790"/>
          <ac:spMkLst>
            <pc:docMk/>
            <pc:sldMk cId="3936045977" sldId="776"/>
            <ac:spMk id="3" creationId="{D0070D7D-1055-2EB9-29BD-360A643C7AAE}"/>
          </ac:spMkLst>
        </pc:spChg>
        <pc:spChg chg="mod">
          <ac:chgData name="Karl Michael Höferl" userId="544d2ce1-0a3b-4706-9dfd-c6d69d0e3c8e" providerId="ADAL" clId="{728816E0-0922-4745-AF12-C87F45E7DFA0}" dt="2025-11-07T13:49:33.552" v="1451" actId="790"/>
          <ac:spMkLst>
            <pc:docMk/>
            <pc:sldMk cId="3936045977" sldId="776"/>
            <ac:spMk id="5" creationId="{75495A29-B974-E7D0-0769-C0687886DA7B}"/>
          </ac:spMkLst>
        </pc:spChg>
        <pc:spChg chg="mod">
          <ac:chgData name="Karl Michael Höferl" userId="544d2ce1-0a3b-4706-9dfd-c6d69d0e3c8e" providerId="ADAL" clId="{728816E0-0922-4745-AF12-C87F45E7DFA0}" dt="2025-11-07T13:49:33.552" v="1452" actId="790"/>
          <ac:spMkLst>
            <pc:docMk/>
            <pc:sldMk cId="3936045977" sldId="776"/>
            <ac:spMk id="6" creationId="{50EB71C6-F936-F412-E36D-ECA66BEC4408}"/>
          </ac:spMkLst>
        </pc:spChg>
        <pc:spChg chg="mod">
          <ac:chgData name="Karl Michael Höferl" userId="544d2ce1-0a3b-4706-9dfd-c6d69d0e3c8e" providerId="ADAL" clId="{728816E0-0922-4745-AF12-C87F45E7DFA0}" dt="2025-11-07T13:49:33.553" v="1453" actId="790"/>
          <ac:spMkLst>
            <pc:docMk/>
            <pc:sldMk cId="3936045977" sldId="776"/>
            <ac:spMk id="17" creationId="{250E2978-FE51-3FCC-2EE3-FD36B985EB27}"/>
          </ac:spMkLst>
        </pc:spChg>
        <pc:spChg chg="mod">
          <ac:chgData name="Karl Michael Höferl" userId="544d2ce1-0a3b-4706-9dfd-c6d69d0e3c8e" providerId="ADAL" clId="{728816E0-0922-4745-AF12-C87F45E7DFA0}" dt="2025-11-07T13:49:33.554" v="1454" actId="790"/>
          <ac:spMkLst>
            <pc:docMk/>
            <pc:sldMk cId="3936045977" sldId="776"/>
            <ac:spMk id="18" creationId="{5AF7390F-B88D-E178-95CB-CC1EE6C5A562}"/>
          </ac:spMkLst>
        </pc:spChg>
        <pc:spChg chg="mod">
          <ac:chgData name="Karl Michael Höferl" userId="544d2ce1-0a3b-4706-9dfd-c6d69d0e3c8e" providerId="ADAL" clId="{728816E0-0922-4745-AF12-C87F45E7DFA0}" dt="2025-11-07T13:49:33.555" v="1455" actId="790"/>
          <ac:spMkLst>
            <pc:docMk/>
            <pc:sldMk cId="3936045977" sldId="776"/>
            <ac:spMk id="19" creationId="{399F380B-3705-4222-BCAA-E9701399C481}"/>
          </ac:spMkLst>
        </pc:spChg>
        <pc:spChg chg="mod">
          <ac:chgData name="Karl Michael Höferl" userId="544d2ce1-0a3b-4706-9dfd-c6d69d0e3c8e" providerId="ADAL" clId="{728816E0-0922-4745-AF12-C87F45E7DFA0}" dt="2025-11-07T13:49:33.557" v="1456" actId="790"/>
          <ac:spMkLst>
            <pc:docMk/>
            <pc:sldMk cId="3936045977" sldId="776"/>
            <ac:spMk id="20" creationId="{80748E6A-2DC8-B137-3103-559638E27C12}"/>
          </ac:spMkLst>
        </pc:spChg>
        <pc:spChg chg="mod">
          <ac:chgData name="Karl Michael Höferl" userId="544d2ce1-0a3b-4706-9dfd-c6d69d0e3c8e" providerId="ADAL" clId="{728816E0-0922-4745-AF12-C87F45E7DFA0}" dt="2025-11-07T13:49:33.558" v="1457" actId="790"/>
          <ac:spMkLst>
            <pc:docMk/>
            <pc:sldMk cId="3936045977" sldId="776"/>
            <ac:spMk id="21" creationId="{E2F6035C-16F9-7B94-F3AD-CADC9C1CB66A}"/>
          </ac:spMkLst>
        </pc:spChg>
        <pc:spChg chg="mod">
          <ac:chgData name="Karl Michael Höferl" userId="544d2ce1-0a3b-4706-9dfd-c6d69d0e3c8e" providerId="ADAL" clId="{728816E0-0922-4745-AF12-C87F45E7DFA0}" dt="2025-11-07T13:49:33.559" v="1458" actId="790"/>
          <ac:spMkLst>
            <pc:docMk/>
            <pc:sldMk cId="3936045977" sldId="776"/>
            <ac:spMk id="22" creationId="{37A9FD98-CD2D-0A56-90D4-EE0C296B4876}"/>
          </ac:spMkLst>
        </pc:spChg>
        <pc:spChg chg="mod">
          <ac:chgData name="Karl Michael Höferl" userId="544d2ce1-0a3b-4706-9dfd-c6d69d0e3c8e" providerId="ADAL" clId="{728816E0-0922-4745-AF12-C87F45E7DFA0}" dt="2025-11-07T13:49:33.559" v="1459" actId="790"/>
          <ac:spMkLst>
            <pc:docMk/>
            <pc:sldMk cId="3936045977" sldId="776"/>
            <ac:spMk id="23" creationId="{2E157DB1-E4D5-D098-93DD-2A612F68AAD5}"/>
          </ac:spMkLst>
        </pc:spChg>
        <pc:spChg chg="mod">
          <ac:chgData name="Karl Michael Höferl" userId="544d2ce1-0a3b-4706-9dfd-c6d69d0e3c8e" providerId="ADAL" clId="{728816E0-0922-4745-AF12-C87F45E7DFA0}" dt="2025-11-07T13:49:33.560" v="1460" actId="790"/>
          <ac:spMkLst>
            <pc:docMk/>
            <pc:sldMk cId="3936045977" sldId="776"/>
            <ac:spMk id="24" creationId="{A0DBCFB5-8C81-757F-409B-68CC3AF6B033}"/>
          </ac:spMkLst>
        </pc:spChg>
        <pc:spChg chg="mod">
          <ac:chgData name="Karl Michael Höferl" userId="544d2ce1-0a3b-4706-9dfd-c6d69d0e3c8e" providerId="ADAL" clId="{728816E0-0922-4745-AF12-C87F45E7DFA0}" dt="2025-11-07T13:49:33.560" v="1461" actId="790"/>
          <ac:spMkLst>
            <pc:docMk/>
            <pc:sldMk cId="3936045977" sldId="776"/>
            <ac:spMk id="25" creationId="{8FE66858-7E1D-56B8-BBC3-16C7B9B87B38}"/>
          </ac:spMkLst>
        </pc:spChg>
        <pc:spChg chg="mod">
          <ac:chgData name="Karl Michael Höferl" userId="544d2ce1-0a3b-4706-9dfd-c6d69d0e3c8e" providerId="ADAL" clId="{728816E0-0922-4745-AF12-C87F45E7DFA0}" dt="2025-11-07T13:49:33.561" v="1462" actId="790"/>
          <ac:spMkLst>
            <pc:docMk/>
            <pc:sldMk cId="3936045977" sldId="776"/>
            <ac:spMk id="26" creationId="{86D2FE52-3C73-9BAC-A36D-80CC38A3985B}"/>
          </ac:spMkLst>
        </pc:spChg>
      </pc:sldChg>
      <pc:sldChg chg="modSp mod">
        <pc:chgData name="Karl Michael Höferl" userId="544d2ce1-0a3b-4706-9dfd-c6d69d0e3c8e" providerId="ADAL" clId="{728816E0-0922-4745-AF12-C87F45E7DFA0}" dt="2025-11-07T13:49:33.581" v="1482" actId="790"/>
        <pc:sldMkLst>
          <pc:docMk/>
          <pc:sldMk cId="2071343054" sldId="777"/>
        </pc:sldMkLst>
        <pc:spChg chg="mod">
          <ac:chgData name="Karl Michael Höferl" userId="544d2ce1-0a3b-4706-9dfd-c6d69d0e3c8e" providerId="ADAL" clId="{728816E0-0922-4745-AF12-C87F45E7DFA0}" dt="2025-11-07T13:49:33.575" v="1478" actId="790"/>
          <ac:spMkLst>
            <pc:docMk/>
            <pc:sldMk cId="2071343054" sldId="777"/>
            <ac:spMk id="2" creationId="{BF1DF29B-E850-C938-A68F-0B6F70A3DB6B}"/>
          </ac:spMkLst>
        </pc:spChg>
        <pc:spChg chg="mod">
          <ac:chgData name="Karl Michael Höferl" userId="544d2ce1-0a3b-4706-9dfd-c6d69d0e3c8e" providerId="ADAL" clId="{728816E0-0922-4745-AF12-C87F45E7DFA0}" dt="2025-11-07T13:49:33.576" v="1479" actId="790"/>
          <ac:spMkLst>
            <pc:docMk/>
            <pc:sldMk cId="2071343054" sldId="777"/>
            <ac:spMk id="3" creationId="{01762546-8CB7-C85F-6D0C-30AC35A44A11}"/>
          </ac:spMkLst>
        </pc:spChg>
        <pc:spChg chg="mod">
          <ac:chgData name="Karl Michael Höferl" userId="544d2ce1-0a3b-4706-9dfd-c6d69d0e3c8e" providerId="ADAL" clId="{728816E0-0922-4745-AF12-C87F45E7DFA0}" dt="2025-11-07T13:49:33.580" v="1480" actId="790"/>
          <ac:spMkLst>
            <pc:docMk/>
            <pc:sldMk cId="2071343054" sldId="777"/>
            <ac:spMk id="4" creationId="{683C6D6A-CF92-703D-368F-ED3A1ABFDCED}"/>
          </ac:spMkLst>
        </pc:spChg>
        <pc:spChg chg="mod">
          <ac:chgData name="Karl Michael Höferl" userId="544d2ce1-0a3b-4706-9dfd-c6d69d0e3c8e" providerId="ADAL" clId="{728816E0-0922-4745-AF12-C87F45E7DFA0}" dt="2025-11-07T13:49:33.580" v="1481" actId="790"/>
          <ac:spMkLst>
            <pc:docMk/>
            <pc:sldMk cId="2071343054" sldId="777"/>
            <ac:spMk id="5" creationId="{C3EE5825-8487-3CDC-A4AB-A4E6335523D2}"/>
          </ac:spMkLst>
        </pc:spChg>
        <pc:spChg chg="mod">
          <ac:chgData name="Karl Michael Höferl" userId="544d2ce1-0a3b-4706-9dfd-c6d69d0e3c8e" providerId="ADAL" clId="{728816E0-0922-4745-AF12-C87F45E7DFA0}" dt="2025-11-07T13:49:33.581" v="1482" actId="790"/>
          <ac:spMkLst>
            <pc:docMk/>
            <pc:sldMk cId="2071343054" sldId="777"/>
            <ac:spMk id="6" creationId="{A6515B97-7ECC-421E-7549-526AB034D8FB}"/>
          </ac:spMkLst>
        </pc:spChg>
      </pc:sldChg>
      <pc:sldChg chg="modSp mod">
        <pc:chgData name="Karl Michael Höferl" userId="544d2ce1-0a3b-4706-9dfd-c6d69d0e3c8e" providerId="ADAL" clId="{728816E0-0922-4745-AF12-C87F45E7DFA0}" dt="2025-11-07T13:49:33.585" v="1486" actId="790"/>
        <pc:sldMkLst>
          <pc:docMk/>
          <pc:sldMk cId="4180380599" sldId="778"/>
        </pc:sldMkLst>
        <pc:spChg chg="mod">
          <ac:chgData name="Karl Michael Höferl" userId="544d2ce1-0a3b-4706-9dfd-c6d69d0e3c8e" providerId="ADAL" clId="{728816E0-0922-4745-AF12-C87F45E7DFA0}" dt="2025-11-07T13:49:33.583" v="1483" actId="790"/>
          <ac:spMkLst>
            <pc:docMk/>
            <pc:sldMk cId="4180380599" sldId="778"/>
            <ac:spMk id="2" creationId="{4B150246-10C4-FD25-4ED4-5E83F08A0D62}"/>
          </ac:spMkLst>
        </pc:spChg>
        <pc:spChg chg="mod">
          <ac:chgData name="Karl Michael Höferl" userId="544d2ce1-0a3b-4706-9dfd-c6d69d0e3c8e" providerId="ADAL" clId="{728816E0-0922-4745-AF12-C87F45E7DFA0}" dt="2025-11-07T13:49:33.583" v="1484" actId="790"/>
          <ac:spMkLst>
            <pc:docMk/>
            <pc:sldMk cId="4180380599" sldId="778"/>
            <ac:spMk id="3" creationId="{C79DB845-F9E7-1354-2AF1-B08BB5DDEEB3}"/>
          </ac:spMkLst>
        </pc:spChg>
        <pc:spChg chg="mod">
          <ac:chgData name="Karl Michael Höferl" userId="544d2ce1-0a3b-4706-9dfd-c6d69d0e3c8e" providerId="ADAL" clId="{728816E0-0922-4745-AF12-C87F45E7DFA0}" dt="2025-11-07T13:49:33.584" v="1485" actId="790"/>
          <ac:spMkLst>
            <pc:docMk/>
            <pc:sldMk cId="4180380599" sldId="778"/>
            <ac:spMk id="5" creationId="{37B13C92-3418-9603-3DAD-D888A5C75B83}"/>
          </ac:spMkLst>
        </pc:spChg>
        <pc:spChg chg="mod">
          <ac:chgData name="Karl Michael Höferl" userId="544d2ce1-0a3b-4706-9dfd-c6d69d0e3c8e" providerId="ADAL" clId="{728816E0-0922-4745-AF12-C87F45E7DFA0}" dt="2025-11-07T13:49:33.585" v="1486" actId="790"/>
          <ac:spMkLst>
            <pc:docMk/>
            <pc:sldMk cId="4180380599" sldId="778"/>
            <ac:spMk id="6" creationId="{556FB8DA-E8DC-BE69-B65F-086FFBCE029C}"/>
          </ac:spMkLst>
        </pc:spChg>
      </pc:sldChg>
      <pc:sldChg chg="modSp mod">
        <pc:chgData name="Karl Michael Höferl" userId="544d2ce1-0a3b-4706-9dfd-c6d69d0e3c8e" providerId="ADAL" clId="{728816E0-0922-4745-AF12-C87F45E7DFA0}" dt="2025-11-07T13:49:33.595" v="1496" actId="790"/>
        <pc:sldMkLst>
          <pc:docMk/>
          <pc:sldMk cId="2420774239" sldId="780"/>
        </pc:sldMkLst>
        <pc:spChg chg="mod">
          <ac:chgData name="Karl Michael Höferl" userId="544d2ce1-0a3b-4706-9dfd-c6d69d0e3c8e" providerId="ADAL" clId="{728816E0-0922-4745-AF12-C87F45E7DFA0}" dt="2025-11-07T13:49:33.593" v="1493" actId="790"/>
          <ac:spMkLst>
            <pc:docMk/>
            <pc:sldMk cId="2420774239" sldId="780"/>
            <ac:spMk id="2" creationId="{F1AB9789-5B5F-C47D-7995-53FE0DCFA5B2}"/>
          </ac:spMkLst>
        </pc:spChg>
        <pc:spChg chg="mod">
          <ac:chgData name="Karl Michael Höferl" userId="544d2ce1-0a3b-4706-9dfd-c6d69d0e3c8e" providerId="ADAL" clId="{728816E0-0922-4745-AF12-C87F45E7DFA0}" dt="2025-11-07T13:49:33.593" v="1494" actId="790"/>
          <ac:spMkLst>
            <pc:docMk/>
            <pc:sldMk cId="2420774239" sldId="780"/>
            <ac:spMk id="3" creationId="{033CE2C7-6720-8E96-59CF-E30F64FC1629}"/>
          </ac:spMkLst>
        </pc:spChg>
        <pc:spChg chg="mod">
          <ac:chgData name="Karl Michael Höferl" userId="544d2ce1-0a3b-4706-9dfd-c6d69d0e3c8e" providerId="ADAL" clId="{728816E0-0922-4745-AF12-C87F45E7DFA0}" dt="2025-11-07T13:49:33.594" v="1495" actId="790"/>
          <ac:spMkLst>
            <pc:docMk/>
            <pc:sldMk cId="2420774239" sldId="780"/>
            <ac:spMk id="5" creationId="{BF4F69A0-7119-E434-9646-A2191A721162}"/>
          </ac:spMkLst>
        </pc:spChg>
        <pc:spChg chg="mod">
          <ac:chgData name="Karl Michael Höferl" userId="544d2ce1-0a3b-4706-9dfd-c6d69d0e3c8e" providerId="ADAL" clId="{728816E0-0922-4745-AF12-C87F45E7DFA0}" dt="2025-11-07T13:49:33.595" v="1496" actId="790"/>
          <ac:spMkLst>
            <pc:docMk/>
            <pc:sldMk cId="2420774239" sldId="780"/>
            <ac:spMk id="6" creationId="{5CB652A2-DD22-704F-2893-83978AF9CDBB}"/>
          </ac:spMkLst>
        </pc:spChg>
      </pc:sldChg>
      <pc:sldChg chg="modSp mod">
        <pc:chgData name="Karl Michael Höferl" userId="544d2ce1-0a3b-4706-9dfd-c6d69d0e3c8e" providerId="ADAL" clId="{728816E0-0922-4745-AF12-C87F45E7DFA0}" dt="2025-11-07T13:49:33.603" v="1505" actId="790"/>
        <pc:sldMkLst>
          <pc:docMk/>
          <pc:sldMk cId="2109410903" sldId="781"/>
        </pc:sldMkLst>
        <pc:spChg chg="mod">
          <ac:chgData name="Karl Michael Höferl" userId="544d2ce1-0a3b-4706-9dfd-c6d69d0e3c8e" providerId="ADAL" clId="{728816E0-0922-4745-AF12-C87F45E7DFA0}" dt="2025-11-07T13:49:33.600" v="1502" actId="790"/>
          <ac:spMkLst>
            <pc:docMk/>
            <pc:sldMk cId="2109410903" sldId="781"/>
            <ac:spMk id="2" creationId="{A9E59825-5238-436E-DDF5-7DF02EF1D7E7}"/>
          </ac:spMkLst>
        </pc:spChg>
        <pc:spChg chg="mod">
          <ac:chgData name="Karl Michael Höferl" userId="544d2ce1-0a3b-4706-9dfd-c6d69d0e3c8e" providerId="ADAL" clId="{728816E0-0922-4745-AF12-C87F45E7DFA0}" dt="2025-11-07T13:49:33.601" v="1503" actId="790"/>
          <ac:spMkLst>
            <pc:docMk/>
            <pc:sldMk cId="2109410903" sldId="781"/>
            <ac:spMk id="3" creationId="{D7E94CD6-4B7B-6D82-8DCE-5CA3AE314B54}"/>
          </ac:spMkLst>
        </pc:spChg>
        <pc:spChg chg="mod">
          <ac:chgData name="Karl Michael Höferl" userId="544d2ce1-0a3b-4706-9dfd-c6d69d0e3c8e" providerId="ADAL" clId="{728816E0-0922-4745-AF12-C87F45E7DFA0}" dt="2025-11-07T13:49:33.602" v="1504" actId="790"/>
          <ac:spMkLst>
            <pc:docMk/>
            <pc:sldMk cId="2109410903" sldId="781"/>
            <ac:spMk id="5" creationId="{69072EB2-300A-9D06-F9E3-EC014CCCE736}"/>
          </ac:spMkLst>
        </pc:spChg>
        <pc:spChg chg="mod">
          <ac:chgData name="Karl Michael Höferl" userId="544d2ce1-0a3b-4706-9dfd-c6d69d0e3c8e" providerId="ADAL" clId="{728816E0-0922-4745-AF12-C87F45E7DFA0}" dt="2025-11-07T13:49:33.603" v="1505" actId="790"/>
          <ac:spMkLst>
            <pc:docMk/>
            <pc:sldMk cId="2109410903" sldId="781"/>
            <ac:spMk id="6" creationId="{C1D64C39-5DB2-0EC5-93B3-C189C4B28E9B}"/>
          </ac:spMkLst>
        </pc:spChg>
      </pc:sldChg>
      <pc:sldChg chg="modSp mod">
        <pc:chgData name="Karl Michael Höferl" userId="544d2ce1-0a3b-4706-9dfd-c6d69d0e3c8e" providerId="ADAL" clId="{728816E0-0922-4745-AF12-C87F45E7DFA0}" dt="2025-11-07T13:49:33.641" v="1543" actId="790"/>
        <pc:sldMkLst>
          <pc:docMk/>
          <pc:sldMk cId="3805984687" sldId="782"/>
        </pc:sldMkLst>
        <pc:spChg chg="mod">
          <ac:chgData name="Karl Michael Höferl" userId="544d2ce1-0a3b-4706-9dfd-c6d69d0e3c8e" providerId="ADAL" clId="{728816E0-0922-4745-AF12-C87F45E7DFA0}" dt="2025-11-07T13:49:33.630" v="1530" actId="790"/>
          <ac:spMkLst>
            <pc:docMk/>
            <pc:sldMk cId="3805984687" sldId="782"/>
            <ac:spMk id="2" creationId="{493AAA3B-A0C5-D1C0-9B91-6049283E75F5}"/>
          </ac:spMkLst>
        </pc:spChg>
        <pc:spChg chg="mod">
          <ac:chgData name="Karl Michael Höferl" userId="544d2ce1-0a3b-4706-9dfd-c6d69d0e3c8e" providerId="ADAL" clId="{728816E0-0922-4745-AF12-C87F45E7DFA0}" dt="2025-11-07T13:49:33.631" v="1531" actId="790"/>
          <ac:spMkLst>
            <pc:docMk/>
            <pc:sldMk cId="3805984687" sldId="782"/>
            <ac:spMk id="3" creationId="{98968AC0-C080-FC50-FAC7-BB10552B5CA3}"/>
          </ac:spMkLst>
        </pc:spChg>
        <pc:spChg chg="mod">
          <ac:chgData name="Karl Michael Höferl" userId="544d2ce1-0a3b-4706-9dfd-c6d69d0e3c8e" providerId="ADAL" clId="{728816E0-0922-4745-AF12-C87F45E7DFA0}" dt="2025-11-07T13:49:33.632" v="1532" actId="790"/>
          <ac:spMkLst>
            <pc:docMk/>
            <pc:sldMk cId="3805984687" sldId="782"/>
            <ac:spMk id="5" creationId="{164BBCA7-2691-A8F1-5CE3-93418672D13F}"/>
          </ac:spMkLst>
        </pc:spChg>
        <pc:spChg chg="mod">
          <ac:chgData name="Karl Michael Höferl" userId="544d2ce1-0a3b-4706-9dfd-c6d69d0e3c8e" providerId="ADAL" clId="{728816E0-0922-4745-AF12-C87F45E7DFA0}" dt="2025-11-07T13:49:33.632" v="1533" actId="790"/>
          <ac:spMkLst>
            <pc:docMk/>
            <pc:sldMk cId="3805984687" sldId="782"/>
            <ac:spMk id="6" creationId="{0EA76FBF-D29A-54A0-299C-46A0BB05C715}"/>
          </ac:spMkLst>
        </pc:spChg>
        <pc:spChg chg="mod">
          <ac:chgData name="Karl Michael Höferl" userId="544d2ce1-0a3b-4706-9dfd-c6d69d0e3c8e" providerId="ADAL" clId="{728816E0-0922-4745-AF12-C87F45E7DFA0}" dt="2025-11-07T13:49:33.634" v="1534" actId="790"/>
          <ac:spMkLst>
            <pc:docMk/>
            <pc:sldMk cId="3805984687" sldId="782"/>
            <ac:spMk id="17" creationId="{FC3A4E03-40C7-2731-9480-F54E08C628F9}"/>
          </ac:spMkLst>
        </pc:spChg>
        <pc:spChg chg="mod">
          <ac:chgData name="Karl Michael Höferl" userId="544d2ce1-0a3b-4706-9dfd-c6d69d0e3c8e" providerId="ADAL" clId="{728816E0-0922-4745-AF12-C87F45E7DFA0}" dt="2025-11-07T13:49:33.635" v="1535" actId="790"/>
          <ac:spMkLst>
            <pc:docMk/>
            <pc:sldMk cId="3805984687" sldId="782"/>
            <ac:spMk id="18" creationId="{8D1C0B6E-E394-A1C0-FB8A-F78050ED0F47}"/>
          </ac:spMkLst>
        </pc:spChg>
        <pc:spChg chg="mod">
          <ac:chgData name="Karl Michael Höferl" userId="544d2ce1-0a3b-4706-9dfd-c6d69d0e3c8e" providerId="ADAL" clId="{728816E0-0922-4745-AF12-C87F45E7DFA0}" dt="2025-11-07T13:49:33.636" v="1536" actId="790"/>
          <ac:spMkLst>
            <pc:docMk/>
            <pc:sldMk cId="3805984687" sldId="782"/>
            <ac:spMk id="19" creationId="{586FEBAF-127D-D855-23F7-936ECE6F1F02}"/>
          </ac:spMkLst>
        </pc:spChg>
        <pc:spChg chg="mod">
          <ac:chgData name="Karl Michael Höferl" userId="544d2ce1-0a3b-4706-9dfd-c6d69d0e3c8e" providerId="ADAL" clId="{728816E0-0922-4745-AF12-C87F45E7DFA0}" dt="2025-11-07T13:49:33.637" v="1537" actId="790"/>
          <ac:spMkLst>
            <pc:docMk/>
            <pc:sldMk cId="3805984687" sldId="782"/>
            <ac:spMk id="20" creationId="{779154A1-892A-75C1-8BB9-0C847745AE9A}"/>
          </ac:spMkLst>
        </pc:spChg>
        <pc:spChg chg="mod">
          <ac:chgData name="Karl Michael Höferl" userId="544d2ce1-0a3b-4706-9dfd-c6d69d0e3c8e" providerId="ADAL" clId="{728816E0-0922-4745-AF12-C87F45E7DFA0}" dt="2025-11-07T13:49:33.638" v="1538" actId="790"/>
          <ac:spMkLst>
            <pc:docMk/>
            <pc:sldMk cId="3805984687" sldId="782"/>
            <ac:spMk id="21" creationId="{60B7C92A-6CFA-DDD4-7F18-82F58D172B3A}"/>
          </ac:spMkLst>
        </pc:spChg>
        <pc:spChg chg="mod">
          <ac:chgData name="Karl Michael Höferl" userId="544d2ce1-0a3b-4706-9dfd-c6d69d0e3c8e" providerId="ADAL" clId="{728816E0-0922-4745-AF12-C87F45E7DFA0}" dt="2025-11-07T13:49:33.638" v="1539" actId="790"/>
          <ac:spMkLst>
            <pc:docMk/>
            <pc:sldMk cId="3805984687" sldId="782"/>
            <ac:spMk id="22" creationId="{F51DC695-7F98-C691-F744-97EC17B1475A}"/>
          </ac:spMkLst>
        </pc:spChg>
        <pc:spChg chg="mod">
          <ac:chgData name="Karl Michael Höferl" userId="544d2ce1-0a3b-4706-9dfd-c6d69d0e3c8e" providerId="ADAL" clId="{728816E0-0922-4745-AF12-C87F45E7DFA0}" dt="2025-11-07T13:49:33.639" v="1540" actId="790"/>
          <ac:spMkLst>
            <pc:docMk/>
            <pc:sldMk cId="3805984687" sldId="782"/>
            <ac:spMk id="23" creationId="{F15EDC45-3AE6-BE11-D723-882BC56DA219}"/>
          </ac:spMkLst>
        </pc:spChg>
        <pc:spChg chg="mod">
          <ac:chgData name="Karl Michael Höferl" userId="544d2ce1-0a3b-4706-9dfd-c6d69d0e3c8e" providerId="ADAL" clId="{728816E0-0922-4745-AF12-C87F45E7DFA0}" dt="2025-11-07T13:49:33.640" v="1541" actId="790"/>
          <ac:spMkLst>
            <pc:docMk/>
            <pc:sldMk cId="3805984687" sldId="782"/>
            <ac:spMk id="24" creationId="{9BFDAB08-55CB-BFEF-D161-5A49A126A62B}"/>
          </ac:spMkLst>
        </pc:spChg>
        <pc:spChg chg="mod">
          <ac:chgData name="Karl Michael Höferl" userId="544d2ce1-0a3b-4706-9dfd-c6d69d0e3c8e" providerId="ADAL" clId="{728816E0-0922-4745-AF12-C87F45E7DFA0}" dt="2025-11-07T13:49:33.641" v="1542" actId="790"/>
          <ac:spMkLst>
            <pc:docMk/>
            <pc:sldMk cId="3805984687" sldId="782"/>
            <ac:spMk id="25" creationId="{E39CABC6-93D3-57BD-61C0-62E12197C600}"/>
          </ac:spMkLst>
        </pc:spChg>
        <pc:spChg chg="mod">
          <ac:chgData name="Karl Michael Höferl" userId="544d2ce1-0a3b-4706-9dfd-c6d69d0e3c8e" providerId="ADAL" clId="{728816E0-0922-4745-AF12-C87F45E7DFA0}" dt="2025-11-07T13:49:33.641" v="1543" actId="790"/>
          <ac:spMkLst>
            <pc:docMk/>
            <pc:sldMk cId="3805984687" sldId="782"/>
            <ac:spMk id="26" creationId="{7FBF8A24-B067-18D7-6F38-961C7017A5A6}"/>
          </ac:spMkLst>
        </pc:spChg>
      </pc:sldChg>
      <pc:sldChg chg="modSp mod ord">
        <pc:chgData name="Karl Michael Höferl" userId="544d2ce1-0a3b-4706-9dfd-c6d69d0e3c8e" providerId="ADAL" clId="{728816E0-0922-4745-AF12-C87F45E7DFA0}" dt="2025-11-07T14:36:39.002" v="2065" actId="20577"/>
        <pc:sldMkLst>
          <pc:docMk/>
          <pc:sldMk cId="2134951631" sldId="783"/>
        </pc:sldMkLst>
        <pc:spChg chg="mod">
          <ac:chgData name="Karl Michael Höferl" userId="544d2ce1-0a3b-4706-9dfd-c6d69d0e3c8e" providerId="ADAL" clId="{728816E0-0922-4745-AF12-C87F45E7DFA0}" dt="2025-11-07T13:49:33.647" v="1549" actId="790"/>
          <ac:spMkLst>
            <pc:docMk/>
            <pc:sldMk cId="2134951631" sldId="783"/>
            <ac:spMk id="2" creationId="{803CC527-A91E-4313-0C6B-F0962871515C}"/>
          </ac:spMkLst>
        </pc:spChg>
        <pc:spChg chg="mod">
          <ac:chgData name="Karl Michael Höferl" userId="544d2ce1-0a3b-4706-9dfd-c6d69d0e3c8e" providerId="ADAL" clId="{728816E0-0922-4745-AF12-C87F45E7DFA0}" dt="2025-11-07T14:36:39.002" v="2065" actId="20577"/>
          <ac:spMkLst>
            <pc:docMk/>
            <pc:sldMk cId="2134951631" sldId="783"/>
            <ac:spMk id="3" creationId="{1A5898D6-A506-E56C-0CCA-8B88686665C2}"/>
          </ac:spMkLst>
        </pc:spChg>
        <pc:spChg chg="mod">
          <ac:chgData name="Karl Michael Höferl" userId="544d2ce1-0a3b-4706-9dfd-c6d69d0e3c8e" providerId="ADAL" clId="{728816E0-0922-4745-AF12-C87F45E7DFA0}" dt="2025-11-07T13:49:33.648" v="1551" actId="790"/>
          <ac:spMkLst>
            <pc:docMk/>
            <pc:sldMk cId="2134951631" sldId="783"/>
            <ac:spMk id="5" creationId="{233A11AF-CD85-520F-4093-F7C231C6EBF4}"/>
          </ac:spMkLst>
        </pc:spChg>
        <pc:spChg chg="mod">
          <ac:chgData name="Karl Michael Höferl" userId="544d2ce1-0a3b-4706-9dfd-c6d69d0e3c8e" providerId="ADAL" clId="{728816E0-0922-4745-AF12-C87F45E7DFA0}" dt="2025-11-07T13:49:33.649" v="1552" actId="790"/>
          <ac:spMkLst>
            <pc:docMk/>
            <pc:sldMk cId="2134951631" sldId="783"/>
            <ac:spMk id="6" creationId="{35E5BF15-D162-0718-FB25-B64B3C033F9F}"/>
          </ac:spMkLst>
        </pc:spChg>
      </pc:sldChg>
      <pc:sldChg chg="modSp mod">
        <pc:chgData name="Karl Michael Höferl" userId="544d2ce1-0a3b-4706-9dfd-c6d69d0e3c8e" providerId="ADAL" clId="{728816E0-0922-4745-AF12-C87F45E7DFA0}" dt="2025-11-07T13:49:33.659" v="1566" actId="790"/>
        <pc:sldMkLst>
          <pc:docMk/>
          <pc:sldMk cId="1364564515" sldId="784"/>
        </pc:sldMkLst>
        <pc:spChg chg="mod">
          <ac:chgData name="Karl Michael Höferl" userId="544d2ce1-0a3b-4706-9dfd-c6d69d0e3c8e" providerId="ADAL" clId="{728816E0-0922-4745-AF12-C87F45E7DFA0}" dt="2025-11-07T13:49:33.650" v="1553" actId="790"/>
          <ac:spMkLst>
            <pc:docMk/>
            <pc:sldMk cId="1364564515" sldId="784"/>
            <ac:spMk id="2" creationId="{DFD952ED-6BCC-4114-395F-B492B613C64D}"/>
          </ac:spMkLst>
        </pc:spChg>
        <pc:spChg chg="mod">
          <ac:chgData name="Karl Michael Höferl" userId="544d2ce1-0a3b-4706-9dfd-c6d69d0e3c8e" providerId="ADAL" clId="{728816E0-0922-4745-AF12-C87F45E7DFA0}" dt="2025-11-07T13:49:33.650" v="1554" actId="790"/>
          <ac:spMkLst>
            <pc:docMk/>
            <pc:sldMk cId="1364564515" sldId="784"/>
            <ac:spMk id="3" creationId="{7095D1ED-E99F-5ACA-6682-58C14E744057}"/>
          </ac:spMkLst>
        </pc:spChg>
        <pc:spChg chg="mod">
          <ac:chgData name="Karl Michael Höferl" userId="544d2ce1-0a3b-4706-9dfd-c6d69d0e3c8e" providerId="ADAL" clId="{728816E0-0922-4745-AF12-C87F45E7DFA0}" dt="2025-11-07T13:49:33.651" v="1555" actId="790"/>
          <ac:spMkLst>
            <pc:docMk/>
            <pc:sldMk cId="1364564515" sldId="784"/>
            <ac:spMk id="5" creationId="{6C10FE60-289D-69CD-5836-FE09A6A12B8F}"/>
          </ac:spMkLst>
        </pc:spChg>
        <pc:spChg chg="mod">
          <ac:chgData name="Karl Michael Höferl" userId="544d2ce1-0a3b-4706-9dfd-c6d69d0e3c8e" providerId="ADAL" clId="{728816E0-0922-4745-AF12-C87F45E7DFA0}" dt="2025-11-07T13:49:33.652" v="1556" actId="790"/>
          <ac:spMkLst>
            <pc:docMk/>
            <pc:sldMk cId="1364564515" sldId="784"/>
            <ac:spMk id="6" creationId="{5DFF4820-3C70-951E-F607-531C91113536}"/>
          </ac:spMkLst>
        </pc:spChg>
        <pc:spChg chg="mod">
          <ac:chgData name="Karl Michael Höferl" userId="544d2ce1-0a3b-4706-9dfd-c6d69d0e3c8e" providerId="ADAL" clId="{728816E0-0922-4745-AF12-C87F45E7DFA0}" dt="2025-11-07T13:49:33.653" v="1557" actId="790"/>
          <ac:spMkLst>
            <pc:docMk/>
            <pc:sldMk cId="1364564515" sldId="784"/>
            <ac:spMk id="17" creationId="{94A4EB41-505E-2796-5C54-E34FEB48E3EC}"/>
          </ac:spMkLst>
        </pc:spChg>
        <pc:spChg chg="mod">
          <ac:chgData name="Karl Michael Höferl" userId="544d2ce1-0a3b-4706-9dfd-c6d69d0e3c8e" providerId="ADAL" clId="{728816E0-0922-4745-AF12-C87F45E7DFA0}" dt="2025-11-07T13:49:33.653" v="1558" actId="790"/>
          <ac:spMkLst>
            <pc:docMk/>
            <pc:sldMk cId="1364564515" sldId="784"/>
            <ac:spMk id="18" creationId="{C5FA8EAB-D58C-B8DF-EA96-092C1A6EF117}"/>
          </ac:spMkLst>
        </pc:spChg>
        <pc:spChg chg="mod">
          <ac:chgData name="Karl Michael Höferl" userId="544d2ce1-0a3b-4706-9dfd-c6d69d0e3c8e" providerId="ADAL" clId="{728816E0-0922-4745-AF12-C87F45E7DFA0}" dt="2025-11-07T13:49:33.654" v="1559" actId="790"/>
          <ac:spMkLst>
            <pc:docMk/>
            <pc:sldMk cId="1364564515" sldId="784"/>
            <ac:spMk id="19" creationId="{4B586052-10BC-2534-B767-3939E67972C7}"/>
          </ac:spMkLst>
        </pc:spChg>
        <pc:spChg chg="mod">
          <ac:chgData name="Karl Michael Höferl" userId="544d2ce1-0a3b-4706-9dfd-c6d69d0e3c8e" providerId="ADAL" clId="{728816E0-0922-4745-AF12-C87F45E7DFA0}" dt="2025-11-07T13:49:33.655" v="1560" actId="790"/>
          <ac:spMkLst>
            <pc:docMk/>
            <pc:sldMk cId="1364564515" sldId="784"/>
            <ac:spMk id="20" creationId="{841D6728-1D6A-1F4B-380A-A0687428601C}"/>
          </ac:spMkLst>
        </pc:spChg>
        <pc:spChg chg="mod">
          <ac:chgData name="Karl Michael Höferl" userId="544d2ce1-0a3b-4706-9dfd-c6d69d0e3c8e" providerId="ADAL" clId="{728816E0-0922-4745-AF12-C87F45E7DFA0}" dt="2025-11-07T13:49:33.656" v="1561" actId="790"/>
          <ac:spMkLst>
            <pc:docMk/>
            <pc:sldMk cId="1364564515" sldId="784"/>
            <ac:spMk id="21" creationId="{330D411E-6660-030C-0D7F-663432643CC0}"/>
          </ac:spMkLst>
        </pc:spChg>
        <pc:spChg chg="mod">
          <ac:chgData name="Karl Michael Höferl" userId="544d2ce1-0a3b-4706-9dfd-c6d69d0e3c8e" providerId="ADAL" clId="{728816E0-0922-4745-AF12-C87F45E7DFA0}" dt="2025-11-07T13:49:33.657" v="1562" actId="790"/>
          <ac:spMkLst>
            <pc:docMk/>
            <pc:sldMk cId="1364564515" sldId="784"/>
            <ac:spMk id="22" creationId="{AF26CFEC-9018-0E8C-EA30-2B38FD372398}"/>
          </ac:spMkLst>
        </pc:spChg>
        <pc:spChg chg="mod">
          <ac:chgData name="Karl Michael Höferl" userId="544d2ce1-0a3b-4706-9dfd-c6d69d0e3c8e" providerId="ADAL" clId="{728816E0-0922-4745-AF12-C87F45E7DFA0}" dt="2025-11-07T13:49:33.657" v="1563" actId="790"/>
          <ac:spMkLst>
            <pc:docMk/>
            <pc:sldMk cId="1364564515" sldId="784"/>
            <ac:spMk id="23" creationId="{AB7D845A-F6D5-BF95-7833-7181A0B08224}"/>
          </ac:spMkLst>
        </pc:spChg>
        <pc:spChg chg="mod">
          <ac:chgData name="Karl Michael Höferl" userId="544d2ce1-0a3b-4706-9dfd-c6d69d0e3c8e" providerId="ADAL" clId="{728816E0-0922-4745-AF12-C87F45E7DFA0}" dt="2025-11-07T13:49:33.658" v="1564" actId="790"/>
          <ac:spMkLst>
            <pc:docMk/>
            <pc:sldMk cId="1364564515" sldId="784"/>
            <ac:spMk id="24" creationId="{64AE4F44-1932-DD72-8C25-5079A459D8E3}"/>
          </ac:spMkLst>
        </pc:spChg>
        <pc:spChg chg="mod">
          <ac:chgData name="Karl Michael Höferl" userId="544d2ce1-0a3b-4706-9dfd-c6d69d0e3c8e" providerId="ADAL" clId="{728816E0-0922-4745-AF12-C87F45E7DFA0}" dt="2025-11-07T13:49:33.659" v="1565" actId="790"/>
          <ac:spMkLst>
            <pc:docMk/>
            <pc:sldMk cId="1364564515" sldId="784"/>
            <ac:spMk id="25" creationId="{822D49E8-D960-FAD1-1F6B-8BA9B58C73E3}"/>
          </ac:spMkLst>
        </pc:spChg>
        <pc:spChg chg="mod">
          <ac:chgData name="Karl Michael Höferl" userId="544d2ce1-0a3b-4706-9dfd-c6d69d0e3c8e" providerId="ADAL" clId="{728816E0-0922-4745-AF12-C87F45E7DFA0}" dt="2025-11-07T13:49:33.659" v="1566" actId="790"/>
          <ac:spMkLst>
            <pc:docMk/>
            <pc:sldMk cId="1364564515" sldId="784"/>
            <ac:spMk id="26" creationId="{B526990C-B7F6-44A0-71A5-490D023B21EC}"/>
          </ac:spMkLst>
        </pc:spChg>
      </pc:sldChg>
      <pc:sldChg chg="modSp del mod">
        <pc:chgData name="Karl Michael Höferl" userId="544d2ce1-0a3b-4706-9dfd-c6d69d0e3c8e" providerId="ADAL" clId="{728816E0-0922-4745-AF12-C87F45E7DFA0}" dt="2025-11-07T12:55:05.307" v="571" actId="18676"/>
        <pc:sldMkLst>
          <pc:docMk/>
          <pc:sldMk cId="3709402443" sldId="785"/>
        </pc:sldMkLst>
        <pc:spChg chg="mod">
          <ac:chgData name="Karl Michael Höferl" userId="544d2ce1-0a3b-4706-9dfd-c6d69d0e3c8e" providerId="ADAL" clId="{728816E0-0922-4745-AF12-C87F45E7DFA0}" dt="2025-11-07T12:52:04.563" v="457" actId="790"/>
          <ac:spMkLst>
            <pc:docMk/>
            <pc:sldMk cId="3709402443" sldId="785"/>
            <ac:spMk id="2" creationId="{E17A6AA7-7F42-805F-4CF9-2DB8181FC9F0}"/>
          </ac:spMkLst>
        </pc:spChg>
        <pc:spChg chg="mod">
          <ac:chgData name="Karl Michael Höferl" userId="544d2ce1-0a3b-4706-9dfd-c6d69d0e3c8e" providerId="ADAL" clId="{728816E0-0922-4745-AF12-C87F45E7DFA0}" dt="2025-11-07T12:52:04.564" v="458" actId="790"/>
          <ac:spMkLst>
            <pc:docMk/>
            <pc:sldMk cId="3709402443" sldId="785"/>
            <ac:spMk id="3" creationId="{9AE37BA4-75A2-ED7F-3DF7-4000FB6EBDAC}"/>
          </ac:spMkLst>
        </pc:spChg>
        <pc:spChg chg="mod">
          <ac:chgData name="Karl Michael Höferl" userId="544d2ce1-0a3b-4706-9dfd-c6d69d0e3c8e" providerId="ADAL" clId="{728816E0-0922-4745-AF12-C87F45E7DFA0}" dt="2025-11-07T12:52:04.566" v="459" actId="790"/>
          <ac:spMkLst>
            <pc:docMk/>
            <pc:sldMk cId="3709402443" sldId="785"/>
            <ac:spMk id="4" creationId="{85CE41BA-0311-624E-E702-3DBE89B9B0D3}"/>
          </ac:spMkLst>
        </pc:spChg>
        <pc:spChg chg="mod">
          <ac:chgData name="Karl Michael Höferl" userId="544d2ce1-0a3b-4706-9dfd-c6d69d0e3c8e" providerId="ADAL" clId="{728816E0-0922-4745-AF12-C87F45E7DFA0}" dt="2025-11-07T12:52:04.567" v="460" actId="790"/>
          <ac:spMkLst>
            <pc:docMk/>
            <pc:sldMk cId="3709402443" sldId="785"/>
            <ac:spMk id="5" creationId="{2E009956-3231-A509-051F-7DDA1895485C}"/>
          </ac:spMkLst>
        </pc:spChg>
        <pc:spChg chg="mod">
          <ac:chgData name="Karl Michael Höferl" userId="544d2ce1-0a3b-4706-9dfd-c6d69d0e3c8e" providerId="ADAL" clId="{728816E0-0922-4745-AF12-C87F45E7DFA0}" dt="2025-11-07T12:52:04.568" v="461" actId="790"/>
          <ac:spMkLst>
            <pc:docMk/>
            <pc:sldMk cId="3709402443" sldId="785"/>
            <ac:spMk id="6" creationId="{C7539DEF-6228-0BF6-82D4-7BB63ED1E79E}"/>
          </ac:spMkLst>
        </pc:spChg>
        <pc:spChg chg="mod">
          <ac:chgData name="Karl Michael Höferl" userId="544d2ce1-0a3b-4706-9dfd-c6d69d0e3c8e" providerId="ADAL" clId="{728816E0-0922-4745-AF12-C87F45E7DFA0}" dt="2025-11-07T12:52:04.569" v="462" actId="790"/>
          <ac:spMkLst>
            <pc:docMk/>
            <pc:sldMk cId="3709402443" sldId="785"/>
            <ac:spMk id="7" creationId="{EE4A4413-C180-631F-B764-0C24E38DECC3}"/>
          </ac:spMkLst>
        </pc:spChg>
        <pc:spChg chg="mod">
          <ac:chgData name="Karl Michael Höferl" userId="544d2ce1-0a3b-4706-9dfd-c6d69d0e3c8e" providerId="ADAL" clId="{728816E0-0922-4745-AF12-C87F45E7DFA0}" dt="2025-11-07T12:52:04.570" v="463" actId="790"/>
          <ac:spMkLst>
            <pc:docMk/>
            <pc:sldMk cId="3709402443" sldId="785"/>
            <ac:spMk id="8" creationId="{E39F0BCB-1045-40CF-99DF-8636609FA7AA}"/>
          </ac:spMkLst>
        </pc:spChg>
        <pc:spChg chg="mod">
          <ac:chgData name="Karl Michael Höferl" userId="544d2ce1-0a3b-4706-9dfd-c6d69d0e3c8e" providerId="ADAL" clId="{728816E0-0922-4745-AF12-C87F45E7DFA0}" dt="2025-11-07T12:52:04.571" v="464" actId="790"/>
          <ac:spMkLst>
            <pc:docMk/>
            <pc:sldMk cId="3709402443" sldId="785"/>
            <ac:spMk id="9" creationId="{5517ED54-8EC5-A8D7-4D11-297EA5A36905}"/>
          </ac:spMkLst>
        </pc:spChg>
        <pc:spChg chg="mod">
          <ac:chgData name="Karl Michael Höferl" userId="544d2ce1-0a3b-4706-9dfd-c6d69d0e3c8e" providerId="ADAL" clId="{728816E0-0922-4745-AF12-C87F45E7DFA0}" dt="2025-11-07T12:52:04.571" v="465" actId="790"/>
          <ac:spMkLst>
            <pc:docMk/>
            <pc:sldMk cId="3709402443" sldId="785"/>
            <ac:spMk id="10" creationId="{DAA46D37-7AD3-E637-7810-3EBDC225133F}"/>
          </ac:spMkLst>
        </pc:spChg>
        <pc:spChg chg="mod">
          <ac:chgData name="Karl Michael Höferl" userId="544d2ce1-0a3b-4706-9dfd-c6d69d0e3c8e" providerId="ADAL" clId="{728816E0-0922-4745-AF12-C87F45E7DFA0}" dt="2025-11-07T12:52:04.572" v="466" actId="790"/>
          <ac:spMkLst>
            <pc:docMk/>
            <pc:sldMk cId="3709402443" sldId="785"/>
            <ac:spMk id="11" creationId="{BF093B14-F45B-7834-BEF8-31BF9DF12D94}"/>
          </ac:spMkLst>
        </pc:spChg>
        <pc:spChg chg="mod">
          <ac:chgData name="Karl Michael Höferl" userId="544d2ce1-0a3b-4706-9dfd-c6d69d0e3c8e" providerId="ADAL" clId="{728816E0-0922-4745-AF12-C87F45E7DFA0}" dt="2025-11-07T12:52:04.573" v="467" actId="790"/>
          <ac:spMkLst>
            <pc:docMk/>
            <pc:sldMk cId="3709402443" sldId="785"/>
            <ac:spMk id="12" creationId="{3AB8CD44-FCED-C155-1FEF-716E36AA88CC}"/>
          </ac:spMkLst>
        </pc:spChg>
      </pc:sldChg>
      <pc:sldChg chg="modSp del mod">
        <pc:chgData name="Karl Michael Höferl" userId="544d2ce1-0a3b-4706-9dfd-c6d69d0e3c8e" providerId="ADAL" clId="{728816E0-0922-4745-AF12-C87F45E7DFA0}" dt="2025-11-07T12:55:05.307" v="571" actId="18676"/>
        <pc:sldMkLst>
          <pc:docMk/>
          <pc:sldMk cId="3572686872" sldId="786"/>
        </pc:sldMkLst>
        <pc:spChg chg="mod">
          <ac:chgData name="Karl Michael Höferl" userId="544d2ce1-0a3b-4706-9dfd-c6d69d0e3c8e" providerId="ADAL" clId="{728816E0-0922-4745-AF12-C87F45E7DFA0}" dt="2025-11-07T12:52:04.642" v="518" actId="790"/>
          <ac:spMkLst>
            <pc:docMk/>
            <pc:sldMk cId="3572686872" sldId="786"/>
            <ac:spMk id="2" creationId="{D3E2A0CE-D15C-BD1C-E7D9-86779BC7DD6D}"/>
          </ac:spMkLst>
        </pc:spChg>
        <pc:spChg chg="mod">
          <ac:chgData name="Karl Michael Höferl" userId="544d2ce1-0a3b-4706-9dfd-c6d69d0e3c8e" providerId="ADAL" clId="{728816E0-0922-4745-AF12-C87F45E7DFA0}" dt="2025-11-07T12:52:04.643" v="519" actId="790"/>
          <ac:spMkLst>
            <pc:docMk/>
            <pc:sldMk cId="3572686872" sldId="786"/>
            <ac:spMk id="3" creationId="{5794847D-2EBE-55E2-EFDD-3F24E432AB5D}"/>
          </ac:spMkLst>
        </pc:spChg>
        <pc:spChg chg="mod">
          <ac:chgData name="Karl Michael Höferl" userId="544d2ce1-0a3b-4706-9dfd-c6d69d0e3c8e" providerId="ADAL" clId="{728816E0-0922-4745-AF12-C87F45E7DFA0}" dt="2025-11-07T12:52:04.646" v="520" actId="790"/>
          <ac:spMkLst>
            <pc:docMk/>
            <pc:sldMk cId="3572686872" sldId="786"/>
            <ac:spMk id="4" creationId="{971603F5-049A-82AB-A6FB-20D31821944E}"/>
          </ac:spMkLst>
        </pc:spChg>
        <pc:spChg chg="mod">
          <ac:chgData name="Karl Michael Höferl" userId="544d2ce1-0a3b-4706-9dfd-c6d69d0e3c8e" providerId="ADAL" clId="{728816E0-0922-4745-AF12-C87F45E7DFA0}" dt="2025-11-07T12:52:04.646" v="521" actId="790"/>
          <ac:spMkLst>
            <pc:docMk/>
            <pc:sldMk cId="3572686872" sldId="786"/>
            <ac:spMk id="5" creationId="{BA4291E1-FC79-34A4-D66F-40CECD3FC69B}"/>
          </ac:spMkLst>
        </pc:spChg>
        <pc:spChg chg="mod">
          <ac:chgData name="Karl Michael Höferl" userId="544d2ce1-0a3b-4706-9dfd-c6d69d0e3c8e" providerId="ADAL" clId="{728816E0-0922-4745-AF12-C87F45E7DFA0}" dt="2025-11-07T12:52:04.647" v="522" actId="790"/>
          <ac:spMkLst>
            <pc:docMk/>
            <pc:sldMk cId="3572686872" sldId="786"/>
            <ac:spMk id="6" creationId="{01BF5909-E197-B620-4DBD-C1C70FFA59FB}"/>
          </ac:spMkLst>
        </pc:spChg>
      </pc:sldChg>
      <pc:sldChg chg="modSp del mod">
        <pc:chgData name="Karl Michael Höferl" userId="544d2ce1-0a3b-4706-9dfd-c6d69d0e3c8e" providerId="ADAL" clId="{728816E0-0922-4745-AF12-C87F45E7DFA0}" dt="2025-11-07T12:55:05.307" v="571" actId="18676"/>
        <pc:sldMkLst>
          <pc:docMk/>
          <pc:sldMk cId="738546381" sldId="807"/>
        </pc:sldMkLst>
        <pc:spChg chg="mod">
          <ac:chgData name="Karl Michael Höferl" userId="544d2ce1-0a3b-4706-9dfd-c6d69d0e3c8e" providerId="ADAL" clId="{728816E0-0922-4745-AF12-C87F45E7DFA0}" dt="2025-11-07T12:52:04.639" v="514" actId="790"/>
          <ac:spMkLst>
            <pc:docMk/>
            <pc:sldMk cId="738546381" sldId="807"/>
            <ac:spMk id="2" creationId="{AB017282-0ED1-5288-FE00-9AEC6F9E6453}"/>
          </ac:spMkLst>
        </pc:spChg>
        <pc:spChg chg="mod">
          <ac:chgData name="Karl Michael Höferl" userId="544d2ce1-0a3b-4706-9dfd-c6d69d0e3c8e" providerId="ADAL" clId="{728816E0-0922-4745-AF12-C87F45E7DFA0}" dt="2025-11-07T12:52:04.640" v="515" actId="790"/>
          <ac:spMkLst>
            <pc:docMk/>
            <pc:sldMk cId="738546381" sldId="807"/>
            <ac:spMk id="3" creationId="{DCFA5A15-CF4C-6C1D-5EB5-873B784B2BCF}"/>
          </ac:spMkLst>
        </pc:spChg>
        <pc:spChg chg="mod">
          <ac:chgData name="Karl Michael Höferl" userId="544d2ce1-0a3b-4706-9dfd-c6d69d0e3c8e" providerId="ADAL" clId="{728816E0-0922-4745-AF12-C87F45E7DFA0}" dt="2025-11-07T12:52:04.641" v="516" actId="790"/>
          <ac:spMkLst>
            <pc:docMk/>
            <pc:sldMk cId="738546381" sldId="807"/>
            <ac:spMk id="5" creationId="{5D72AF44-1F93-046D-4170-2C21B79A8283}"/>
          </ac:spMkLst>
        </pc:spChg>
        <pc:spChg chg="mod">
          <ac:chgData name="Karl Michael Höferl" userId="544d2ce1-0a3b-4706-9dfd-c6d69d0e3c8e" providerId="ADAL" clId="{728816E0-0922-4745-AF12-C87F45E7DFA0}" dt="2025-11-07T12:52:04.641" v="517" actId="790"/>
          <ac:spMkLst>
            <pc:docMk/>
            <pc:sldMk cId="738546381" sldId="807"/>
            <ac:spMk id="6" creationId="{1F8DD594-5C99-9089-965F-F63AE78E28CD}"/>
          </ac:spMkLst>
        </pc:spChg>
      </pc:sldChg>
      <pc:sldChg chg="modSp del mod">
        <pc:chgData name="Karl Michael Höferl" userId="544d2ce1-0a3b-4706-9dfd-c6d69d0e3c8e" providerId="ADAL" clId="{728816E0-0922-4745-AF12-C87F45E7DFA0}" dt="2025-11-07T12:55:05.307" v="571" actId="18676"/>
        <pc:sldMkLst>
          <pc:docMk/>
          <pc:sldMk cId="3243528047" sldId="808"/>
        </pc:sldMkLst>
        <pc:spChg chg="mod">
          <ac:chgData name="Karl Michael Höferl" userId="544d2ce1-0a3b-4706-9dfd-c6d69d0e3c8e" providerId="ADAL" clId="{728816E0-0922-4745-AF12-C87F45E7DFA0}" dt="2025-11-07T12:52:04.557" v="451" actId="790"/>
          <ac:spMkLst>
            <pc:docMk/>
            <pc:sldMk cId="3243528047" sldId="808"/>
            <ac:spMk id="8" creationId="{5A8C508A-DA12-C5BE-6FFC-0D3B8C855430}"/>
          </ac:spMkLst>
        </pc:spChg>
      </pc:sldChg>
      <pc:sldChg chg="modSp del mod">
        <pc:chgData name="Karl Michael Höferl" userId="544d2ce1-0a3b-4706-9dfd-c6d69d0e3c8e" providerId="ADAL" clId="{728816E0-0922-4745-AF12-C87F45E7DFA0}" dt="2025-11-07T12:55:05.307" v="571" actId="18676"/>
        <pc:sldMkLst>
          <pc:docMk/>
          <pc:sldMk cId="1959795169" sldId="809"/>
        </pc:sldMkLst>
        <pc:spChg chg="mod">
          <ac:chgData name="Karl Michael Höferl" userId="544d2ce1-0a3b-4706-9dfd-c6d69d0e3c8e" providerId="ADAL" clId="{728816E0-0922-4745-AF12-C87F45E7DFA0}" dt="2025-11-07T12:52:04.559" v="452" actId="790"/>
          <ac:spMkLst>
            <pc:docMk/>
            <pc:sldMk cId="1959795169" sldId="809"/>
            <ac:spMk id="2" creationId="{1EA42578-4C07-6DB9-D01E-AF37FC22699B}"/>
          </ac:spMkLst>
        </pc:spChg>
        <pc:spChg chg="mod">
          <ac:chgData name="Karl Michael Höferl" userId="544d2ce1-0a3b-4706-9dfd-c6d69d0e3c8e" providerId="ADAL" clId="{728816E0-0922-4745-AF12-C87F45E7DFA0}" dt="2025-11-07T12:52:04.560" v="453" actId="790"/>
          <ac:spMkLst>
            <pc:docMk/>
            <pc:sldMk cId="1959795169" sldId="809"/>
            <ac:spMk id="3" creationId="{A660C200-0BA3-19AC-9CDD-BCA20D0DD1A9}"/>
          </ac:spMkLst>
        </pc:spChg>
        <pc:spChg chg="mod">
          <ac:chgData name="Karl Michael Höferl" userId="544d2ce1-0a3b-4706-9dfd-c6d69d0e3c8e" providerId="ADAL" clId="{728816E0-0922-4745-AF12-C87F45E7DFA0}" dt="2025-11-07T12:52:04.562" v="456" actId="790"/>
          <ac:spMkLst>
            <pc:docMk/>
            <pc:sldMk cId="1959795169" sldId="809"/>
            <ac:spMk id="4" creationId="{EBB34B76-12FF-F29E-833B-5A0A275AE7DA}"/>
          </ac:spMkLst>
        </pc:spChg>
        <pc:spChg chg="mod">
          <ac:chgData name="Karl Michael Höferl" userId="544d2ce1-0a3b-4706-9dfd-c6d69d0e3c8e" providerId="ADAL" clId="{728816E0-0922-4745-AF12-C87F45E7DFA0}" dt="2025-11-07T12:52:04.561" v="454" actId="790"/>
          <ac:spMkLst>
            <pc:docMk/>
            <pc:sldMk cId="1959795169" sldId="809"/>
            <ac:spMk id="5" creationId="{ADFB62DA-341A-F61F-3362-8EA2DE5FBAD7}"/>
          </ac:spMkLst>
        </pc:spChg>
        <pc:spChg chg="mod">
          <ac:chgData name="Karl Michael Höferl" userId="544d2ce1-0a3b-4706-9dfd-c6d69d0e3c8e" providerId="ADAL" clId="{728816E0-0922-4745-AF12-C87F45E7DFA0}" dt="2025-11-07T12:52:04.562" v="455" actId="790"/>
          <ac:spMkLst>
            <pc:docMk/>
            <pc:sldMk cId="1959795169" sldId="809"/>
            <ac:spMk id="6" creationId="{96B8FCA8-F3B6-7655-38BF-EF17CB0EAC29}"/>
          </ac:spMkLst>
        </pc:spChg>
      </pc:sldChg>
      <pc:sldChg chg="modSp del mod">
        <pc:chgData name="Karl Michael Höferl" userId="544d2ce1-0a3b-4706-9dfd-c6d69d0e3c8e" providerId="ADAL" clId="{728816E0-0922-4745-AF12-C87F45E7DFA0}" dt="2025-11-07T12:55:05.307" v="571" actId="18676"/>
        <pc:sldMkLst>
          <pc:docMk/>
          <pc:sldMk cId="831678063" sldId="810"/>
        </pc:sldMkLst>
        <pc:spChg chg="mod">
          <ac:chgData name="Karl Michael Höferl" userId="544d2ce1-0a3b-4706-9dfd-c6d69d0e3c8e" providerId="ADAL" clId="{728816E0-0922-4745-AF12-C87F45E7DFA0}" dt="2025-11-07T12:52:04.574" v="468" actId="790"/>
          <ac:spMkLst>
            <pc:docMk/>
            <pc:sldMk cId="831678063" sldId="810"/>
            <ac:spMk id="2" creationId="{A9699C26-D0C1-F693-4884-6A02CB888B7E}"/>
          </ac:spMkLst>
        </pc:spChg>
        <pc:spChg chg="mod">
          <ac:chgData name="Karl Michael Höferl" userId="544d2ce1-0a3b-4706-9dfd-c6d69d0e3c8e" providerId="ADAL" clId="{728816E0-0922-4745-AF12-C87F45E7DFA0}" dt="2025-11-07T12:52:04.582" v="472" actId="790"/>
          <ac:spMkLst>
            <pc:docMk/>
            <pc:sldMk cId="831678063" sldId="810"/>
            <ac:spMk id="5" creationId="{8B3065AE-BA5C-3FF2-3650-6D6657A6D761}"/>
          </ac:spMkLst>
        </pc:spChg>
        <pc:spChg chg="mod">
          <ac:chgData name="Karl Michael Höferl" userId="544d2ce1-0a3b-4706-9dfd-c6d69d0e3c8e" providerId="ADAL" clId="{728816E0-0922-4745-AF12-C87F45E7DFA0}" dt="2025-11-07T12:52:04.583" v="473" actId="790"/>
          <ac:spMkLst>
            <pc:docMk/>
            <pc:sldMk cId="831678063" sldId="810"/>
            <ac:spMk id="6" creationId="{DB937C4B-069E-4BD7-6168-F42EEE278A02}"/>
          </ac:spMkLst>
        </pc:spChg>
        <pc:spChg chg="mod">
          <ac:chgData name="Karl Michael Höferl" userId="544d2ce1-0a3b-4706-9dfd-c6d69d0e3c8e" providerId="ADAL" clId="{728816E0-0922-4745-AF12-C87F45E7DFA0}" dt="2025-11-07T12:52:04.576" v="469" actId="790"/>
          <ac:spMkLst>
            <pc:docMk/>
            <pc:sldMk cId="831678063" sldId="810"/>
            <ac:spMk id="7" creationId="{8D4CB3B2-5586-8423-5A64-AD480F5239E9}"/>
          </ac:spMkLst>
        </pc:spChg>
        <pc:spChg chg="mod">
          <ac:chgData name="Karl Michael Höferl" userId="544d2ce1-0a3b-4706-9dfd-c6d69d0e3c8e" providerId="ADAL" clId="{728816E0-0922-4745-AF12-C87F45E7DFA0}" dt="2025-11-07T12:52:04.579" v="470" actId="790"/>
          <ac:spMkLst>
            <pc:docMk/>
            <pc:sldMk cId="831678063" sldId="810"/>
            <ac:spMk id="8" creationId="{21F2774D-B282-9758-0225-212EC32E387E}"/>
          </ac:spMkLst>
        </pc:spChg>
        <pc:spChg chg="mod">
          <ac:chgData name="Karl Michael Höferl" userId="544d2ce1-0a3b-4706-9dfd-c6d69d0e3c8e" providerId="ADAL" clId="{728816E0-0922-4745-AF12-C87F45E7DFA0}" dt="2025-11-07T12:52:04.582" v="471" actId="790"/>
          <ac:spMkLst>
            <pc:docMk/>
            <pc:sldMk cId="831678063" sldId="810"/>
            <ac:spMk id="9" creationId="{7B4B5FB1-8314-1BEC-26B2-17535B1AFA0E}"/>
          </ac:spMkLst>
        </pc:spChg>
      </pc:sldChg>
      <pc:sldChg chg="modSp del mod">
        <pc:chgData name="Karl Michael Höferl" userId="544d2ce1-0a3b-4706-9dfd-c6d69d0e3c8e" providerId="ADAL" clId="{728816E0-0922-4745-AF12-C87F45E7DFA0}" dt="2025-11-07T12:55:05.307" v="571" actId="18676"/>
        <pc:sldMkLst>
          <pc:docMk/>
          <pc:sldMk cId="3303152037" sldId="811"/>
        </pc:sldMkLst>
        <pc:spChg chg="mod">
          <ac:chgData name="Karl Michael Höferl" userId="544d2ce1-0a3b-4706-9dfd-c6d69d0e3c8e" providerId="ADAL" clId="{728816E0-0922-4745-AF12-C87F45E7DFA0}" dt="2025-11-07T12:52:04.584" v="474" actId="790"/>
          <ac:spMkLst>
            <pc:docMk/>
            <pc:sldMk cId="3303152037" sldId="811"/>
            <ac:spMk id="2" creationId="{37466D7B-CF9C-A350-F345-5BAF3CCED0EA}"/>
          </ac:spMkLst>
        </pc:spChg>
        <pc:spChg chg="mod">
          <ac:chgData name="Karl Michael Höferl" userId="544d2ce1-0a3b-4706-9dfd-c6d69d0e3c8e" providerId="ADAL" clId="{728816E0-0922-4745-AF12-C87F45E7DFA0}" dt="2025-11-07T12:52:04.592" v="478" actId="790"/>
          <ac:spMkLst>
            <pc:docMk/>
            <pc:sldMk cId="3303152037" sldId="811"/>
            <ac:spMk id="5" creationId="{3DE3C97C-B27E-9F40-C366-5BD674906081}"/>
          </ac:spMkLst>
        </pc:spChg>
        <pc:spChg chg="mod">
          <ac:chgData name="Karl Michael Höferl" userId="544d2ce1-0a3b-4706-9dfd-c6d69d0e3c8e" providerId="ADAL" clId="{728816E0-0922-4745-AF12-C87F45E7DFA0}" dt="2025-11-07T12:52:04.592" v="479" actId="790"/>
          <ac:spMkLst>
            <pc:docMk/>
            <pc:sldMk cId="3303152037" sldId="811"/>
            <ac:spMk id="6" creationId="{728FD022-C3ED-C9B0-8D85-1FDDFFCAA867}"/>
          </ac:spMkLst>
        </pc:spChg>
        <pc:spChg chg="mod">
          <ac:chgData name="Karl Michael Höferl" userId="544d2ce1-0a3b-4706-9dfd-c6d69d0e3c8e" providerId="ADAL" clId="{728816E0-0922-4745-AF12-C87F45E7DFA0}" dt="2025-11-07T12:52:04.585" v="475" actId="790"/>
          <ac:spMkLst>
            <pc:docMk/>
            <pc:sldMk cId="3303152037" sldId="811"/>
            <ac:spMk id="7" creationId="{119703C1-7F2A-36AA-4D04-1DA489549C4D}"/>
          </ac:spMkLst>
        </pc:spChg>
        <pc:spChg chg="mod">
          <ac:chgData name="Karl Michael Höferl" userId="544d2ce1-0a3b-4706-9dfd-c6d69d0e3c8e" providerId="ADAL" clId="{728816E0-0922-4745-AF12-C87F45E7DFA0}" dt="2025-11-07T12:52:04.588" v="476" actId="790"/>
          <ac:spMkLst>
            <pc:docMk/>
            <pc:sldMk cId="3303152037" sldId="811"/>
            <ac:spMk id="8" creationId="{307FB974-12CF-6243-2472-8445B2D919EF}"/>
          </ac:spMkLst>
        </pc:spChg>
        <pc:spChg chg="mod">
          <ac:chgData name="Karl Michael Höferl" userId="544d2ce1-0a3b-4706-9dfd-c6d69d0e3c8e" providerId="ADAL" clId="{728816E0-0922-4745-AF12-C87F45E7DFA0}" dt="2025-11-07T12:52:04.591" v="477" actId="790"/>
          <ac:spMkLst>
            <pc:docMk/>
            <pc:sldMk cId="3303152037" sldId="811"/>
            <ac:spMk id="9" creationId="{6AA769F7-6B46-D6B4-94DC-B0F8F41ACD78}"/>
          </ac:spMkLst>
        </pc:spChg>
      </pc:sldChg>
      <pc:sldChg chg="modSp del mod">
        <pc:chgData name="Karl Michael Höferl" userId="544d2ce1-0a3b-4706-9dfd-c6d69d0e3c8e" providerId="ADAL" clId="{728816E0-0922-4745-AF12-C87F45E7DFA0}" dt="2025-11-07T12:55:05.307" v="571" actId="18676"/>
        <pc:sldMkLst>
          <pc:docMk/>
          <pc:sldMk cId="3590375843" sldId="812"/>
        </pc:sldMkLst>
        <pc:spChg chg="mod">
          <ac:chgData name="Karl Michael Höferl" userId="544d2ce1-0a3b-4706-9dfd-c6d69d0e3c8e" providerId="ADAL" clId="{728816E0-0922-4745-AF12-C87F45E7DFA0}" dt="2025-11-07T12:52:04.601" v="486" actId="790"/>
          <ac:spMkLst>
            <pc:docMk/>
            <pc:sldMk cId="3590375843" sldId="812"/>
            <ac:spMk id="2" creationId="{A33CF520-D56C-6C79-48E6-220AF3895C3B}"/>
          </ac:spMkLst>
        </pc:spChg>
        <pc:spChg chg="mod">
          <ac:chgData name="Karl Michael Höferl" userId="544d2ce1-0a3b-4706-9dfd-c6d69d0e3c8e" providerId="ADAL" clId="{728816E0-0922-4745-AF12-C87F45E7DFA0}" dt="2025-11-07T12:52:04.608" v="490" actId="790"/>
          <ac:spMkLst>
            <pc:docMk/>
            <pc:sldMk cId="3590375843" sldId="812"/>
            <ac:spMk id="5" creationId="{718100DF-1539-B60C-0FE1-76102AE21D3D}"/>
          </ac:spMkLst>
        </pc:spChg>
        <pc:spChg chg="mod">
          <ac:chgData name="Karl Michael Höferl" userId="544d2ce1-0a3b-4706-9dfd-c6d69d0e3c8e" providerId="ADAL" clId="{728816E0-0922-4745-AF12-C87F45E7DFA0}" dt="2025-11-07T12:52:04.609" v="491" actId="790"/>
          <ac:spMkLst>
            <pc:docMk/>
            <pc:sldMk cId="3590375843" sldId="812"/>
            <ac:spMk id="6" creationId="{0BE673DE-B756-2C33-247E-567D8E3CBC88}"/>
          </ac:spMkLst>
        </pc:spChg>
        <pc:spChg chg="mod">
          <ac:chgData name="Karl Michael Höferl" userId="544d2ce1-0a3b-4706-9dfd-c6d69d0e3c8e" providerId="ADAL" clId="{728816E0-0922-4745-AF12-C87F45E7DFA0}" dt="2025-11-07T12:52:04.602" v="487" actId="790"/>
          <ac:spMkLst>
            <pc:docMk/>
            <pc:sldMk cId="3590375843" sldId="812"/>
            <ac:spMk id="7" creationId="{034FE639-39A4-9C9A-6E67-63A4A2067BFC}"/>
          </ac:spMkLst>
        </pc:spChg>
        <pc:spChg chg="mod">
          <ac:chgData name="Karl Michael Höferl" userId="544d2ce1-0a3b-4706-9dfd-c6d69d0e3c8e" providerId="ADAL" clId="{728816E0-0922-4745-AF12-C87F45E7DFA0}" dt="2025-11-07T12:52:04.604" v="488" actId="790"/>
          <ac:spMkLst>
            <pc:docMk/>
            <pc:sldMk cId="3590375843" sldId="812"/>
            <ac:spMk id="8" creationId="{C31E3F56-BE77-7CC7-14B4-44AA64C5B782}"/>
          </ac:spMkLst>
        </pc:spChg>
        <pc:spChg chg="mod">
          <ac:chgData name="Karl Michael Höferl" userId="544d2ce1-0a3b-4706-9dfd-c6d69d0e3c8e" providerId="ADAL" clId="{728816E0-0922-4745-AF12-C87F45E7DFA0}" dt="2025-11-07T12:52:04.607" v="489" actId="790"/>
          <ac:spMkLst>
            <pc:docMk/>
            <pc:sldMk cId="3590375843" sldId="812"/>
            <ac:spMk id="9" creationId="{90C47CE0-E928-E87A-5E10-54E77A38D04F}"/>
          </ac:spMkLst>
        </pc:spChg>
      </pc:sldChg>
      <pc:sldChg chg="modSp del mod">
        <pc:chgData name="Karl Michael Höferl" userId="544d2ce1-0a3b-4706-9dfd-c6d69d0e3c8e" providerId="ADAL" clId="{728816E0-0922-4745-AF12-C87F45E7DFA0}" dt="2025-11-07T12:55:05.307" v="571" actId="18676"/>
        <pc:sldMkLst>
          <pc:docMk/>
          <pc:sldMk cId="926068852" sldId="813"/>
        </pc:sldMkLst>
        <pc:spChg chg="mod">
          <ac:chgData name="Karl Michael Höferl" userId="544d2ce1-0a3b-4706-9dfd-c6d69d0e3c8e" providerId="ADAL" clId="{728816E0-0922-4745-AF12-C87F45E7DFA0}" dt="2025-11-07T12:52:04.610" v="492" actId="790"/>
          <ac:spMkLst>
            <pc:docMk/>
            <pc:sldMk cId="926068852" sldId="813"/>
            <ac:spMk id="2" creationId="{D531C607-69EC-FABA-5995-A78C1FA26C03}"/>
          </ac:spMkLst>
        </pc:spChg>
        <pc:spChg chg="mod">
          <ac:chgData name="Karl Michael Höferl" userId="544d2ce1-0a3b-4706-9dfd-c6d69d0e3c8e" providerId="ADAL" clId="{728816E0-0922-4745-AF12-C87F45E7DFA0}" dt="2025-11-07T12:52:04.618" v="496" actId="790"/>
          <ac:spMkLst>
            <pc:docMk/>
            <pc:sldMk cId="926068852" sldId="813"/>
            <ac:spMk id="5" creationId="{12DD2E36-C3A3-ACBE-4C0B-AAC8CD986362}"/>
          </ac:spMkLst>
        </pc:spChg>
        <pc:spChg chg="mod">
          <ac:chgData name="Karl Michael Höferl" userId="544d2ce1-0a3b-4706-9dfd-c6d69d0e3c8e" providerId="ADAL" clId="{728816E0-0922-4745-AF12-C87F45E7DFA0}" dt="2025-11-07T12:52:04.619" v="497" actId="790"/>
          <ac:spMkLst>
            <pc:docMk/>
            <pc:sldMk cId="926068852" sldId="813"/>
            <ac:spMk id="6" creationId="{E2BD87C0-DE9C-6738-14CE-C8593D444776}"/>
          </ac:spMkLst>
        </pc:spChg>
        <pc:spChg chg="mod">
          <ac:chgData name="Karl Michael Höferl" userId="544d2ce1-0a3b-4706-9dfd-c6d69d0e3c8e" providerId="ADAL" clId="{728816E0-0922-4745-AF12-C87F45E7DFA0}" dt="2025-11-07T12:52:04.611" v="493" actId="790"/>
          <ac:spMkLst>
            <pc:docMk/>
            <pc:sldMk cId="926068852" sldId="813"/>
            <ac:spMk id="7" creationId="{5357ABF9-CD62-A7A8-5EC4-95764E761C1D}"/>
          </ac:spMkLst>
        </pc:spChg>
        <pc:spChg chg="mod">
          <ac:chgData name="Karl Michael Höferl" userId="544d2ce1-0a3b-4706-9dfd-c6d69d0e3c8e" providerId="ADAL" clId="{728816E0-0922-4745-AF12-C87F45E7DFA0}" dt="2025-11-07T12:52:04.614" v="494" actId="790"/>
          <ac:spMkLst>
            <pc:docMk/>
            <pc:sldMk cId="926068852" sldId="813"/>
            <ac:spMk id="8" creationId="{C9DBC340-F2F8-1D81-484E-77A2518ED636}"/>
          </ac:spMkLst>
        </pc:spChg>
        <pc:spChg chg="mod">
          <ac:chgData name="Karl Michael Höferl" userId="544d2ce1-0a3b-4706-9dfd-c6d69d0e3c8e" providerId="ADAL" clId="{728816E0-0922-4745-AF12-C87F45E7DFA0}" dt="2025-11-07T12:52:04.617" v="495" actId="790"/>
          <ac:spMkLst>
            <pc:docMk/>
            <pc:sldMk cId="926068852" sldId="813"/>
            <ac:spMk id="9" creationId="{719D18D1-D3F4-BD4F-A312-76E958990A44}"/>
          </ac:spMkLst>
        </pc:spChg>
      </pc:sldChg>
      <pc:sldChg chg="modSp del mod">
        <pc:chgData name="Karl Michael Höferl" userId="544d2ce1-0a3b-4706-9dfd-c6d69d0e3c8e" providerId="ADAL" clId="{728816E0-0922-4745-AF12-C87F45E7DFA0}" dt="2025-11-07T12:55:05.307" v="571" actId="18676"/>
        <pc:sldMkLst>
          <pc:docMk/>
          <pc:sldMk cId="170372200" sldId="814"/>
        </pc:sldMkLst>
        <pc:spChg chg="mod">
          <ac:chgData name="Karl Michael Höferl" userId="544d2ce1-0a3b-4706-9dfd-c6d69d0e3c8e" providerId="ADAL" clId="{728816E0-0922-4745-AF12-C87F45E7DFA0}" dt="2025-11-07T12:52:04.619" v="498" actId="790"/>
          <ac:spMkLst>
            <pc:docMk/>
            <pc:sldMk cId="170372200" sldId="814"/>
            <ac:spMk id="2" creationId="{21309AB9-C46D-E4F7-2197-24CF4A795757}"/>
          </ac:spMkLst>
        </pc:spChg>
        <pc:spChg chg="mod">
          <ac:chgData name="Karl Michael Höferl" userId="544d2ce1-0a3b-4706-9dfd-c6d69d0e3c8e" providerId="ADAL" clId="{728816E0-0922-4745-AF12-C87F45E7DFA0}" dt="2025-11-07T12:52:04.627" v="502" actId="790"/>
          <ac:spMkLst>
            <pc:docMk/>
            <pc:sldMk cId="170372200" sldId="814"/>
            <ac:spMk id="5" creationId="{B1752CFE-0A45-B656-5CFB-6AAFF0F8EC6D}"/>
          </ac:spMkLst>
        </pc:spChg>
        <pc:spChg chg="mod">
          <ac:chgData name="Karl Michael Höferl" userId="544d2ce1-0a3b-4706-9dfd-c6d69d0e3c8e" providerId="ADAL" clId="{728816E0-0922-4745-AF12-C87F45E7DFA0}" dt="2025-11-07T12:52:04.628" v="503" actId="790"/>
          <ac:spMkLst>
            <pc:docMk/>
            <pc:sldMk cId="170372200" sldId="814"/>
            <ac:spMk id="6" creationId="{1FE510DA-9AE1-6938-9546-7348D762E518}"/>
          </ac:spMkLst>
        </pc:spChg>
        <pc:spChg chg="mod">
          <ac:chgData name="Karl Michael Höferl" userId="544d2ce1-0a3b-4706-9dfd-c6d69d0e3c8e" providerId="ADAL" clId="{728816E0-0922-4745-AF12-C87F45E7DFA0}" dt="2025-11-07T12:52:04.620" v="499" actId="790"/>
          <ac:spMkLst>
            <pc:docMk/>
            <pc:sldMk cId="170372200" sldId="814"/>
            <ac:spMk id="7" creationId="{7DD78FCA-008F-0814-40D7-D06DFD512A8D}"/>
          </ac:spMkLst>
        </pc:spChg>
        <pc:spChg chg="mod">
          <ac:chgData name="Karl Michael Höferl" userId="544d2ce1-0a3b-4706-9dfd-c6d69d0e3c8e" providerId="ADAL" clId="{728816E0-0922-4745-AF12-C87F45E7DFA0}" dt="2025-11-07T12:52:04.623" v="500" actId="790"/>
          <ac:spMkLst>
            <pc:docMk/>
            <pc:sldMk cId="170372200" sldId="814"/>
            <ac:spMk id="8" creationId="{2059C6BF-3E07-A479-3695-E00C96480A26}"/>
          </ac:spMkLst>
        </pc:spChg>
        <pc:spChg chg="mod">
          <ac:chgData name="Karl Michael Höferl" userId="544d2ce1-0a3b-4706-9dfd-c6d69d0e3c8e" providerId="ADAL" clId="{728816E0-0922-4745-AF12-C87F45E7DFA0}" dt="2025-11-07T12:52:04.626" v="501" actId="790"/>
          <ac:spMkLst>
            <pc:docMk/>
            <pc:sldMk cId="170372200" sldId="814"/>
            <ac:spMk id="9" creationId="{D2B8AAC3-600A-1EDE-0480-7D2E205C8ECE}"/>
          </ac:spMkLst>
        </pc:spChg>
      </pc:sldChg>
      <pc:sldChg chg="modSp del mod">
        <pc:chgData name="Karl Michael Höferl" userId="544d2ce1-0a3b-4706-9dfd-c6d69d0e3c8e" providerId="ADAL" clId="{728816E0-0922-4745-AF12-C87F45E7DFA0}" dt="2025-11-07T12:55:05.307" v="571" actId="18676"/>
        <pc:sldMkLst>
          <pc:docMk/>
          <pc:sldMk cId="2187678791" sldId="815"/>
        </pc:sldMkLst>
        <pc:spChg chg="mod">
          <ac:chgData name="Karl Michael Höferl" userId="544d2ce1-0a3b-4706-9dfd-c6d69d0e3c8e" providerId="ADAL" clId="{728816E0-0922-4745-AF12-C87F45E7DFA0}" dt="2025-11-07T12:52:04.593" v="480" actId="790"/>
          <ac:spMkLst>
            <pc:docMk/>
            <pc:sldMk cId="2187678791" sldId="815"/>
            <ac:spMk id="2" creationId="{4599AD3C-D4B7-16C3-E93A-E96DD12A43E7}"/>
          </ac:spMkLst>
        </pc:spChg>
        <pc:spChg chg="mod">
          <ac:chgData name="Karl Michael Höferl" userId="544d2ce1-0a3b-4706-9dfd-c6d69d0e3c8e" providerId="ADAL" clId="{728816E0-0922-4745-AF12-C87F45E7DFA0}" dt="2025-11-07T12:52:04.599" v="484" actId="790"/>
          <ac:spMkLst>
            <pc:docMk/>
            <pc:sldMk cId="2187678791" sldId="815"/>
            <ac:spMk id="5" creationId="{B5CDD813-1C5B-EEF8-AFD1-FE4E7B6D2785}"/>
          </ac:spMkLst>
        </pc:spChg>
        <pc:spChg chg="mod">
          <ac:chgData name="Karl Michael Höferl" userId="544d2ce1-0a3b-4706-9dfd-c6d69d0e3c8e" providerId="ADAL" clId="{728816E0-0922-4745-AF12-C87F45E7DFA0}" dt="2025-11-07T12:52:04.600" v="485" actId="790"/>
          <ac:spMkLst>
            <pc:docMk/>
            <pc:sldMk cId="2187678791" sldId="815"/>
            <ac:spMk id="6" creationId="{7D503157-7765-C010-29BC-D618C1A66B1A}"/>
          </ac:spMkLst>
        </pc:spChg>
        <pc:spChg chg="mod">
          <ac:chgData name="Karl Michael Höferl" userId="544d2ce1-0a3b-4706-9dfd-c6d69d0e3c8e" providerId="ADAL" clId="{728816E0-0922-4745-AF12-C87F45E7DFA0}" dt="2025-11-07T12:52:04.594" v="481" actId="790"/>
          <ac:spMkLst>
            <pc:docMk/>
            <pc:sldMk cId="2187678791" sldId="815"/>
            <ac:spMk id="7" creationId="{AB165644-4BB1-1724-D470-2F5D5FDCACA2}"/>
          </ac:spMkLst>
        </pc:spChg>
        <pc:spChg chg="mod">
          <ac:chgData name="Karl Michael Höferl" userId="544d2ce1-0a3b-4706-9dfd-c6d69d0e3c8e" providerId="ADAL" clId="{728816E0-0922-4745-AF12-C87F45E7DFA0}" dt="2025-11-07T12:52:04.596" v="482" actId="790"/>
          <ac:spMkLst>
            <pc:docMk/>
            <pc:sldMk cId="2187678791" sldId="815"/>
            <ac:spMk id="8" creationId="{D4B6BE63-44F5-E9D0-BA13-0EB5155A42EC}"/>
          </ac:spMkLst>
        </pc:spChg>
        <pc:spChg chg="mod">
          <ac:chgData name="Karl Michael Höferl" userId="544d2ce1-0a3b-4706-9dfd-c6d69d0e3c8e" providerId="ADAL" clId="{728816E0-0922-4745-AF12-C87F45E7DFA0}" dt="2025-11-07T12:52:04.598" v="483" actId="790"/>
          <ac:spMkLst>
            <pc:docMk/>
            <pc:sldMk cId="2187678791" sldId="815"/>
            <ac:spMk id="9" creationId="{3D95CAAC-E448-7274-9C57-06D7DBA2AF59}"/>
          </ac:spMkLst>
        </pc:spChg>
      </pc:sldChg>
      <pc:sldChg chg="modSp del mod">
        <pc:chgData name="Karl Michael Höferl" userId="544d2ce1-0a3b-4706-9dfd-c6d69d0e3c8e" providerId="ADAL" clId="{728816E0-0922-4745-AF12-C87F45E7DFA0}" dt="2025-11-07T12:55:05.307" v="571" actId="18676"/>
        <pc:sldMkLst>
          <pc:docMk/>
          <pc:sldMk cId="1801252817" sldId="816"/>
        </pc:sldMkLst>
        <pc:spChg chg="mod">
          <ac:chgData name="Karl Michael Höferl" userId="544d2ce1-0a3b-4706-9dfd-c6d69d0e3c8e" providerId="ADAL" clId="{728816E0-0922-4745-AF12-C87F45E7DFA0}" dt="2025-11-07T12:52:04.629" v="504" actId="790"/>
          <ac:spMkLst>
            <pc:docMk/>
            <pc:sldMk cId="1801252817" sldId="816"/>
            <ac:spMk id="2" creationId="{6C659E68-E1A2-2516-442C-4D4927AF0032}"/>
          </ac:spMkLst>
        </pc:spChg>
        <pc:spChg chg="mod">
          <ac:chgData name="Karl Michael Höferl" userId="544d2ce1-0a3b-4706-9dfd-c6d69d0e3c8e" providerId="ADAL" clId="{728816E0-0922-4745-AF12-C87F45E7DFA0}" dt="2025-11-07T12:52:04.630" v="505" actId="790"/>
          <ac:spMkLst>
            <pc:docMk/>
            <pc:sldMk cId="1801252817" sldId="816"/>
            <ac:spMk id="3" creationId="{F33CA1F7-361D-3ACD-D786-53688E6BD118}"/>
          </ac:spMkLst>
        </pc:spChg>
        <pc:spChg chg="mod">
          <ac:chgData name="Karl Michael Höferl" userId="544d2ce1-0a3b-4706-9dfd-c6d69d0e3c8e" providerId="ADAL" clId="{728816E0-0922-4745-AF12-C87F45E7DFA0}" dt="2025-11-07T12:52:04.632" v="506" actId="790"/>
          <ac:spMkLst>
            <pc:docMk/>
            <pc:sldMk cId="1801252817" sldId="816"/>
            <ac:spMk id="4" creationId="{6F5E4C15-A7CD-A02C-94EF-1C3D81038493}"/>
          </ac:spMkLst>
        </pc:spChg>
        <pc:spChg chg="mod">
          <ac:chgData name="Karl Michael Höferl" userId="544d2ce1-0a3b-4706-9dfd-c6d69d0e3c8e" providerId="ADAL" clId="{728816E0-0922-4745-AF12-C87F45E7DFA0}" dt="2025-11-07T12:52:04.633" v="507" actId="790"/>
          <ac:spMkLst>
            <pc:docMk/>
            <pc:sldMk cId="1801252817" sldId="816"/>
            <ac:spMk id="5" creationId="{0AC47833-D59F-ACDF-C100-BA231C84F1B6}"/>
          </ac:spMkLst>
        </pc:spChg>
        <pc:spChg chg="mod">
          <ac:chgData name="Karl Michael Höferl" userId="544d2ce1-0a3b-4706-9dfd-c6d69d0e3c8e" providerId="ADAL" clId="{728816E0-0922-4745-AF12-C87F45E7DFA0}" dt="2025-11-07T12:52:04.633" v="508" actId="790"/>
          <ac:spMkLst>
            <pc:docMk/>
            <pc:sldMk cId="1801252817" sldId="816"/>
            <ac:spMk id="6" creationId="{DB36CC76-1BE8-09A5-E1DC-DA87A1F591A2}"/>
          </ac:spMkLst>
        </pc:spChg>
      </pc:sldChg>
      <pc:sldChg chg="modSp del mod">
        <pc:chgData name="Karl Michael Höferl" userId="544d2ce1-0a3b-4706-9dfd-c6d69d0e3c8e" providerId="ADAL" clId="{728816E0-0922-4745-AF12-C87F45E7DFA0}" dt="2025-11-07T12:55:05.307" v="571" actId="18676"/>
        <pc:sldMkLst>
          <pc:docMk/>
          <pc:sldMk cId="2044310408" sldId="817"/>
        </pc:sldMkLst>
        <pc:spChg chg="mod">
          <ac:chgData name="Karl Michael Höferl" userId="544d2ce1-0a3b-4706-9dfd-c6d69d0e3c8e" providerId="ADAL" clId="{728816E0-0922-4745-AF12-C87F45E7DFA0}" dt="2025-11-07T12:52:04.634" v="509" actId="790"/>
          <ac:spMkLst>
            <pc:docMk/>
            <pc:sldMk cId="2044310408" sldId="817"/>
            <ac:spMk id="2" creationId="{0A8D55D0-0026-BBEA-AF38-3C021EF34F33}"/>
          </ac:spMkLst>
        </pc:spChg>
        <pc:spChg chg="mod">
          <ac:chgData name="Karl Michael Höferl" userId="544d2ce1-0a3b-4706-9dfd-c6d69d0e3c8e" providerId="ADAL" clId="{728816E0-0922-4745-AF12-C87F45E7DFA0}" dt="2025-11-07T12:52:04.635" v="510" actId="790"/>
          <ac:spMkLst>
            <pc:docMk/>
            <pc:sldMk cId="2044310408" sldId="817"/>
            <ac:spMk id="3" creationId="{79362EB4-7993-A782-C6FD-B1BF81FB015D}"/>
          </ac:spMkLst>
        </pc:spChg>
        <pc:spChg chg="mod">
          <ac:chgData name="Karl Michael Höferl" userId="544d2ce1-0a3b-4706-9dfd-c6d69d0e3c8e" providerId="ADAL" clId="{728816E0-0922-4745-AF12-C87F45E7DFA0}" dt="2025-11-07T12:52:04.637" v="511" actId="790"/>
          <ac:spMkLst>
            <pc:docMk/>
            <pc:sldMk cId="2044310408" sldId="817"/>
            <ac:spMk id="4" creationId="{1A8B5DA6-331B-CB4C-AB94-A33A26A6D04D}"/>
          </ac:spMkLst>
        </pc:spChg>
        <pc:spChg chg="mod">
          <ac:chgData name="Karl Michael Höferl" userId="544d2ce1-0a3b-4706-9dfd-c6d69d0e3c8e" providerId="ADAL" clId="{728816E0-0922-4745-AF12-C87F45E7DFA0}" dt="2025-11-07T12:52:04.637" v="512" actId="790"/>
          <ac:spMkLst>
            <pc:docMk/>
            <pc:sldMk cId="2044310408" sldId="817"/>
            <ac:spMk id="5" creationId="{D67BFCA3-57BC-EB21-13BD-6E4D2D135AC0}"/>
          </ac:spMkLst>
        </pc:spChg>
        <pc:spChg chg="mod">
          <ac:chgData name="Karl Michael Höferl" userId="544d2ce1-0a3b-4706-9dfd-c6d69d0e3c8e" providerId="ADAL" clId="{728816E0-0922-4745-AF12-C87F45E7DFA0}" dt="2025-11-07T12:52:04.638" v="513" actId="790"/>
          <ac:spMkLst>
            <pc:docMk/>
            <pc:sldMk cId="2044310408" sldId="817"/>
            <ac:spMk id="6" creationId="{EA1A8D31-3933-9F1A-C3C6-3FBCC79D345F}"/>
          </ac:spMkLst>
        </pc:spChg>
      </pc:sldChg>
      <pc:sldChg chg="addSp delSp modSp add mod">
        <pc:chgData name="Karl Michael Höferl" userId="544d2ce1-0a3b-4706-9dfd-c6d69d0e3c8e" providerId="ADAL" clId="{728816E0-0922-4745-AF12-C87F45E7DFA0}" dt="2025-11-07T13:49:33.391" v="1297" actId="790"/>
        <pc:sldMkLst>
          <pc:docMk/>
          <pc:sldMk cId="749603672" sldId="818"/>
        </pc:sldMkLst>
        <pc:spChg chg="mod">
          <ac:chgData name="Karl Michael Höferl" userId="544d2ce1-0a3b-4706-9dfd-c6d69d0e3c8e" providerId="ADAL" clId="{728816E0-0922-4745-AF12-C87F45E7DFA0}" dt="2025-11-07T13:49:33.388" v="1293" actId="790"/>
          <ac:spMkLst>
            <pc:docMk/>
            <pc:sldMk cId="749603672" sldId="818"/>
            <ac:spMk id="2" creationId="{B8918CF4-40E7-2FB9-A911-2AF846079693}"/>
          </ac:spMkLst>
        </pc:spChg>
        <pc:spChg chg="mod">
          <ac:chgData name="Karl Michael Höferl" userId="544d2ce1-0a3b-4706-9dfd-c6d69d0e3c8e" providerId="ADAL" clId="{728816E0-0922-4745-AF12-C87F45E7DFA0}" dt="2025-11-07T13:49:33.389" v="1294" actId="790"/>
          <ac:spMkLst>
            <pc:docMk/>
            <pc:sldMk cId="749603672" sldId="818"/>
            <ac:spMk id="3" creationId="{749EAFB1-9088-8DE3-1D71-CE8B3DB3C6C2}"/>
          </ac:spMkLst>
        </pc:spChg>
        <pc:spChg chg="mod">
          <ac:chgData name="Karl Michael Höferl" userId="544d2ce1-0a3b-4706-9dfd-c6d69d0e3c8e" providerId="ADAL" clId="{728816E0-0922-4745-AF12-C87F45E7DFA0}" dt="2025-11-07T13:49:33.390" v="1295" actId="790"/>
          <ac:spMkLst>
            <pc:docMk/>
            <pc:sldMk cId="749603672" sldId="818"/>
            <ac:spMk id="5" creationId="{3D783241-D8E2-D854-0739-FEED9FCE86A8}"/>
          </ac:spMkLst>
        </pc:spChg>
        <pc:spChg chg="mod">
          <ac:chgData name="Karl Michael Höferl" userId="544d2ce1-0a3b-4706-9dfd-c6d69d0e3c8e" providerId="ADAL" clId="{728816E0-0922-4745-AF12-C87F45E7DFA0}" dt="2025-11-07T13:49:33.390" v="1296" actId="790"/>
          <ac:spMkLst>
            <pc:docMk/>
            <pc:sldMk cId="749603672" sldId="818"/>
            <ac:spMk id="6" creationId="{26A6AB61-6103-2FA8-CD99-055AFE5047FE}"/>
          </ac:spMkLst>
        </pc:spChg>
        <pc:spChg chg="del">
          <ac:chgData name="Karl Michael Höferl" userId="544d2ce1-0a3b-4706-9dfd-c6d69d0e3c8e" providerId="ADAL" clId="{728816E0-0922-4745-AF12-C87F45E7DFA0}" dt="2025-11-07T12:43:40.329" v="45" actId="478"/>
          <ac:spMkLst>
            <pc:docMk/>
            <pc:sldMk cId="749603672" sldId="818"/>
            <ac:spMk id="8" creationId="{31A8F9A1-441D-9764-3D7F-E7C0922D3BBE}"/>
          </ac:spMkLst>
        </pc:spChg>
        <pc:spChg chg="add mod">
          <ac:chgData name="Karl Michael Höferl" userId="544d2ce1-0a3b-4706-9dfd-c6d69d0e3c8e" providerId="ADAL" clId="{728816E0-0922-4745-AF12-C87F45E7DFA0}" dt="2025-11-07T13:49:33.391" v="1297" actId="790"/>
          <ac:spMkLst>
            <pc:docMk/>
            <pc:sldMk cId="749603672" sldId="818"/>
            <ac:spMk id="9" creationId="{5739F676-A53A-FF51-3ECE-44A6BB1F20C8}"/>
          </ac:spMkLst>
        </pc:spChg>
      </pc:sldChg>
      <pc:sldChg chg="modSp add mod">
        <pc:chgData name="Karl Michael Höferl" userId="544d2ce1-0a3b-4706-9dfd-c6d69d0e3c8e" providerId="ADAL" clId="{728816E0-0922-4745-AF12-C87F45E7DFA0}" dt="2025-11-07T13:49:33.434" v="1344" actId="790"/>
        <pc:sldMkLst>
          <pc:docMk/>
          <pc:sldMk cId="1565709913" sldId="819"/>
        </pc:sldMkLst>
        <pc:spChg chg="mod">
          <ac:chgData name="Karl Michael Höferl" userId="544d2ce1-0a3b-4706-9dfd-c6d69d0e3c8e" providerId="ADAL" clId="{728816E0-0922-4745-AF12-C87F45E7DFA0}" dt="2025-11-07T13:49:33.431" v="1340" actId="790"/>
          <ac:spMkLst>
            <pc:docMk/>
            <pc:sldMk cId="1565709913" sldId="819"/>
            <ac:spMk id="2" creationId="{5E0FE2E1-56C8-6114-A54A-7DEC33FB1375}"/>
          </ac:spMkLst>
        </pc:spChg>
        <pc:spChg chg="mod">
          <ac:chgData name="Karl Michael Höferl" userId="544d2ce1-0a3b-4706-9dfd-c6d69d0e3c8e" providerId="ADAL" clId="{728816E0-0922-4745-AF12-C87F45E7DFA0}" dt="2025-11-07T13:49:33.432" v="1341" actId="790"/>
          <ac:spMkLst>
            <pc:docMk/>
            <pc:sldMk cId="1565709913" sldId="819"/>
            <ac:spMk id="3" creationId="{E54D1272-190E-87D7-F9A9-E0DBD4BB9EB8}"/>
          </ac:spMkLst>
        </pc:spChg>
        <pc:spChg chg="mod">
          <ac:chgData name="Karl Michael Höferl" userId="544d2ce1-0a3b-4706-9dfd-c6d69d0e3c8e" providerId="ADAL" clId="{728816E0-0922-4745-AF12-C87F45E7DFA0}" dt="2025-11-07T13:49:33.434" v="1344" actId="790"/>
          <ac:spMkLst>
            <pc:docMk/>
            <pc:sldMk cId="1565709913" sldId="819"/>
            <ac:spMk id="4" creationId="{E090B814-368D-30D0-5E88-4504F846D13A}"/>
          </ac:spMkLst>
        </pc:spChg>
        <pc:spChg chg="mod">
          <ac:chgData name="Karl Michael Höferl" userId="544d2ce1-0a3b-4706-9dfd-c6d69d0e3c8e" providerId="ADAL" clId="{728816E0-0922-4745-AF12-C87F45E7DFA0}" dt="2025-11-07T13:49:33.433" v="1342" actId="790"/>
          <ac:spMkLst>
            <pc:docMk/>
            <pc:sldMk cId="1565709913" sldId="819"/>
            <ac:spMk id="5" creationId="{F0D9263F-57FC-36B9-6B12-C9A5430822BC}"/>
          </ac:spMkLst>
        </pc:spChg>
        <pc:spChg chg="mod">
          <ac:chgData name="Karl Michael Höferl" userId="544d2ce1-0a3b-4706-9dfd-c6d69d0e3c8e" providerId="ADAL" clId="{728816E0-0922-4745-AF12-C87F45E7DFA0}" dt="2025-11-07T13:49:33.433" v="1343" actId="790"/>
          <ac:spMkLst>
            <pc:docMk/>
            <pc:sldMk cId="1565709913" sldId="819"/>
            <ac:spMk id="6" creationId="{68B78070-FE79-A846-F09F-A2DA415E7E09}"/>
          </ac:spMkLst>
        </pc:spChg>
      </pc:sldChg>
      <pc:sldChg chg="addSp delSp modSp new mod">
        <pc:chgData name="Karl Michael Höferl" userId="544d2ce1-0a3b-4706-9dfd-c6d69d0e3c8e" providerId="ADAL" clId="{728816E0-0922-4745-AF12-C87F45E7DFA0}" dt="2025-11-07T13:49:33.671" v="1577" actId="790"/>
        <pc:sldMkLst>
          <pc:docMk/>
          <pc:sldMk cId="4217302226" sldId="820"/>
        </pc:sldMkLst>
        <pc:spChg chg="mod">
          <ac:chgData name="Karl Michael Höferl" userId="544d2ce1-0a3b-4706-9dfd-c6d69d0e3c8e" providerId="ADAL" clId="{728816E0-0922-4745-AF12-C87F45E7DFA0}" dt="2025-11-07T13:49:33.667" v="1574" actId="790"/>
          <ac:spMkLst>
            <pc:docMk/>
            <pc:sldMk cId="4217302226" sldId="820"/>
            <ac:spMk id="2" creationId="{0BE5F667-CBD6-6F65-B383-A23C166967C1}"/>
          </ac:spMkLst>
        </pc:spChg>
        <pc:spChg chg="mod">
          <ac:chgData name="Karl Michael Höferl" userId="544d2ce1-0a3b-4706-9dfd-c6d69d0e3c8e" providerId="ADAL" clId="{728816E0-0922-4745-AF12-C87F45E7DFA0}" dt="2025-11-07T13:49:33.668" v="1575" actId="790"/>
          <ac:spMkLst>
            <pc:docMk/>
            <pc:sldMk cId="4217302226" sldId="820"/>
            <ac:spMk id="3" creationId="{439EACD6-0A12-B101-99F5-047296DD2315}"/>
          </ac:spMkLst>
        </pc:spChg>
        <pc:spChg chg="del">
          <ac:chgData name="Karl Michael Höferl" userId="544d2ce1-0a3b-4706-9dfd-c6d69d0e3c8e" providerId="ADAL" clId="{728816E0-0922-4745-AF12-C87F45E7DFA0}" dt="2025-11-07T13:10:38.343" v="594" actId="22"/>
          <ac:spMkLst>
            <pc:docMk/>
            <pc:sldMk cId="4217302226" sldId="820"/>
            <ac:spMk id="4" creationId="{00EF3946-6B53-F2A6-82C6-811A1BE395B0}"/>
          </ac:spMkLst>
        </pc:spChg>
        <pc:spChg chg="mod">
          <ac:chgData name="Karl Michael Höferl" userId="544d2ce1-0a3b-4706-9dfd-c6d69d0e3c8e" providerId="ADAL" clId="{728816E0-0922-4745-AF12-C87F45E7DFA0}" dt="2025-11-07T13:49:33.669" v="1576" actId="790"/>
          <ac:spMkLst>
            <pc:docMk/>
            <pc:sldMk cId="4217302226" sldId="820"/>
            <ac:spMk id="5" creationId="{119AD1CD-44C8-8F7C-6627-61077FAC43D2}"/>
          </ac:spMkLst>
        </pc:spChg>
        <pc:spChg chg="mod">
          <ac:chgData name="Karl Michael Höferl" userId="544d2ce1-0a3b-4706-9dfd-c6d69d0e3c8e" providerId="ADAL" clId="{728816E0-0922-4745-AF12-C87F45E7DFA0}" dt="2025-11-07T13:49:33.671" v="1577" actId="790"/>
          <ac:spMkLst>
            <pc:docMk/>
            <pc:sldMk cId="4217302226" sldId="820"/>
            <ac:spMk id="6" creationId="{65173BA0-B811-FD53-C987-F9046F78AF53}"/>
          </ac:spMkLst>
        </pc:spChg>
        <pc:picChg chg="add mod ord">
          <ac:chgData name="Karl Michael Höferl" userId="544d2ce1-0a3b-4706-9dfd-c6d69d0e3c8e" providerId="ADAL" clId="{728816E0-0922-4745-AF12-C87F45E7DFA0}" dt="2025-11-07T13:11:43.032" v="638" actId="1076"/>
          <ac:picMkLst>
            <pc:docMk/>
            <pc:sldMk cId="4217302226" sldId="820"/>
            <ac:picMk id="8" creationId="{8083C935-23F6-DCCE-01BD-7A6590ABD056}"/>
          </ac:picMkLst>
        </pc:picChg>
      </pc:sldChg>
      <pc:sldChg chg="add del">
        <pc:chgData name="Karl Michael Höferl" userId="544d2ce1-0a3b-4706-9dfd-c6d69d0e3c8e" providerId="ADAL" clId="{728816E0-0922-4745-AF12-C87F45E7DFA0}" dt="2025-11-07T13:12:07.555" v="640" actId="47"/>
        <pc:sldMkLst>
          <pc:docMk/>
          <pc:sldMk cId="358881890" sldId="821"/>
        </pc:sldMkLst>
      </pc:sldChg>
      <pc:sldChg chg="modSp add mod">
        <pc:chgData name="Karl Michael Höferl" userId="544d2ce1-0a3b-4706-9dfd-c6d69d0e3c8e" providerId="ADAL" clId="{728816E0-0922-4745-AF12-C87F45E7DFA0}" dt="2025-11-07T13:49:33.546" v="1446" actId="790"/>
        <pc:sldMkLst>
          <pc:docMk/>
          <pc:sldMk cId="1682034208" sldId="821"/>
        </pc:sldMkLst>
        <pc:spChg chg="mod">
          <ac:chgData name="Karl Michael Höferl" userId="544d2ce1-0a3b-4706-9dfd-c6d69d0e3c8e" providerId="ADAL" clId="{728816E0-0922-4745-AF12-C87F45E7DFA0}" dt="2025-11-07T13:49:33.543" v="1442" actId="790"/>
          <ac:spMkLst>
            <pc:docMk/>
            <pc:sldMk cId="1682034208" sldId="821"/>
            <ac:spMk id="2" creationId="{823199FF-3E76-1E86-3564-C406B88D03E4}"/>
          </ac:spMkLst>
        </pc:spChg>
        <pc:spChg chg="mod">
          <ac:chgData name="Karl Michael Höferl" userId="544d2ce1-0a3b-4706-9dfd-c6d69d0e3c8e" providerId="ADAL" clId="{728816E0-0922-4745-AF12-C87F45E7DFA0}" dt="2025-11-07T13:49:33.544" v="1443" actId="790"/>
          <ac:spMkLst>
            <pc:docMk/>
            <pc:sldMk cId="1682034208" sldId="821"/>
            <ac:spMk id="3" creationId="{DA6DE2D5-C2C0-FD98-3BB7-30AC9C7F4D80}"/>
          </ac:spMkLst>
        </pc:spChg>
        <pc:spChg chg="mod">
          <ac:chgData name="Karl Michael Höferl" userId="544d2ce1-0a3b-4706-9dfd-c6d69d0e3c8e" providerId="ADAL" clId="{728816E0-0922-4745-AF12-C87F45E7DFA0}" dt="2025-11-07T13:49:33.545" v="1444" actId="790"/>
          <ac:spMkLst>
            <pc:docMk/>
            <pc:sldMk cId="1682034208" sldId="821"/>
            <ac:spMk id="5" creationId="{4EC54C65-B9B1-6A4E-0CC2-D675AD3D7017}"/>
          </ac:spMkLst>
        </pc:spChg>
        <pc:spChg chg="mod">
          <ac:chgData name="Karl Michael Höferl" userId="544d2ce1-0a3b-4706-9dfd-c6d69d0e3c8e" providerId="ADAL" clId="{728816E0-0922-4745-AF12-C87F45E7DFA0}" dt="2025-11-07T13:49:33.545" v="1445" actId="790"/>
          <ac:spMkLst>
            <pc:docMk/>
            <pc:sldMk cId="1682034208" sldId="821"/>
            <ac:spMk id="6" creationId="{E2AC9B08-2E55-1AC2-EB64-EF1D60688C7E}"/>
          </ac:spMkLst>
        </pc:spChg>
        <pc:spChg chg="mod">
          <ac:chgData name="Karl Michael Höferl" userId="544d2ce1-0a3b-4706-9dfd-c6d69d0e3c8e" providerId="ADAL" clId="{728816E0-0922-4745-AF12-C87F45E7DFA0}" dt="2025-11-07T13:49:33.546" v="1446" actId="790"/>
          <ac:spMkLst>
            <pc:docMk/>
            <pc:sldMk cId="1682034208" sldId="821"/>
            <ac:spMk id="9" creationId="{9EF4DF79-D8D1-6DE8-E89C-85886AA86DDC}"/>
          </ac:spMkLst>
        </pc:spChg>
      </pc:sldChg>
      <pc:sldChg chg="modSp add mod">
        <pc:chgData name="Karl Michael Höferl" userId="544d2ce1-0a3b-4706-9dfd-c6d69d0e3c8e" providerId="ADAL" clId="{728816E0-0922-4745-AF12-C87F45E7DFA0}" dt="2025-11-07T13:49:33.704" v="1613" actId="790"/>
        <pc:sldMkLst>
          <pc:docMk/>
          <pc:sldMk cId="4179739053" sldId="822"/>
        </pc:sldMkLst>
        <pc:spChg chg="mod">
          <ac:chgData name="Karl Michael Höferl" userId="544d2ce1-0a3b-4706-9dfd-c6d69d0e3c8e" providerId="ADAL" clId="{728816E0-0922-4745-AF12-C87F45E7DFA0}" dt="2025-11-07T13:49:33.702" v="1610" actId="790"/>
          <ac:spMkLst>
            <pc:docMk/>
            <pc:sldMk cId="4179739053" sldId="822"/>
            <ac:spMk id="2" creationId="{B09B695A-F216-A790-E183-8D9A420069DC}"/>
          </ac:spMkLst>
        </pc:spChg>
        <pc:spChg chg="mod">
          <ac:chgData name="Karl Michael Höferl" userId="544d2ce1-0a3b-4706-9dfd-c6d69d0e3c8e" providerId="ADAL" clId="{728816E0-0922-4745-AF12-C87F45E7DFA0}" dt="2025-11-07T13:49:33.702" v="1611" actId="790"/>
          <ac:spMkLst>
            <pc:docMk/>
            <pc:sldMk cId="4179739053" sldId="822"/>
            <ac:spMk id="3" creationId="{03E44DB5-C2C7-052C-7B6F-2C2727B53513}"/>
          </ac:spMkLst>
        </pc:spChg>
        <pc:spChg chg="mod">
          <ac:chgData name="Karl Michael Höferl" userId="544d2ce1-0a3b-4706-9dfd-c6d69d0e3c8e" providerId="ADAL" clId="{728816E0-0922-4745-AF12-C87F45E7DFA0}" dt="2025-11-07T13:49:33.703" v="1612" actId="790"/>
          <ac:spMkLst>
            <pc:docMk/>
            <pc:sldMk cId="4179739053" sldId="822"/>
            <ac:spMk id="5" creationId="{CD395DAA-B825-A537-25F3-C89489467BED}"/>
          </ac:spMkLst>
        </pc:spChg>
        <pc:spChg chg="mod">
          <ac:chgData name="Karl Michael Höferl" userId="544d2ce1-0a3b-4706-9dfd-c6d69d0e3c8e" providerId="ADAL" clId="{728816E0-0922-4745-AF12-C87F45E7DFA0}" dt="2025-11-07T13:49:33.704" v="1613" actId="790"/>
          <ac:spMkLst>
            <pc:docMk/>
            <pc:sldMk cId="4179739053" sldId="822"/>
            <ac:spMk id="6" creationId="{B596263E-9DE3-3F03-8E0B-7376934C9449}"/>
          </ac:spMkLst>
        </pc:spChg>
        <pc:picChg chg="mod">
          <ac:chgData name="Karl Michael Höferl" userId="544d2ce1-0a3b-4706-9dfd-c6d69d0e3c8e" providerId="ADAL" clId="{728816E0-0922-4745-AF12-C87F45E7DFA0}" dt="2025-11-07T13:21:55.443" v="855" actId="14100"/>
          <ac:picMkLst>
            <pc:docMk/>
            <pc:sldMk cId="4179739053" sldId="822"/>
            <ac:picMk id="9" creationId="{06A8EFA6-3E0A-519B-1954-84CAB3A8274C}"/>
          </ac:picMkLst>
        </pc:picChg>
        <pc:picChg chg="mod">
          <ac:chgData name="Karl Michael Höferl" userId="544d2ce1-0a3b-4706-9dfd-c6d69d0e3c8e" providerId="ADAL" clId="{728816E0-0922-4745-AF12-C87F45E7DFA0}" dt="2025-11-07T13:21:55.443" v="855" actId="14100"/>
          <ac:picMkLst>
            <pc:docMk/>
            <pc:sldMk cId="4179739053" sldId="822"/>
            <ac:picMk id="1026" creationId="{47581717-0A36-C079-8BC2-8C2AF22A5FE8}"/>
          </ac:picMkLst>
        </pc:picChg>
      </pc:sldChg>
      <pc:sldChg chg="modSp add mod">
        <pc:chgData name="Karl Michael Höferl" userId="544d2ce1-0a3b-4706-9dfd-c6d69d0e3c8e" providerId="ADAL" clId="{728816E0-0922-4745-AF12-C87F45E7DFA0}" dt="2025-11-07T14:18:53.234" v="1814"/>
        <pc:sldMkLst>
          <pc:docMk/>
          <pc:sldMk cId="4253956275" sldId="823"/>
        </pc:sldMkLst>
        <pc:spChg chg="mod">
          <ac:chgData name="Karl Michael Höferl" userId="544d2ce1-0a3b-4706-9dfd-c6d69d0e3c8e" providerId="ADAL" clId="{728816E0-0922-4745-AF12-C87F45E7DFA0}" dt="2025-11-07T13:49:33.538" v="1437" actId="790"/>
          <ac:spMkLst>
            <pc:docMk/>
            <pc:sldMk cId="4253956275" sldId="823"/>
            <ac:spMk id="2" creationId="{2DDAECB8-4177-FC2B-0349-1CE799AFB49E}"/>
          </ac:spMkLst>
        </pc:spChg>
        <pc:spChg chg="mod">
          <ac:chgData name="Karl Michael Höferl" userId="544d2ce1-0a3b-4706-9dfd-c6d69d0e3c8e" providerId="ADAL" clId="{728816E0-0922-4745-AF12-C87F45E7DFA0}" dt="2025-11-07T13:49:33.539" v="1438" actId="790"/>
          <ac:spMkLst>
            <pc:docMk/>
            <pc:sldMk cId="4253956275" sldId="823"/>
            <ac:spMk id="3" creationId="{6731391C-8698-526B-C1DD-AF00777C0494}"/>
          </ac:spMkLst>
        </pc:spChg>
        <pc:spChg chg="mod">
          <ac:chgData name="Karl Michael Höferl" userId="544d2ce1-0a3b-4706-9dfd-c6d69d0e3c8e" providerId="ADAL" clId="{728816E0-0922-4745-AF12-C87F45E7DFA0}" dt="2025-11-07T13:49:33.540" v="1439" actId="790"/>
          <ac:spMkLst>
            <pc:docMk/>
            <pc:sldMk cId="4253956275" sldId="823"/>
            <ac:spMk id="5" creationId="{5AB6D2C8-449E-2364-5489-71DBDD4FFA68}"/>
          </ac:spMkLst>
        </pc:spChg>
        <pc:spChg chg="mod">
          <ac:chgData name="Karl Michael Höferl" userId="544d2ce1-0a3b-4706-9dfd-c6d69d0e3c8e" providerId="ADAL" clId="{728816E0-0922-4745-AF12-C87F45E7DFA0}" dt="2025-11-07T13:49:33.541" v="1440" actId="790"/>
          <ac:spMkLst>
            <pc:docMk/>
            <pc:sldMk cId="4253956275" sldId="823"/>
            <ac:spMk id="6" creationId="{4A6DD147-3521-9B74-8A54-1529E632B252}"/>
          </ac:spMkLst>
        </pc:spChg>
        <pc:picChg chg="mod">
          <ac:chgData name="Karl Michael Höferl" userId="544d2ce1-0a3b-4706-9dfd-c6d69d0e3c8e" providerId="ADAL" clId="{728816E0-0922-4745-AF12-C87F45E7DFA0}" dt="2025-11-07T14:18:53.234" v="1814"/>
          <ac:picMkLst>
            <pc:docMk/>
            <pc:sldMk cId="4253956275" sldId="823"/>
            <ac:picMk id="9" creationId="{CFC02807-F6E1-7638-C11C-4931BB25FF3D}"/>
          </ac:picMkLst>
        </pc:picChg>
      </pc:sldChg>
      <pc:sldChg chg="modSp new mod">
        <pc:chgData name="Karl Michael Höferl" userId="544d2ce1-0a3b-4706-9dfd-c6d69d0e3c8e" providerId="ADAL" clId="{728816E0-0922-4745-AF12-C87F45E7DFA0}" dt="2025-11-07T13:49:33.683" v="1591" actId="790"/>
        <pc:sldMkLst>
          <pc:docMk/>
          <pc:sldMk cId="1243384588" sldId="824"/>
        </pc:sldMkLst>
        <pc:spChg chg="mod">
          <ac:chgData name="Karl Michael Höferl" userId="544d2ce1-0a3b-4706-9dfd-c6d69d0e3c8e" providerId="ADAL" clId="{728816E0-0922-4745-AF12-C87F45E7DFA0}" dt="2025-11-07T13:49:33.678" v="1587" actId="790"/>
          <ac:spMkLst>
            <pc:docMk/>
            <pc:sldMk cId="1243384588" sldId="824"/>
            <ac:spMk id="2" creationId="{E2F05895-CF5B-93D0-F4F9-A70996E386C0}"/>
          </ac:spMkLst>
        </pc:spChg>
        <pc:spChg chg="mod">
          <ac:chgData name="Karl Michael Höferl" userId="544d2ce1-0a3b-4706-9dfd-c6d69d0e3c8e" providerId="ADAL" clId="{728816E0-0922-4745-AF12-C87F45E7DFA0}" dt="2025-11-07T13:49:33.679" v="1588" actId="790"/>
          <ac:spMkLst>
            <pc:docMk/>
            <pc:sldMk cId="1243384588" sldId="824"/>
            <ac:spMk id="3" creationId="{50EB6ED6-E11F-D5D8-843C-9F323D7202F4}"/>
          </ac:spMkLst>
        </pc:spChg>
        <pc:spChg chg="mod">
          <ac:chgData name="Karl Michael Höferl" userId="544d2ce1-0a3b-4706-9dfd-c6d69d0e3c8e" providerId="ADAL" clId="{728816E0-0922-4745-AF12-C87F45E7DFA0}" dt="2025-11-07T13:49:33.681" v="1589" actId="790"/>
          <ac:spMkLst>
            <pc:docMk/>
            <pc:sldMk cId="1243384588" sldId="824"/>
            <ac:spMk id="4" creationId="{306BF73F-F746-C8EC-D035-B4027AFFF8E9}"/>
          </ac:spMkLst>
        </pc:spChg>
        <pc:spChg chg="mod">
          <ac:chgData name="Karl Michael Höferl" userId="544d2ce1-0a3b-4706-9dfd-c6d69d0e3c8e" providerId="ADAL" clId="{728816E0-0922-4745-AF12-C87F45E7DFA0}" dt="2025-11-07T13:49:33.682" v="1590" actId="790"/>
          <ac:spMkLst>
            <pc:docMk/>
            <pc:sldMk cId="1243384588" sldId="824"/>
            <ac:spMk id="5" creationId="{AB6B1769-B82E-17D4-74B9-3B065C6B6099}"/>
          </ac:spMkLst>
        </pc:spChg>
        <pc:spChg chg="mod">
          <ac:chgData name="Karl Michael Höferl" userId="544d2ce1-0a3b-4706-9dfd-c6d69d0e3c8e" providerId="ADAL" clId="{728816E0-0922-4745-AF12-C87F45E7DFA0}" dt="2025-11-07T13:49:33.683" v="1591" actId="790"/>
          <ac:spMkLst>
            <pc:docMk/>
            <pc:sldMk cId="1243384588" sldId="824"/>
            <ac:spMk id="6" creationId="{5ED98B22-1355-3E65-E380-A0575E663881}"/>
          </ac:spMkLst>
        </pc:spChg>
      </pc:sldChg>
      <pc:sldChg chg="addSp modSp new mod modAnim">
        <pc:chgData name="Karl Michael Höferl" userId="544d2ce1-0a3b-4706-9dfd-c6d69d0e3c8e" providerId="ADAL" clId="{728816E0-0922-4745-AF12-C87F45E7DFA0}" dt="2025-11-07T13:49:33.691" v="1596" actId="790"/>
        <pc:sldMkLst>
          <pc:docMk/>
          <pc:sldMk cId="403838444" sldId="825"/>
        </pc:sldMkLst>
        <pc:spChg chg="mod">
          <ac:chgData name="Karl Michael Höferl" userId="544d2ce1-0a3b-4706-9dfd-c6d69d0e3c8e" providerId="ADAL" clId="{728816E0-0922-4745-AF12-C87F45E7DFA0}" dt="2025-11-07T13:49:33.683" v="1592" actId="790"/>
          <ac:spMkLst>
            <pc:docMk/>
            <pc:sldMk cId="403838444" sldId="825"/>
            <ac:spMk id="2" creationId="{4EBB1BEE-9CBE-0A1D-9CDF-7F05D97D079D}"/>
          </ac:spMkLst>
        </pc:spChg>
        <pc:spChg chg="mod">
          <ac:chgData name="Karl Michael Höferl" userId="544d2ce1-0a3b-4706-9dfd-c6d69d0e3c8e" providerId="ADAL" clId="{728816E0-0922-4745-AF12-C87F45E7DFA0}" dt="2025-11-07T13:49:33.684" v="1593" actId="790"/>
          <ac:spMkLst>
            <pc:docMk/>
            <pc:sldMk cId="403838444" sldId="825"/>
            <ac:spMk id="3" creationId="{39EFEDAB-FCFC-8605-816B-4CB064D24A45}"/>
          </ac:spMkLst>
        </pc:spChg>
        <pc:spChg chg="mod">
          <ac:chgData name="Karl Michael Höferl" userId="544d2ce1-0a3b-4706-9dfd-c6d69d0e3c8e" providerId="ADAL" clId="{728816E0-0922-4745-AF12-C87F45E7DFA0}" dt="2025-11-07T13:49:33.689" v="1594" actId="790"/>
          <ac:spMkLst>
            <pc:docMk/>
            <pc:sldMk cId="403838444" sldId="825"/>
            <ac:spMk id="4" creationId="{552E0D15-45DC-AAC9-BFF1-A079372F1A76}"/>
          </ac:spMkLst>
        </pc:spChg>
        <pc:spChg chg="mod">
          <ac:chgData name="Karl Michael Höferl" userId="544d2ce1-0a3b-4706-9dfd-c6d69d0e3c8e" providerId="ADAL" clId="{728816E0-0922-4745-AF12-C87F45E7DFA0}" dt="2025-11-07T13:49:33.690" v="1595" actId="790"/>
          <ac:spMkLst>
            <pc:docMk/>
            <pc:sldMk cId="403838444" sldId="825"/>
            <ac:spMk id="5" creationId="{E8C3BAA8-88B3-8FF1-BEA2-046EB0986737}"/>
          </ac:spMkLst>
        </pc:spChg>
        <pc:spChg chg="mod">
          <ac:chgData name="Karl Michael Höferl" userId="544d2ce1-0a3b-4706-9dfd-c6d69d0e3c8e" providerId="ADAL" clId="{728816E0-0922-4745-AF12-C87F45E7DFA0}" dt="2025-11-07T13:49:33.691" v="1596" actId="790"/>
          <ac:spMkLst>
            <pc:docMk/>
            <pc:sldMk cId="403838444" sldId="825"/>
            <ac:spMk id="6" creationId="{7F1D8893-1919-CF6D-3B72-8C94C30D1401}"/>
          </ac:spMkLst>
        </pc:spChg>
        <pc:picChg chg="add mod">
          <ac:chgData name="Karl Michael Höferl" userId="544d2ce1-0a3b-4706-9dfd-c6d69d0e3c8e" providerId="ADAL" clId="{728816E0-0922-4745-AF12-C87F45E7DFA0}" dt="2025-11-07T13:45:00.519" v="1104" actId="1076"/>
          <ac:picMkLst>
            <pc:docMk/>
            <pc:sldMk cId="403838444" sldId="825"/>
            <ac:picMk id="7" creationId="{200690ED-CC15-4952-3CAE-CFD54014193F}"/>
          </ac:picMkLst>
        </pc:picChg>
      </pc:sldChg>
      <pc:sldChg chg="addSp delSp modSp add mod modAnim">
        <pc:chgData name="Karl Michael Höferl" userId="544d2ce1-0a3b-4706-9dfd-c6d69d0e3c8e" providerId="ADAL" clId="{728816E0-0922-4745-AF12-C87F45E7DFA0}" dt="2025-11-07T14:31:42.362" v="2002" actId="478"/>
        <pc:sldMkLst>
          <pc:docMk/>
          <pc:sldMk cId="1123114934" sldId="826"/>
        </pc:sldMkLst>
        <pc:spChg chg="mod">
          <ac:chgData name="Karl Michael Höferl" userId="544d2ce1-0a3b-4706-9dfd-c6d69d0e3c8e" providerId="ADAL" clId="{728816E0-0922-4745-AF12-C87F45E7DFA0}" dt="2025-11-07T13:49:33.691" v="1597" actId="790"/>
          <ac:spMkLst>
            <pc:docMk/>
            <pc:sldMk cId="1123114934" sldId="826"/>
            <ac:spMk id="2" creationId="{F95C6D32-BDF1-C8CC-B63D-B4F84DAE06DC}"/>
          </ac:spMkLst>
        </pc:spChg>
        <pc:spChg chg="mod">
          <ac:chgData name="Karl Michael Höferl" userId="544d2ce1-0a3b-4706-9dfd-c6d69d0e3c8e" providerId="ADAL" clId="{728816E0-0922-4745-AF12-C87F45E7DFA0}" dt="2025-11-07T13:49:33.692" v="1598" actId="790"/>
          <ac:spMkLst>
            <pc:docMk/>
            <pc:sldMk cId="1123114934" sldId="826"/>
            <ac:spMk id="3" creationId="{B9D06FDF-7D9E-9ED3-83EE-FE6A2153A5E0}"/>
          </ac:spMkLst>
        </pc:spChg>
        <pc:spChg chg="mod">
          <ac:chgData name="Karl Michael Höferl" userId="544d2ce1-0a3b-4706-9dfd-c6d69d0e3c8e" providerId="ADAL" clId="{728816E0-0922-4745-AF12-C87F45E7DFA0}" dt="2025-11-07T13:49:33.693" v="1599" actId="790"/>
          <ac:spMkLst>
            <pc:docMk/>
            <pc:sldMk cId="1123114934" sldId="826"/>
            <ac:spMk id="4" creationId="{0B8964AF-3CB1-32A8-21FC-9DDFADB9D193}"/>
          </ac:spMkLst>
        </pc:spChg>
        <pc:spChg chg="mod">
          <ac:chgData name="Karl Michael Höferl" userId="544d2ce1-0a3b-4706-9dfd-c6d69d0e3c8e" providerId="ADAL" clId="{728816E0-0922-4745-AF12-C87F45E7DFA0}" dt="2025-11-07T13:49:33.694" v="1600" actId="790"/>
          <ac:spMkLst>
            <pc:docMk/>
            <pc:sldMk cId="1123114934" sldId="826"/>
            <ac:spMk id="5" creationId="{36A360CA-F4B5-951D-79CE-6028E3DEAD98}"/>
          </ac:spMkLst>
        </pc:spChg>
        <pc:spChg chg="mod">
          <ac:chgData name="Karl Michael Höferl" userId="544d2ce1-0a3b-4706-9dfd-c6d69d0e3c8e" providerId="ADAL" clId="{728816E0-0922-4745-AF12-C87F45E7DFA0}" dt="2025-11-07T13:49:33.695" v="1601" actId="790"/>
          <ac:spMkLst>
            <pc:docMk/>
            <pc:sldMk cId="1123114934" sldId="826"/>
            <ac:spMk id="6" creationId="{7731DE0B-6188-9C25-79F2-D21DCFA3C287}"/>
          </ac:spMkLst>
        </pc:spChg>
        <pc:spChg chg="add del mod">
          <ac:chgData name="Karl Michael Höferl" userId="544d2ce1-0a3b-4706-9dfd-c6d69d0e3c8e" providerId="ADAL" clId="{728816E0-0922-4745-AF12-C87F45E7DFA0}" dt="2025-11-07T14:31:42.362" v="2002" actId="478"/>
          <ac:spMkLst>
            <pc:docMk/>
            <pc:sldMk cId="1123114934" sldId="826"/>
            <ac:spMk id="9" creationId="{5D5C5912-B01E-2226-352C-EDC7058D415C}"/>
          </ac:spMkLst>
        </pc:spChg>
        <pc:spChg chg="add del mod">
          <ac:chgData name="Karl Michael Höferl" userId="544d2ce1-0a3b-4706-9dfd-c6d69d0e3c8e" providerId="ADAL" clId="{728816E0-0922-4745-AF12-C87F45E7DFA0}" dt="2025-11-07T14:31:42.362" v="2002" actId="478"/>
          <ac:spMkLst>
            <pc:docMk/>
            <pc:sldMk cId="1123114934" sldId="826"/>
            <ac:spMk id="10" creationId="{71C18EAB-7152-13D6-4A6F-442002398E45}"/>
          </ac:spMkLst>
        </pc:spChg>
        <pc:graphicFrameChg chg="add mod modGraphic">
          <ac:chgData name="Karl Michael Höferl" userId="544d2ce1-0a3b-4706-9dfd-c6d69d0e3c8e" providerId="ADAL" clId="{728816E0-0922-4745-AF12-C87F45E7DFA0}" dt="2025-11-07T14:30:56.930" v="2000" actId="20577"/>
          <ac:graphicFrameMkLst>
            <pc:docMk/>
            <pc:sldMk cId="1123114934" sldId="826"/>
            <ac:graphicFrameMk id="8" creationId="{A94D5EEC-61C8-F442-9EAE-3854A98F2C5A}"/>
          </ac:graphicFrameMkLst>
        </pc:graphicFrameChg>
        <pc:picChg chg="del">
          <ac:chgData name="Karl Michael Höferl" userId="544d2ce1-0a3b-4706-9dfd-c6d69d0e3c8e" providerId="ADAL" clId="{728816E0-0922-4745-AF12-C87F45E7DFA0}" dt="2025-11-07T13:46:45.939" v="1125" actId="478"/>
          <ac:picMkLst>
            <pc:docMk/>
            <pc:sldMk cId="1123114934" sldId="826"/>
            <ac:picMk id="7" creationId="{2DE638DC-EEF9-4B0A-009D-0DE7FF4BD38A}"/>
          </ac:picMkLst>
        </pc:picChg>
      </pc:sldChg>
      <pc:sldChg chg="new del">
        <pc:chgData name="Karl Michael Höferl" userId="544d2ce1-0a3b-4706-9dfd-c6d69d0e3c8e" providerId="ADAL" clId="{728816E0-0922-4745-AF12-C87F45E7DFA0}" dt="2025-11-07T13:52:12.846" v="1745" actId="47"/>
        <pc:sldMkLst>
          <pc:docMk/>
          <pc:sldMk cId="548912063" sldId="827"/>
        </pc:sldMkLst>
      </pc:sldChg>
      <pc:sldChg chg="delSp modSp add mod">
        <pc:chgData name="Karl Michael Höferl" userId="544d2ce1-0a3b-4706-9dfd-c6d69d0e3c8e" providerId="ADAL" clId="{728816E0-0922-4745-AF12-C87F45E7DFA0}" dt="2025-11-07T13:54:09.809" v="1799" actId="242"/>
        <pc:sldMkLst>
          <pc:docMk/>
          <pc:sldMk cId="1258675814" sldId="828"/>
        </pc:sldMkLst>
        <pc:spChg chg="mod">
          <ac:chgData name="Karl Michael Höferl" userId="544d2ce1-0a3b-4706-9dfd-c6d69d0e3c8e" providerId="ADAL" clId="{728816E0-0922-4745-AF12-C87F45E7DFA0}" dt="2025-11-07T13:54:09.809" v="1799" actId="242"/>
          <ac:spMkLst>
            <pc:docMk/>
            <pc:sldMk cId="1258675814" sldId="828"/>
            <ac:spMk id="4" creationId="{7579B78B-9999-735E-83FD-75A5AAB028F9}"/>
          </ac:spMkLst>
        </pc:spChg>
        <pc:graphicFrameChg chg="del">
          <ac:chgData name="Karl Michael Höferl" userId="544d2ce1-0a3b-4706-9dfd-c6d69d0e3c8e" providerId="ADAL" clId="{728816E0-0922-4745-AF12-C87F45E7DFA0}" dt="2025-11-07T13:52:23.583" v="1746" actId="478"/>
          <ac:graphicFrameMkLst>
            <pc:docMk/>
            <pc:sldMk cId="1258675814" sldId="828"/>
            <ac:graphicFrameMk id="8" creationId="{D60D2CDE-79C9-ADF0-8F64-3882E027714B}"/>
          </ac:graphicFrameMkLst>
        </pc:graphicFrameChg>
      </pc:sldChg>
      <pc:sldChg chg="add del">
        <pc:chgData name="Karl Michael Höferl" userId="544d2ce1-0a3b-4706-9dfd-c6d69d0e3c8e" providerId="ADAL" clId="{728816E0-0922-4745-AF12-C87F45E7DFA0}" dt="2025-11-07T14:17:11.595" v="1803" actId="47"/>
        <pc:sldMkLst>
          <pc:docMk/>
          <pc:sldMk cId="469494714" sldId="829"/>
        </pc:sldMkLst>
      </pc:sldChg>
      <pc:sldChg chg="add">
        <pc:chgData name="Karl Michael Höferl" userId="544d2ce1-0a3b-4706-9dfd-c6d69d0e3c8e" providerId="ADAL" clId="{728816E0-0922-4745-AF12-C87F45E7DFA0}" dt="2025-11-07T14:17:31.221" v="1804"/>
        <pc:sldMkLst>
          <pc:docMk/>
          <pc:sldMk cId="1508425471" sldId="829"/>
        </pc:sldMkLst>
      </pc:sldChg>
      <pc:sldChg chg="add">
        <pc:chgData name="Karl Michael Höferl" userId="544d2ce1-0a3b-4706-9dfd-c6d69d0e3c8e" providerId="ADAL" clId="{728816E0-0922-4745-AF12-C87F45E7DFA0}" dt="2025-11-07T14:17:42.625" v="1806"/>
        <pc:sldMkLst>
          <pc:docMk/>
          <pc:sldMk cId="4063220174" sldId="830"/>
        </pc:sldMkLst>
      </pc:sldChg>
      <pc:sldChg chg="add">
        <pc:chgData name="Karl Michael Höferl" userId="544d2ce1-0a3b-4706-9dfd-c6d69d0e3c8e" providerId="ADAL" clId="{728816E0-0922-4745-AF12-C87F45E7DFA0}" dt="2025-11-07T14:17:57.808" v="1808"/>
        <pc:sldMkLst>
          <pc:docMk/>
          <pc:sldMk cId="68155577" sldId="831"/>
        </pc:sldMkLst>
      </pc:sldChg>
      <pc:sldChg chg="add">
        <pc:chgData name="Karl Michael Höferl" userId="544d2ce1-0a3b-4706-9dfd-c6d69d0e3c8e" providerId="ADAL" clId="{728816E0-0922-4745-AF12-C87F45E7DFA0}" dt="2025-11-07T14:18:08.430" v="1810"/>
        <pc:sldMkLst>
          <pc:docMk/>
          <pc:sldMk cId="3891496608" sldId="832"/>
        </pc:sldMkLst>
      </pc:sldChg>
      <pc:sldChg chg="add">
        <pc:chgData name="Karl Michael Höferl" userId="544d2ce1-0a3b-4706-9dfd-c6d69d0e3c8e" providerId="ADAL" clId="{728816E0-0922-4745-AF12-C87F45E7DFA0}" dt="2025-11-07T14:18:18.619" v="1812"/>
        <pc:sldMkLst>
          <pc:docMk/>
          <pc:sldMk cId="469494714" sldId="833"/>
        </pc:sldMkLst>
      </pc:sldChg>
      <pc:sldChg chg="addSp delSp modSp add mod ord">
        <pc:chgData name="Karl Michael Höferl" userId="544d2ce1-0a3b-4706-9dfd-c6d69d0e3c8e" providerId="ADAL" clId="{728816E0-0922-4745-AF12-C87F45E7DFA0}" dt="2025-11-07T14:27:21.558" v="1985" actId="20577"/>
        <pc:sldMkLst>
          <pc:docMk/>
          <pc:sldMk cId="4209545607" sldId="834"/>
        </pc:sldMkLst>
        <pc:spChg chg="mod">
          <ac:chgData name="Karl Michael Höferl" userId="544d2ce1-0a3b-4706-9dfd-c6d69d0e3c8e" providerId="ADAL" clId="{728816E0-0922-4745-AF12-C87F45E7DFA0}" dt="2025-11-07T14:27:21.558" v="1985" actId="20577"/>
          <ac:spMkLst>
            <pc:docMk/>
            <pc:sldMk cId="4209545607" sldId="834"/>
            <ac:spMk id="5" creationId="{DA701E49-BDBE-69C4-3A89-2D332DE5372F}"/>
          </ac:spMkLst>
        </pc:spChg>
        <pc:spChg chg="add del mod">
          <ac:chgData name="Karl Michael Höferl" userId="544d2ce1-0a3b-4706-9dfd-c6d69d0e3c8e" providerId="ADAL" clId="{728816E0-0922-4745-AF12-C87F45E7DFA0}" dt="2025-11-07T14:23:03.398" v="1823" actId="22"/>
          <ac:spMkLst>
            <pc:docMk/>
            <pc:sldMk cId="4209545607" sldId="834"/>
            <ac:spMk id="7" creationId="{72ACDEC8-FD5D-13CC-38C2-55F39D4B8FB0}"/>
          </ac:spMkLst>
        </pc:spChg>
        <pc:spChg chg="add mod">
          <ac:chgData name="Karl Michael Höferl" userId="544d2ce1-0a3b-4706-9dfd-c6d69d0e3c8e" providerId="ADAL" clId="{728816E0-0922-4745-AF12-C87F45E7DFA0}" dt="2025-11-07T14:26:58.033" v="1984" actId="1035"/>
          <ac:spMkLst>
            <pc:docMk/>
            <pc:sldMk cId="4209545607" sldId="834"/>
            <ac:spMk id="10" creationId="{E4B652F3-5564-EDEC-B347-D2115E8D5296}"/>
          </ac:spMkLst>
        </pc:spChg>
        <pc:spChg chg="add mod">
          <ac:chgData name="Karl Michael Höferl" userId="544d2ce1-0a3b-4706-9dfd-c6d69d0e3c8e" providerId="ADAL" clId="{728816E0-0922-4745-AF12-C87F45E7DFA0}" dt="2025-11-07T14:26:58.033" v="1984" actId="1035"/>
          <ac:spMkLst>
            <pc:docMk/>
            <pc:sldMk cId="4209545607" sldId="834"/>
            <ac:spMk id="13" creationId="{4692AFAE-BCD5-2320-F319-AE9FCD228635}"/>
          </ac:spMkLst>
        </pc:spChg>
        <pc:spChg chg="add mod">
          <ac:chgData name="Karl Michael Höferl" userId="544d2ce1-0a3b-4706-9dfd-c6d69d0e3c8e" providerId="ADAL" clId="{728816E0-0922-4745-AF12-C87F45E7DFA0}" dt="2025-11-07T14:26:58.033" v="1984" actId="1035"/>
          <ac:spMkLst>
            <pc:docMk/>
            <pc:sldMk cId="4209545607" sldId="834"/>
            <ac:spMk id="14" creationId="{2D401943-2B02-3900-10A9-E56777F9704A}"/>
          </ac:spMkLst>
        </pc:spChg>
        <pc:spChg chg="add mod">
          <ac:chgData name="Karl Michael Höferl" userId="544d2ce1-0a3b-4706-9dfd-c6d69d0e3c8e" providerId="ADAL" clId="{728816E0-0922-4745-AF12-C87F45E7DFA0}" dt="2025-11-07T14:26:58.033" v="1984" actId="1035"/>
          <ac:spMkLst>
            <pc:docMk/>
            <pc:sldMk cId="4209545607" sldId="834"/>
            <ac:spMk id="15" creationId="{098D856E-2B97-A11F-773B-3AC479F67693}"/>
          </ac:spMkLst>
        </pc:spChg>
        <pc:picChg chg="add mod ord">
          <ac:chgData name="Karl Michael Höferl" userId="544d2ce1-0a3b-4706-9dfd-c6d69d0e3c8e" providerId="ADAL" clId="{728816E0-0922-4745-AF12-C87F45E7DFA0}" dt="2025-11-07T14:26:58.033" v="1984" actId="1035"/>
          <ac:picMkLst>
            <pc:docMk/>
            <pc:sldMk cId="4209545607" sldId="834"/>
            <ac:picMk id="9" creationId="{53B5C056-C877-019D-96C2-38C85F137E39}"/>
          </ac:picMkLst>
        </pc:picChg>
        <pc:picChg chg="del">
          <ac:chgData name="Karl Michael Höferl" userId="544d2ce1-0a3b-4706-9dfd-c6d69d0e3c8e" providerId="ADAL" clId="{728816E0-0922-4745-AF12-C87F45E7DFA0}" dt="2025-11-07T14:23:01.147" v="1822" actId="478"/>
          <ac:picMkLst>
            <pc:docMk/>
            <pc:sldMk cId="4209545607" sldId="834"/>
            <ac:picMk id="11" creationId="{E0852324-170A-5817-91CD-DB69DC2C4574}"/>
          </ac:picMkLst>
        </pc:picChg>
        <pc:picChg chg="del">
          <ac:chgData name="Karl Michael Höferl" userId="544d2ce1-0a3b-4706-9dfd-c6d69d0e3c8e" providerId="ADAL" clId="{728816E0-0922-4745-AF12-C87F45E7DFA0}" dt="2025-11-07T14:22:59.727" v="1821" actId="478"/>
          <ac:picMkLst>
            <pc:docMk/>
            <pc:sldMk cId="4209545607" sldId="834"/>
            <ac:picMk id="12" creationId="{69E4D559-76F8-3E9D-76C3-FD82C8C78B69}"/>
          </ac:picMkLst>
        </pc:picChg>
      </pc:sldChg>
      <pc:sldChg chg="addSp modSp add mod">
        <pc:chgData name="Karl Michael Höferl" userId="544d2ce1-0a3b-4706-9dfd-c6d69d0e3c8e" providerId="ADAL" clId="{728816E0-0922-4745-AF12-C87F45E7DFA0}" dt="2025-11-07T14:32:53.214" v="2025" actId="1036"/>
        <pc:sldMkLst>
          <pc:docMk/>
          <pc:sldMk cId="2758288739" sldId="835"/>
        </pc:sldMkLst>
        <pc:spChg chg="add mod">
          <ac:chgData name="Karl Michael Höferl" userId="544d2ce1-0a3b-4706-9dfd-c6d69d0e3c8e" providerId="ADAL" clId="{728816E0-0922-4745-AF12-C87F45E7DFA0}" dt="2025-11-07T14:32:23.442" v="2012" actId="14100"/>
          <ac:spMkLst>
            <pc:docMk/>
            <pc:sldMk cId="2758288739" sldId="835"/>
            <ac:spMk id="7" creationId="{AB6E13F9-5337-CCD4-14FD-DDAF4F83B2D8}"/>
          </ac:spMkLst>
        </pc:spChg>
        <pc:spChg chg="add mod">
          <ac:chgData name="Karl Michael Höferl" userId="544d2ce1-0a3b-4706-9dfd-c6d69d0e3c8e" providerId="ADAL" clId="{728816E0-0922-4745-AF12-C87F45E7DFA0}" dt="2025-11-07T14:32:23.442" v="2012" actId="14100"/>
          <ac:spMkLst>
            <pc:docMk/>
            <pc:sldMk cId="2758288739" sldId="835"/>
            <ac:spMk id="9" creationId="{65D57242-1828-2929-7F6B-F40C7F0D9BB7}"/>
          </ac:spMkLst>
        </pc:spChg>
        <pc:spChg chg="add mod">
          <ac:chgData name="Karl Michael Höferl" userId="544d2ce1-0a3b-4706-9dfd-c6d69d0e3c8e" providerId="ADAL" clId="{728816E0-0922-4745-AF12-C87F45E7DFA0}" dt="2025-11-07T14:32:53.214" v="2025" actId="1036"/>
          <ac:spMkLst>
            <pc:docMk/>
            <pc:sldMk cId="2758288739" sldId="835"/>
            <ac:spMk id="10" creationId="{6ADFD5A7-97FC-21D4-783B-596ABCE163E3}"/>
          </ac:spMkLst>
        </pc:spChg>
        <pc:spChg chg="add mod">
          <ac:chgData name="Karl Michael Höferl" userId="544d2ce1-0a3b-4706-9dfd-c6d69d0e3c8e" providerId="ADAL" clId="{728816E0-0922-4745-AF12-C87F45E7DFA0}" dt="2025-11-07T14:32:53.214" v="2025" actId="1036"/>
          <ac:spMkLst>
            <pc:docMk/>
            <pc:sldMk cId="2758288739" sldId="835"/>
            <ac:spMk id="11" creationId="{CFE50FB3-DFAE-7B49-F478-CBF22AE591E1}"/>
          </ac:spMkLst>
        </pc:spChg>
      </pc:sldChg>
      <pc:sldChg chg="add">
        <pc:chgData name="Karl Michael Höferl" userId="544d2ce1-0a3b-4706-9dfd-c6d69d0e3c8e" providerId="ADAL" clId="{728816E0-0922-4745-AF12-C87F45E7DFA0}" dt="2025-11-07T14:38:46.230" v="2109"/>
        <pc:sldMkLst>
          <pc:docMk/>
          <pc:sldMk cId="1914810991" sldId="836"/>
        </pc:sldMkLst>
      </pc:sldChg>
    </pc:docChg>
  </pc:docChgLst>
  <pc:docChgLst>
    <pc:chgData name="Karl Michael Höferl" userId="544d2ce1-0a3b-4706-9dfd-c6d69d0e3c8e" providerId="ADAL" clId="{E771A02B-0AF0-4FB2-9686-C19BB21A7CDA}"/>
    <pc:docChg chg="undo redo custSel addSld delSld modSld sldOrd addSection delSection modSection">
      <pc:chgData name="Karl Michael Höferl" userId="544d2ce1-0a3b-4706-9dfd-c6d69d0e3c8e" providerId="ADAL" clId="{E771A02B-0AF0-4FB2-9686-C19BB21A7CDA}" dt="2024-12-07T07:38:36.959" v="8498" actId="313"/>
      <pc:docMkLst>
        <pc:docMk/>
      </pc:docMkLst>
      <pc:sldChg chg="modSp mod">
        <pc:chgData name="Karl Michael Höferl" userId="544d2ce1-0a3b-4706-9dfd-c6d69d0e3c8e" providerId="ADAL" clId="{E771A02B-0AF0-4FB2-9686-C19BB21A7CDA}" dt="2024-12-07T07:38:17.893" v="8154" actId="790"/>
        <pc:sldMkLst>
          <pc:docMk/>
          <pc:sldMk cId="3849336080" sldId="257"/>
        </pc:sldMkLst>
      </pc:sldChg>
      <pc:sldChg chg="modSp mod">
        <pc:chgData name="Karl Michael Höferl" userId="544d2ce1-0a3b-4706-9dfd-c6d69d0e3c8e" providerId="ADAL" clId="{E771A02B-0AF0-4FB2-9686-C19BB21A7CDA}" dt="2024-12-07T07:38:18.318" v="8496" actId="790"/>
        <pc:sldMkLst>
          <pc:docMk/>
          <pc:sldMk cId="1880256294" sldId="262"/>
        </pc:sldMkLst>
      </pc:sldChg>
      <pc:sldChg chg="modSp mod">
        <pc:chgData name="Karl Michael Höferl" userId="544d2ce1-0a3b-4706-9dfd-c6d69d0e3c8e" providerId="ADAL" clId="{E771A02B-0AF0-4FB2-9686-C19BB21A7CDA}" dt="2024-12-07T07:38:17.905" v="8160" actId="790"/>
        <pc:sldMkLst>
          <pc:docMk/>
          <pc:sldMk cId="1757287213" sldId="266"/>
        </pc:sldMkLst>
      </pc:sldChg>
      <pc:sldChg chg="del">
        <pc:chgData name="Karl Michael Höferl" userId="544d2ce1-0a3b-4706-9dfd-c6d69d0e3c8e" providerId="ADAL" clId="{E771A02B-0AF0-4FB2-9686-C19BB21A7CDA}" dt="2024-12-04T14:40:41.679" v="53" actId="18676"/>
        <pc:sldMkLst>
          <pc:docMk/>
          <pc:sldMk cId="2704987943" sldId="281"/>
        </pc:sldMkLst>
      </pc:sldChg>
      <pc:sldChg chg="del">
        <pc:chgData name="Karl Michael Höferl" userId="544d2ce1-0a3b-4706-9dfd-c6d69d0e3c8e" providerId="ADAL" clId="{E771A02B-0AF0-4FB2-9686-C19BB21A7CDA}" dt="2024-12-04T14:40:41.679" v="53" actId="18676"/>
        <pc:sldMkLst>
          <pc:docMk/>
          <pc:sldMk cId="3055469499" sldId="299"/>
        </pc:sldMkLst>
      </pc:sldChg>
      <pc:sldChg chg="del">
        <pc:chgData name="Karl Michael Höferl" userId="544d2ce1-0a3b-4706-9dfd-c6d69d0e3c8e" providerId="ADAL" clId="{E771A02B-0AF0-4FB2-9686-C19BB21A7CDA}" dt="2024-12-04T14:40:41.679" v="53" actId="18676"/>
        <pc:sldMkLst>
          <pc:docMk/>
          <pc:sldMk cId="1556042651" sldId="300"/>
        </pc:sldMkLst>
      </pc:sldChg>
      <pc:sldChg chg="modSp mod">
        <pc:chgData name="Karl Michael Höferl" userId="544d2ce1-0a3b-4706-9dfd-c6d69d0e3c8e" providerId="ADAL" clId="{E771A02B-0AF0-4FB2-9686-C19BB21A7CDA}" dt="2024-12-07T07:38:18.297" v="8482" actId="790"/>
        <pc:sldMkLst>
          <pc:docMk/>
          <pc:sldMk cId="1210908376" sldId="305"/>
        </pc:sldMkLst>
      </pc:sldChg>
      <pc:sldChg chg="modSp mod modShow">
        <pc:chgData name="Karl Michael Höferl" userId="544d2ce1-0a3b-4706-9dfd-c6d69d0e3c8e" providerId="ADAL" clId="{E771A02B-0AF0-4FB2-9686-C19BB21A7CDA}" dt="2024-12-07T07:38:18.309" v="8487" actId="790"/>
        <pc:sldMkLst>
          <pc:docMk/>
          <pc:sldMk cId="793676896" sldId="309"/>
        </pc:sldMkLst>
      </pc:sldChg>
      <pc:sldChg chg="modSp mod">
        <pc:chgData name="Karl Michael Höferl" userId="544d2ce1-0a3b-4706-9dfd-c6d69d0e3c8e" providerId="ADAL" clId="{E771A02B-0AF0-4FB2-9686-C19BB21A7CDA}" dt="2024-12-07T07:38:17.912" v="8165" actId="790"/>
        <pc:sldMkLst>
          <pc:docMk/>
          <pc:sldMk cId="1876126748" sldId="313"/>
        </pc:sldMkLst>
      </pc:sldChg>
      <pc:sldChg chg="modSp mod modShow">
        <pc:chgData name="Karl Michael Höferl" userId="544d2ce1-0a3b-4706-9dfd-c6d69d0e3c8e" providerId="ADAL" clId="{E771A02B-0AF0-4FB2-9686-C19BB21A7CDA}" dt="2024-12-07T07:38:18.314" v="8492" actId="790"/>
        <pc:sldMkLst>
          <pc:docMk/>
          <pc:sldMk cId="1721776883" sldId="318"/>
        </pc:sldMkLst>
      </pc:sldChg>
      <pc:sldChg chg="del">
        <pc:chgData name="Karl Michael Höferl" userId="544d2ce1-0a3b-4706-9dfd-c6d69d0e3c8e" providerId="ADAL" clId="{E771A02B-0AF0-4FB2-9686-C19BB21A7CDA}" dt="2024-12-04T14:40:34.534" v="51" actId="18676"/>
        <pc:sldMkLst>
          <pc:docMk/>
          <pc:sldMk cId="2158163880" sldId="585"/>
        </pc:sldMkLst>
      </pc:sldChg>
      <pc:sldChg chg="del">
        <pc:chgData name="Karl Michael Höferl" userId="544d2ce1-0a3b-4706-9dfd-c6d69d0e3c8e" providerId="ADAL" clId="{E771A02B-0AF0-4FB2-9686-C19BB21A7CDA}" dt="2024-12-04T14:40:29.449" v="50" actId="47"/>
        <pc:sldMkLst>
          <pc:docMk/>
          <pc:sldMk cId="993227424" sldId="664"/>
        </pc:sldMkLst>
      </pc:sldChg>
      <pc:sldChg chg="modSp mod">
        <pc:chgData name="Karl Michael Höferl" userId="544d2ce1-0a3b-4706-9dfd-c6d69d0e3c8e" providerId="ADAL" clId="{E771A02B-0AF0-4FB2-9686-C19BB21A7CDA}" dt="2024-12-07T07:38:17.920" v="8172" actId="790"/>
        <pc:sldMkLst>
          <pc:docMk/>
          <pc:sldMk cId="3513970796" sldId="667"/>
        </pc:sldMkLst>
      </pc:sldChg>
      <pc:sldChg chg="del">
        <pc:chgData name="Karl Michael Höferl" userId="544d2ce1-0a3b-4706-9dfd-c6d69d0e3c8e" providerId="ADAL" clId="{E771A02B-0AF0-4FB2-9686-C19BB21A7CDA}" dt="2024-12-04T14:40:29.449" v="50" actId="47"/>
        <pc:sldMkLst>
          <pc:docMk/>
          <pc:sldMk cId="210908920" sldId="668"/>
        </pc:sldMkLst>
      </pc:sldChg>
      <pc:sldChg chg="addSp delSp modSp new mod">
        <pc:chgData name="Karl Michael Höferl" userId="544d2ce1-0a3b-4706-9dfd-c6d69d0e3c8e" providerId="ADAL" clId="{E771A02B-0AF0-4FB2-9686-C19BB21A7CDA}" dt="2024-12-07T07:38:17.917" v="8169" actId="790"/>
        <pc:sldMkLst>
          <pc:docMk/>
          <pc:sldMk cId="2488936496" sldId="668"/>
        </pc:sldMkLst>
      </pc:sldChg>
      <pc:sldChg chg="addSp delSp modSp new del mod modClrScheme chgLayout">
        <pc:chgData name="Karl Michael Höferl" userId="544d2ce1-0a3b-4706-9dfd-c6d69d0e3c8e" providerId="ADAL" clId="{E771A02B-0AF0-4FB2-9686-C19BB21A7CDA}" dt="2024-12-04T14:52:26.317" v="221" actId="47"/>
        <pc:sldMkLst>
          <pc:docMk/>
          <pc:sldMk cId="1914632157" sldId="669"/>
        </pc:sldMkLst>
      </pc:sldChg>
      <pc:sldChg chg="del">
        <pc:chgData name="Karl Michael Höferl" userId="544d2ce1-0a3b-4706-9dfd-c6d69d0e3c8e" providerId="ADAL" clId="{E771A02B-0AF0-4FB2-9686-C19BB21A7CDA}" dt="2024-12-04T14:40:29.449" v="50" actId="47"/>
        <pc:sldMkLst>
          <pc:docMk/>
          <pc:sldMk cId="3126250297" sldId="669"/>
        </pc:sldMkLst>
      </pc:sldChg>
      <pc:sldChg chg="addSp delSp modSp add mod modNotesTx">
        <pc:chgData name="Karl Michael Höferl" userId="544d2ce1-0a3b-4706-9dfd-c6d69d0e3c8e" providerId="ADAL" clId="{E771A02B-0AF0-4FB2-9686-C19BB21A7CDA}" dt="2024-12-07T07:38:17.929" v="8181" actId="790"/>
        <pc:sldMkLst>
          <pc:docMk/>
          <pc:sldMk cId="2091585296" sldId="670"/>
        </pc:sldMkLst>
      </pc:sldChg>
      <pc:sldChg chg="del">
        <pc:chgData name="Karl Michael Höferl" userId="544d2ce1-0a3b-4706-9dfd-c6d69d0e3c8e" providerId="ADAL" clId="{E771A02B-0AF0-4FB2-9686-C19BB21A7CDA}" dt="2024-12-04T14:40:29.449" v="50" actId="47"/>
        <pc:sldMkLst>
          <pc:docMk/>
          <pc:sldMk cId="4008952001" sldId="670"/>
        </pc:sldMkLst>
      </pc:sldChg>
      <pc:sldChg chg="del">
        <pc:chgData name="Karl Michael Höferl" userId="544d2ce1-0a3b-4706-9dfd-c6d69d0e3c8e" providerId="ADAL" clId="{E771A02B-0AF0-4FB2-9686-C19BB21A7CDA}" dt="2024-12-04T14:40:29.449" v="50" actId="47"/>
        <pc:sldMkLst>
          <pc:docMk/>
          <pc:sldMk cId="1856750786" sldId="671"/>
        </pc:sldMkLst>
      </pc:sldChg>
      <pc:sldChg chg="addSp delSp modSp new mod chgLayout">
        <pc:chgData name="Karl Michael Höferl" userId="544d2ce1-0a3b-4706-9dfd-c6d69d0e3c8e" providerId="ADAL" clId="{E771A02B-0AF0-4FB2-9686-C19BB21A7CDA}" dt="2024-12-07T07:38:17.945" v="8193" actId="790"/>
        <pc:sldMkLst>
          <pc:docMk/>
          <pc:sldMk cId="1896303271" sldId="671"/>
        </pc:sldMkLst>
      </pc:sldChg>
      <pc:sldChg chg="addSp modSp new mod ord">
        <pc:chgData name="Karl Michael Höferl" userId="544d2ce1-0a3b-4706-9dfd-c6d69d0e3c8e" providerId="ADAL" clId="{E771A02B-0AF0-4FB2-9686-C19BB21A7CDA}" dt="2024-12-07T07:38:17.951" v="8198" actId="790"/>
        <pc:sldMkLst>
          <pc:docMk/>
          <pc:sldMk cId="2352846250" sldId="672"/>
        </pc:sldMkLst>
      </pc:sldChg>
      <pc:sldChg chg="del">
        <pc:chgData name="Karl Michael Höferl" userId="544d2ce1-0a3b-4706-9dfd-c6d69d0e3c8e" providerId="ADAL" clId="{E771A02B-0AF0-4FB2-9686-C19BB21A7CDA}" dt="2024-12-04T14:40:29.449" v="50" actId="47"/>
        <pc:sldMkLst>
          <pc:docMk/>
          <pc:sldMk cId="2958795412" sldId="672"/>
        </pc:sldMkLst>
      </pc:sldChg>
      <pc:sldChg chg="addSp modSp new mod">
        <pc:chgData name="Karl Michael Höferl" userId="544d2ce1-0a3b-4706-9dfd-c6d69d0e3c8e" providerId="ADAL" clId="{E771A02B-0AF0-4FB2-9686-C19BB21A7CDA}" dt="2024-12-07T07:38:17.967" v="8212" actId="790"/>
        <pc:sldMkLst>
          <pc:docMk/>
          <pc:sldMk cId="205788501" sldId="673"/>
        </pc:sldMkLst>
      </pc:sldChg>
      <pc:sldChg chg="del">
        <pc:chgData name="Karl Michael Höferl" userId="544d2ce1-0a3b-4706-9dfd-c6d69d0e3c8e" providerId="ADAL" clId="{E771A02B-0AF0-4FB2-9686-C19BB21A7CDA}" dt="2024-12-04T14:40:29.449" v="50" actId="47"/>
        <pc:sldMkLst>
          <pc:docMk/>
          <pc:sldMk cId="2383725642" sldId="673"/>
        </pc:sldMkLst>
      </pc:sldChg>
      <pc:sldChg chg="addSp delSp modSp add mod modClrScheme chgLayout">
        <pc:chgData name="Karl Michael Höferl" userId="544d2ce1-0a3b-4706-9dfd-c6d69d0e3c8e" providerId="ADAL" clId="{E771A02B-0AF0-4FB2-9686-C19BB21A7CDA}" dt="2024-12-07T07:38:34.922" v="8497" actId="313"/>
        <pc:sldMkLst>
          <pc:docMk/>
          <pc:sldMk cId="858161758" sldId="674"/>
        </pc:sldMkLst>
      </pc:sldChg>
      <pc:sldChg chg="del">
        <pc:chgData name="Karl Michael Höferl" userId="544d2ce1-0a3b-4706-9dfd-c6d69d0e3c8e" providerId="ADAL" clId="{E771A02B-0AF0-4FB2-9686-C19BB21A7CDA}" dt="2024-12-04T14:40:29.449" v="50" actId="47"/>
        <pc:sldMkLst>
          <pc:docMk/>
          <pc:sldMk cId="2029576510" sldId="674"/>
        </pc:sldMkLst>
      </pc:sldChg>
      <pc:sldChg chg="addSp delSp modSp add mod">
        <pc:chgData name="Karl Michael Höferl" userId="544d2ce1-0a3b-4706-9dfd-c6d69d0e3c8e" providerId="ADAL" clId="{E771A02B-0AF0-4FB2-9686-C19BB21A7CDA}" dt="2024-12-07T07:38:36.959" v="8498" actId="313"/>
        <pc:sldMkLst>
          <pc:docMk/>
          <pc:sldMk cId="1654840645" sldId="675"/>
        </pc:sldMkLst>
      </pc:sldChg>
      <pc:sldChg chg="del">
        <pc:chgData name="Karl Michael Höferl" userId="544d2ce1-0a3b-4706-9dfd-c6d69d0e3c8e" providerId="ADAL" clId="{E771A02B-0AF0-4FB2-9686-C19BB21A7CDA}" dt="2024-12-04T14:40:29.449" v="50" actId="47"/>
        <pc:sldMkLst>
          <pc:docMk/>
          <pc:sldMk cId="3892086044" sldId="675"/>
        </pc:sldMkLst>
      </pc:sldChg>
      <pc:sldChg chg="del">
        <pc:chgData name="Karl Michael Höferl" userId="544d2ce1-0a3b-4706-9dfd-c6d69d0e3c8e" providerId="ADAL" clId="{E771A02B-0AF0-4FB2-9686-C19BB21A7CDA}" dt="2024-12-04T14:40:29.449" v="50" actId="47"/>
        <pc:sldMkLst>
          <pc:docMk/>
          <pc:sldMk cId="1668054060" sldId="676"/>
        </pc:sldMkLst>
      </pc:sldChg>
      <pc:sldChg chg="delSp modSp add mod">
        <pc:chgData name="Karl Michael Höferl" userId="544d2ce1-0a3b-4706-9dfd-c6d69d0e3c8e" providerId="ADAL" clId="{E771A02B-0AF0-4FB2-9686-C19BB21A7CDA}" dt="2024-12-07T07:38:17.987" v="8228" actId="790"/>
        <pc:sldMkLst>
          <pc:docMk/>
          <pc:sldMk cId="3460071755" sldId="676"/>
        </pc:sldMkLst>
      </pc:sldChg>
      <pc:sldChg chg="addSp delSp modSp new mod">
        <pc:chgData name="Karl Michael Höferl" userId="544d2ce1-0a3b-4706-9dfd-c6d69d0e3c8e" providerId="ADAL" clId="{E771A02B-0AF0-4FB2-9686-C19BB21A7CDA}" dt="2024-12-07T07:38:17.991" v="8232" actId="790"/>
        <pc:sldMkLst>
          <pc:docMk/>
          <pc:sldMk cId="2209906785" sldId="677"/>
        </pc:sldMkLst>
      </pc:sldChg>
      <pc:sldChg chg="del">
        <pc:chgData name="Karl Michael Höferl" userId="544d2ce1-0a3b-4706-9dfd-c6d69d0e3c8e" providerId="ADAL" clId="{E771A02B-0AF0-4FB2-9686-C19BB21A7CDA}" dt="2024-12-04T14:40:29.449" v="50" actId="47"/>
        <pc:sldMkLst>
          <pc:docMk/>
          <pc:sldMk cId="3774641568" sldId="677"/>
        </pc:sldMkLst>
      </pc:sldChg>
      <pc:sldChg chg="del">
        <pc:chgData name="Karl Michael Höferl" userId="544d2ce1-0a3b-4706-9dfd-c6d69d0e3c8e" providerId="ADAL" clId="{E771A02B-0AF0-4FB2-9686-C19BB21A7CDA}" dt="2024-12-04T14:40:29.449" v="50" actId="47"/>
        <pc:sldMkLst>
          <pc:docMk/>
          <pc:sldMk cId="681672386" sldId="678"/>
        </pc:sldMkLst>
      </pc:sldChg>
      <pc:sldChg chg="addSp delSp modSp new mod">
        <pc:chgData name="Karl Michael Höferl" userId="544d2ce1-0a3b-4706-9dfd-c6d69d0e3c8e" providerId="ADAL" clId="{E771A02B-0AF0-4FB2-9686-C19BB21A7CDA}" dt="2024-12-07T07:38:17.994" v="8236" actId="790"/>
        <pc:sldMkLst>
          <pc:docMk/>
          <pc:sldMk cId="1150996475" sldId="678"/>
        </pc:sldMkLst>
      </pc:sldChg>
      <pc:sldChg chg="addSp modSp add mod">
        <pc:chgData name="Karl Michael Höferl" userId="544d2ce1-0a3b-4706-9dfd-c6d69d0e3c8e" providerId="ADAL" clId="{E771A02B-0AF0-4FB2-9686-C19BB21A7CDA}" dt="2024-12-07T07:38:18.001" v="8244" actId="790"/>
        <pc:sldMkLst>
          <pc:docMk/>
          <pc:sldMk cId="2484162924" sldId="679"/>
        </pc:sldMkLst>
      </pc:sldChg>
      <pc:sldChg chg="del">
        <pc:chgData name="Karl Michael Höferl" userId="544d2ce1-0a3b-4706-9dfd-c6d69d0e3c8e" providerId="ADAL" clId="{E771A02B-0AF0-4FB2-9686-C19BB21A7CDA}" dt="2024-12-04T14:40:34.534" v="51" actId="18676"/>
        <pc:sldMkLst>
          <pc:docMk/>
          <pc:sldMk cId="3838652833" sldId="679"/>
        </pc:sldMkLst>
      </pc:sldChg>
      <pc:sldChg chg="delSp modSp add del mod">
        <pc:chgData name="Karl Michael Höferl" userId="544d2ce1-0a3b-4706-9dfd-c6d69d0e3c8e" providerId="ADAL" clId="{E771A02B-0AF0-4FB2-9686-C19BB21A7CDA}" dt="2024-12-05T13:50:50.137" v="2269" actId="47"/>
        <pc:sldMkLst>
          <pc:docMk/>
          <pc:sldMk cId="3801425876" sldId="680"/>
        </pc:sldMkLst>
      </pc:sldChg>
      <pc:sldChg chg="del">
        <pc:chgData name="Karl Michael Höferl" userId="544d2ce1-0a3b-4706-9dfd-c6d69d0e3c8e" providerId="ADAL" clId="{E771A02B-0AF0-4FB2-9686-C19BB21A7CDA}" dt="2024-12-04T14:40:34.534" v="51" actId="18676"/>
        <pc:sldMkLst>
          <pc:docMk/>
          <pc:sldMk cId="796868421" sldId="681"/>
        </pc:sldMkLst>
      </pc:sldChg>
      <pc:sldChg chg="addSp modSp new mod modAnim">
        <pc:chgData name="Karl Michael Höferl" userId="544d2ce1-0a3b-4706-9dfd-c6d69d0e3c8e" providerId="ADAL" clId="{E771A02B-0AF0-4FB2-9686-C19BB21A7CDA}" dt="2024-12-07T07:38:17.937" v="8188"/>
        <pc:sldMkLst>
          <pc:docMk/>
          <pc:sldMk cId="3290582261" sldId="681"/>
        </pc:sldMkLst>
      </pc:sldChg>
      <pc:sldChg chg="modSp new del mod">
        <pc:chgData name="Karl Michael Höferl" userId="544d2ce1-0a3b-4706-9dfd-c6d69d0e3c8e" providerId="ADAL" clId="{E771A02B-0AF0-4FB2-9686-C19BB21A7CDA}" dt="2024-12-05T14:30:28.080" v="3097" actId="47"/>
        <pc:sldMkLst>
          <pc:docMk/>
          <pc:sldMk cId="1651379826" sldId="682"/>
        </pc:sldMkLst>
      </pc:sldChg>
      <pc:sldChg chg="del">
        <pc:chgData name="Karl Michael Höferl" userId="544d2ce1-0a3b-4706-9dfd-c6d69d0e3c8e" providerId="ADAL" clId="{E771A02B-0AF0-4FB2-9686-C19BB21A7CDA}" dt="2024-12-04T14:40:34.534" v="51" actId="18676"/>
        <pc:sldMkLst>
          <pc:docMk/>
          <pc:sldMk cId="2984082230" sldId="682"/>
        </pc:sldMkLst>
      </pc:sldChg>
      <pc:sldChg chg="delSp modSp add del mod">
        <pc:chgData name="Karl Michael Höferl" userId="544d2ce1-0a3b-4706-9dfd-c6d69d0e3c8e" providerId="ADAL" clId="{E771A02B-0AF0-4FB2-9686-C19BB21A7CDA}" dt="2024-12-05T14:04:01.951" v="2485" actId="47"/>
        <pc:sldMkLst>
          <pc:docMk/>
          <pc:sldMk cId="2135247906" sldId="683"/>
        </pc:sldMkLst>
      </pc:sldChg>
      <pc:sldChg chg="del">
        <pc:chgData name="Karl Michael Höferl" userId="544d2ce1-0a3b-4706-9dfd-c6d69d0e3c8e" providerId="ADAL" clId="{E771A02B-0AF0-4FB2-9686-C19BB21A7CDA}" dt="2024-12-04T14:40:34.534" v="51" actId="18676"/>
        <pc:sldMkLst>
          <pc:docMk/>
          <pc:sldMk cId="3888114917" sldId="683"/>
        </pc:sldMkLst>
      </pc:sldChg>
      <pc:sldChg chg="addSp delSp modSp add mod ord">
        <pc:chgData name="Karl Michael Höferl" userId="544d2ce1-0a3b-4706-9dfd-c6d69d0e3c8e" providerId="ADAL" clId="{E771A02B-0AF0-4FB2-9686-C19BB21A7CDA}" dt="2024-12-07T07:38:17.955" v="8202" actId="790"/>
        <pc:sldMkLst>
          <pc:docMk/>
          <pc:sldMk cId="560792698" sldId="684"/>
        </pc:sldMkLst>
      </pc:sldChg>
      <pc:sldChg chg="del">
        <pc:chgData name="Karl Michael Höferl" userId="544d2ce1-0a3b-4706-9dfd-c6d69d0e3c8e" providerId="ADAL" clId="{E771A02B-0AF0-4FB2-9686-C19BB21A7CDA}" dt="2024-12-04T14:40:34.534" v="51" actId="18676"/>
        <pc:sldMkLst>
          <pc:docMk/>
          <pc:sldMk cId="1849271951" sldId="684"/>
        </pc:sldMkLst>
      </pc:sldChg>
      <pc:sldChg chg="del">
        <pc:chgData name="Karl Michael Höferl" userId="544d2ce1-0a3b-4706-9dfd-c6d69d0e3c8e" providerId="ADAL" clId="{E771A02B-0AF0-4FB2-9686-C19BB21A7CDA}" dt="2024-12-04T14:40:34.534" v="51" actId="18676"/>
        <pc:sldMkLst>
          <pc:docMk/>
          <pc:sldMk cId="833014263" sldId="685"/>
        </pc:sldMkLst>
      </pc:sldChg>
      <pc:sldChg chg="addSp delSp modSp add mod ord">
        <pc:chgData name="Karl Michael Höferl" userId="544d2ce1-0a3b-4706-9dfd-c6d69d0e3c8e" providerId="ADAL" clId="{E771A02B-0AF0-4FB2-9686-C19BB21A7CDA}" dt="2024-12-07T07:38:17.962" v="8207" actId="790"/>
        <pc:sldMkLst>
          <pc:docMk/>
          <pc:sldMk cId="4216061031" sldId="685"/>
        </pc:sldMkLst>
      </pc:sldChg>
      <pc:sldChg chg="addSp modSp add mod modClrScheme chgLayout">
        <pc:chgData name="Karl Michael Höferl" userId="544d2ce1-0a3b-4706-9dfd-c6d69d0e3c8e" providerId="ADAL" clId="{E771A02B-0AF0-4FB2-9686-C19BB21A7CDA}" dt="2024-12-07T07:38:18.011" v="8250" actId="790"/>
        <pc:sldMkLst>
          <pc:docMk/>
          <pc:sldMk cId="47881719" sldId="686"/>
        </pc:sldMkLst>
      </pc:sldChg>
      <pc:sldChg chg="del">
        <pc:chgData name="Karl Michael Höferl" userId="544d2ce1-0a3b-4706-9dfd-c6d69d0e3c8e" providerId="ADAL" clId="{E771A02B-0AF0-4FB2-9686-C19BB21A7CDA}" dt="2024-12-04T14:40:34.534" v="51" actId="18676"/>
        <pc:sldMkLst>
          <pc:docMk/>
          <pc:sldMk cId="3562787270" sldId="686"/>
        </pc:sldMkLst>
      </pc:sldChg>
      <pc:sldChg chg="del">
        <pc:chgData name="Karl Michael Höferl" userId="544d2ce1-0a3b-4706-9dfd-c6d69d0e3c8e" providerId="ADAL" clId="{E771A02B-0AF0-4FB2-9686-C19BB21A7CDA}" dt="2024-12-04T14:40:34.534" v="51" actId="18676"/>
        <pc:sldMkLst>
          <pc:docMk/>
          <pc:sldMk cId="3084817095" sldId="687"/>
        </pc:sldMkLst>
      </pc:sldChg>
      <pc:sldChg chg="addSp delSp modSp add mod modAnim">
        <pc:chgData name="Karl Michael Höferl" userId="544d2ce1-0a3b-4706-9dfd-c6d69d0e3c8e" providerId="ADAL" clId="{E771A02B-0AF0-4FB2-9686-C19BB21A7CDA}" dt="2024-12-07T07:38:18.017" v="8256" actId="790"/>
        <pc:sldMkLst>
          <pc:docMk/>
          <pc:sldMk cId="3714195797" sldId="687"/>
        </pc:sldMkLst>
      </pc:sldChg>
      <pc:sldChg chg="del">
        <pc:chgData name="Karl Michael Höferl" userId="544d2ce1-0a3b-4706-9dfd-c6d69d0e3c8e" providerId="ADAL" clId="{E771A02B-0AF0-4FB2-9686-C19BB21A7CDA}" dt="2024-12-04T14:40:34.534" v="51" actId="18676"/>
        <pc:sldMkLst>
          <pc:docMk/>
          <pc:sldMk cId="214254299" sldId="688"/>
        </pc:sldMkLst>
      </pc:sldChg>
      <pc:sldChg chg="addSp delSp modSp new del mod modClrScheme chgLayout">
        <pc:chgData name="Karl Michael Höferl" userId="544d2ce1-0a3b-4706-9dfd-c6d69d0e3c8e" providerId="ADAL" clId="{E771A02B-0AF0-4FB2-9686-C19BB21A7CDA}" dt="2024-12-05T14:46:15.916" v="3352" actId="47"/>
        <pc:sldMkLst>
          <pc:docMk/>
          <pc:sldMk cId="2970876102" sldId="688"/>
        </pc:sldMkLst>
      </pc:sldChg>
      <pc:sldChg chg="addSp delSp modSp add mod delAnim">
        <pc:chgData name="Karl Michael Höferl" userId="544d2ce1-0a3b-4706-9dfd-c6d69d0e3c8e" providerId="ADAL" clId="{E771A02B-0AF0-4FB2-9686-C19BB21A7CDA}" dt="2024-12-07T07:38:18.024" v="8261" actId="790"/>
        <pc:sldMkLst>
          <pc:docMk/>
          <pc:sldMk cId="1850542708" sldId="689"/>
        </pc:sldMkLst>
      </pc:sldChg>
      <pc:sldChg chg="del">
        <pc:chgData name="Karl Michael Höferl" userId="544d2ce1-0a3b-4706-9dfd-c6d69d0e3c8e" providerId="ADAL" clId="{E771A02B-0AF0-4FB2-9686-C19BB21A7CDA}" dt="2024-12-04T14:40:34.534" v="51" actId="18676"/>
        <pc:sldMkLst>
          <pc:docMk/>
          <pc:sldMk cId="3068944388" sldId="689"/>
        </pc:sldMkLst>
      </pc:sldChg>
      <pc:sldChg chg="del">
        <pc:chgData name="Karl Michael Höferl" userId="544d2ce1-0a3b-4706-9dfd-c6d69d0e3c8e" providerId="ADAL" clId="{E771A02B-0AF0-4FB2-9686-C19BB21A7CDA}" dt="2024-12-04T14:40:34.534" v="51" actId="18676"/>
        <pc:sldMkLst>
          <pc:docMk/>
          <pc:sldMk cId="1532769657" sldId="690"/>
        </pc:sldMkLst>
      </pc:sldChg>
      <pc:sldChg chg="addSp delSp modSp new mod modClrScheme chgLayout">
        <pc:chgData name="Karl Michael Höferl" userId="544d2ce1-0a3b-4706-9dfd-c6d69d0e3c8e" providerId="ADAL" clId="{E771A02B-0AF0-4FB2-9686-C19BB21A7CDA}" dt="2024-12-07T07:38:18.030" v="8266" actId="790"/>
        <pc:sldMkLst>
          <pc:docMk/>
          <pc:sldMk cId="3620477090" sldId="690"/>
        </pc:sldMkLst>
      </pc:sldChg>
      <pc:sldChg chg="del">
        <pc:chgData name="Karl Michael Höferl" userId="544d2ce1-0a3b-4706-9dfd-c6d69d0e3c8e" providerId="ADAL" clId="{E771A02B-0AF0-4FB2-9686-C19BB21A7CDA}" dt="2024-12-04T14:40:34.534" v="51" actId="18676"/>
        <pc:sldMkLst>
          <pc:docMk/>
          <pc:sldMk cId="2970493622" sldId="691"/>
        </pc:sldMkLst>
      </pc:sldChg>
      <pc:sldChg chg="modSp add mod">
        <pc:chgData name="Karl Michael Höferl" userId="544d2ce1-0a3b-4706-9dfd-c6d69d0e3c8e" providerId="ADAL" clId="{E771A02B-0AF0-4FB2-9686-C19BB21A7CDA}" dt="2024-12-07T07:38:18.033" v="8269" actId="790"/>
        <pc:sldMkLst>
          <pc:docMk/>
          <pc:sldMk cId="3559396659" sldId="691"/>
        </pc:sldMkLst>
      </pc:sldChg>
      <pc:sldChg chg="addSp delSp modSp add mod">
        <pc:chgData name="Karl Michael Höferl" userId="544d2ce1-0a3b-4706-9dfd-c6d69d0e3c8e" providerId="ADAL" clId="{E771A02B-0AF0-4FB2-9686-C19BB21A7CDA}" dt="2024-12-07T07:38:18.037" v="8274" actId="790"/>
        <pc:sldMkLst>
          <pc:docMk/>
          <pc:sldMk cId="2795312045" sldId="692"/>
        </pc:sldMkLst>
      </pc:sldChg>
      <pc:sldChg chg="modSp add mod">
        <pc:chgData name="Karl Michael Höferl" userId="544d2ce1-0a3b-4706-9dfd-c6d69d0e3c8e" providerId="ADAL" clId="{E771A02B-0AF0-4FB2-9686-C19BB21A7CDA}" dt="2024-12-07T07:38:17.924" v="8177" actId="790"/>
        <pc:sldMkLst>
          <pc:docMk/>
          <pc:sldMk cId="2018595286" sldId="693"/>
        </pc:sldMkLst>
      </pc:sldChg>
      <pc:sldChg chg="addSp modSp add mod">
        <pc:chgData name="Karl Michael Höferl" userId="544d2ce1-0a3b-4706-9dfd-c6d69d0e3c8e" providerId="ADAL" clId="{E771A02B-0AF0-4FB2-9686-C19BB21A7CDA}" dt="2024-12-07T07:38:18.041" v="8279" actId="790"/>
        <pc:sldMkLst>
          <pc:docMk/>
          <pc:sldMk cId="3205976688" sldId="694"/>
        </pc:sldMkLst>
      </pc:sldChg>
      <pc:sldChg chg="del">
        <pc:chgData name="Karl Michael Höferl" userId="544d2ce1-0a3b-4706-9dfd-c6d69d0e3c8e" providerId="ADAL" clId="{E771A02B-0AF0-4FB2-9686-C19BB21A7CDA}" dt="2024-12-04T14:40:37.725" v="52" actId="18676"/>
        <pc:sldMkLst>
          <pc:docMk/>
          <pc:sldMk cId="3592547068" sldId="694"/>
        </pc:sldMkLst>
      </pc:sldChg>
      <pc:sldChg chg="del">
        <pc:chgData name="Karl Michael Höferl" userId="544d2ce1-0a3b-4706-9dfd-c6d69d0e3c8e" providerId="ADAL" clId="{E771A02B-0AF0-4FB2-9686-C19BB21A7CDA}" dt="2024-12-04T14:40:37.725" v="52" actId="18676"/>
        <pc:sldMkLst>
          <pc:docMk/>
          <pc:sldMk cId="524902064" sldId="695"/>
        </pc:sldMkLst>
      </pc:sldChg>
      <pc:sldChg chg="modSp new mod">
        <pc:chgData name="Karl Michael Höferl" userId="544d2ce1-0a3b-4706-9dfd-c6d69d0e3c8e" providerId="ADAL" clId="{E771A02B-0AF0-4FB2-9686-C19BB21A7CDA}" dt="2024-12-07T07:38:18.049" v="8284" actId="790"/>
        <pc:sldMkLst>
          <pc:docMk/>
          <pc:sldMk cId="2775079453" sldId="695"/>
        </pc:sldMkLst>
      </pc:sldChg>
      <pc:sldChg chg="del">
        <pc:chgData name="Karl Michael Höferl" userId="544d2ce1-0a3b-4706-9dfd-c6d69d0e3c8e" providerId="ADAL" clId="{E771A02B-0AF0-4FB2-9686-C19BB21A7CDA}" dt="2024-12-04T14:40:37.725" v="52" actId="18676"/>
        <pc:sldMkLst>
          <pc:docMk/>
          <pc:sldMk cId="2328210650" sldId="696"/>
        </pc:sldMkLst>
      </pc:sldChg>
      <pc:sldChg chg="addSp delSp modSp add del mod ord modShow">
        <pc:chgData name="Karl Michael Höferl" userId="544d2ce1-0a3b-4706-9dfd-c6d69d0e3c8e" providerId="ADAL" clId="{E771A02B-0AF0-4FB2-9686-C19BB21A7CDA}" dt="2024-12-06T20:09:56.050" v="7219" actId="47"/>
        <pc:sldMkLst>
          <pc:docMk/>
          <pc:sldMk cId="2441963884" sldId="696"/>
        </pc:sldMkLst>
      </pc:sldChg>
      <pc:sldChg chg="addSp delSp modSp add mod modAnim">
        <pc:chgData name="Karl Michael Höferl" userId="544d2ce1-0a3b-4706-9dfd-c6d69d0e3c8e" providerId="ADAL" clId="{E771A02B-0AF0-4FB2-9686-C19BB21A7CDA}" dt="2024-12-07T07:38:18.052" v="8288" actId="790"/>
        <pc:sldMkLst>
          <pc:docMk/>
          <pc:sldMk cId="29155939" sldId="697"/>
        </pc:sldMkLst>
      </pc:sldChg>
      <pc:sldChg chg="del">
        <pc:chgData name="Karl Michael Höferl" userId="544d2ce1-0a3b-4706-9dfd-c6d69d0e3c8e" providerId="ADAL" clId="{E771A02B-0AF0-4FB2-9686-C19BB21A7CDA}" dt="2024-12-04T14:40:37.725" v="52" actId="18676"/>
        <pc:sldMkLst>
          <pc:docMk/>
          <pc:sldMk cId="2254433484" sldId="697"/>
        </pc:sldMkLst>
      </pc:sldChg>
      <pc:sldChg chg="add del">
        <pc:chgData name="Karl Michael Höferl" userId="544d2ce1-0a3b-4706-9dfd-c6d69d0e3c8e" providerId="ADAL" clId="{E771A02B-0AF0-4FB2-9686-C19BB21A7CDA}" dt="2024-12-06T10:27:05.613" v="4363"/>
        <pc:sldMkLst>
          <pc:docMk/>
          <pc:sldMk cId="3556948905" sldId="697"/>
        </pc:sldMkLst>
      </pc:sldChg>
      <pc:sldChg chg="del">
        <pc:chgData name="Karl Michael Höferl" userId="544d2ce1-0a3b-4706-9dfd-c6d69d0e3c8e" providerId="ADAL" clId="{E771A02B-0AF0-4FB2-9686-C19BB21A7CDA}" dt="2024-12-04T14:40:37.725" v="52" actId="18676"/>
        <pc:sldMkLst>
          <pc:docMk/>
          <pc:sldMk cId="1906228948" sldId="698"/>
        </pc:sldMkLst>
      </pc:sldChg>
      <pc:sldChg chg="addSp delSp modSp new del mod">
        <pc:chgData name="Karl Michael Höferl" userId="544d2ce1-0a3b-4706-9dfd-c6d69d0e3c8e" providerId="ADAL" clId="{E771A02B-0AF0-4FB2-9686-C19BB21A7CDA}" dt="2024-12-06T18:43:24.501" v="6525" actId="2696"/>
        <pc:sldMkLst>
          <pc:docMk/>
          <pc:sldMk cId="3005247439" sldId="698"/>
        </pc:sldMkLst>
      </pc:sldChg>
      <pc:sldChg chg="modSp add mod">
        <pc:chgData name="Karl Michael Höferl" userId="544d2ce1-0a3b-4706-9dfd-c6d69d0e3c8e" providerId="ADAL" clId="{E771A02B-0AF0-4FB2-9686-C19BB21A7CDA}" dt="2024-12-07T07:38:18.063" v="8297" actId="790"/>
        <pc:sldMkLst>
          <pc:docMk/>
          <pc:sldMk cId="3297873622" sldId="698"/>
        </pc:sldMkLst>
      </pc:sldChg>
      <pc:sldChg chg="addSp delSp modSp add mod ord">
        <pc:chgData name="Karl Michael Höferl" userId="544d2ce1-0a3b-4706-9dfd-c6d69d0e3c8e" providerId="ADAL" clId="{E771A02B-0AF0-4FB2-9686-C19BB21A7CDA}" dt="2024-12-07T07:38:18.058" v="8293" actId="790"/>
        <pc:sldMkLst>
          <pc:docMk/>
          <pc:sldMk cId="2293425296" sldId="699"/>
        </pc:sldMkLst>
      </pc:sldChg>
      <pc:sldChg chg="del">
        <pc:chgData name="Karl Michael Höferl" userId="544d2ce1-0a3b-4706-9dfd-c6d69d0e3c8e" providerId="ADAL" clId="{E771A02B-0AF0-4FB2-9686-C19BB21A7CDA}" dt="2024-12-04T14:40:37.725" v="52" actId="18676"/>
        <pc:sldMkLst>
          <pc:docMk/>
          <pc:sldMk cId="3850774514" sldId="699"/>
        </pc:sldMkLst>
      </pc:sldChg>
      <pc:sldChg chg="del">
        <pc:chgData name="Karl Michael Höferl" userId="544d2ce1-0a3b-4706-9dfd-c6d69d0e3c8e" providerId="ADAL" clId="{E771A02B-0AF0-4FB2-9686-C19BB21A7CDA}" dt="2024-12-04T14:40:37.725" v="52" actId="18676"/>
        <pc:sldMkLst>
          <pc:docMk/>
          <pc:sldMk cId="1263566702" sldId="700"/>
        </pc:sldMkLst>
      </pc:sldChg>
      <pc:sldChg chg="addSp delSp modSp new mod">
        <pc:chgData name="Karl Michael Höferl" userId="544d2ce1-0a3b-4706-9dfd-c6d69d0e3c8e" providerId="ADAL" clId="{E771A02B-0AF0-4FB2-9686-C19BB21A7CDA}" dt="2024-12-07T07:38:18.101" v="8329" actId="790"/>
        <pc:sldMkLst>
          <pc:docMk/>
          <pc:sldMk cId="3875304257" sldId="700"/>
        </pc:sldMkLst>
      </pc:sldChg>
      <pc:sldChg chg="del">
        <pc:chgData name="Karl Michael Höferl" userId="544d2ce1-0a3b-4706-9dfd-c6d69d0e3c8e" providerId="ADAL" clId="{E771A02B-0AF0-4FB2-9686-C19BB21A7CDA}" dt="2024-12-04T14:40:37.725" v="52" actId="18676"/>
        <pc:sldMkLst>
          <pc:docMk/>
          <pc:sldMk cId="1040217319" sldId="701"/>
        </pc:sldMkLst>
      </pc:sldChg>
      <pc:sldChg chg="addSp delSp modSp add mod">
        <pc:chgData name="Karl Michael Höferl" userId="544d2ce1-0a3b-4706-9dfd-c6d69d0e3c8e" providerId="ADAL" clId="{E771A02B-0AF0-4FB2-9686-C19BB21A7CDA}" dt="2024-12-07T07:38:18.107" v="8333" actId="790"/>
        <pc:sldMkLst>
          <pc:docMk/>
          <pc:sldMk cId="4005750343" sldId="701"/>
        </pc:sldMkLst>
      </pc:sldChg>
      <pc:sldChg chg="add del">
        <pc:chgData name="Karl Michael Höferl" userId="544d2ce1-0a3b-4706-9dfd-c6d69d0e3c8e" providerId="ADAL" clId="{E771A02B-0AF0-4FB2-9686-C19BB21A7CDA}" dt="2024-12-06T11:05:20.565" v="4718" actId="47"/>
        <pc:sldMkLst>
          <pc:docMk/>
          <pc:sldMk cId="782827412" sldId="702"/>
        </pc:sldMkLst>
      </pc:sldChg>
      <pc:sldChg chg="del">
        <pc:chgData name="Karl Michael Höferl" userId="544d2ce1-0a3b-4706-9dfd-c6d69d0e3c8e" providerId="ADAL" clId="{E771A02B-0AF0-4FB2-9686-C19BB21A7CDA}" dt="2024-12-04T14:40:37.725" v="52" actId="18676"/>
        <pc:sldMkLst>
          <pc:docMk/>
          <pc:sldMk cId="1396252110" sldId="702"/>
        </pc:sldMkLst>
      </pc:sldChg>
      <pc:sldChg chg="del">
        <pc:chgData name="Karl Michael Höferl" userId="544d2ce1-0a3b-4706-9dfd-c6d69d0e3c8e" providerId="ADAL" clId="{E771A02B-0AF0-4FB2-9686-C19BB21A7CDA}" dt="2024-12-04T14:40:37.725" v="52" actId="18676"/>
        <pc:sldMkLst>
          <pc:docMk/>
          <pc:sldMk cId="2833998008" sldId="703"/>
        </pc:sldMkLst>
      </pc:sldChg>
      <pc:sldChg chg="del">
        <pc:chgData name="Karl Michael Höferl" userId="544d2ce1-0a3b-4706-9dfd-c6d69d0e3c8e" providerId="ADAL" clId="{E771A02B-0AF0-4FB2-9686-C19BB21A7CDA}" dt="2024-12-04T14:40:37.725" v="52" actId="18676"/>
        <pc:sldMkLst>
          <pc:docMk/>
          <pc:sldMk cId="2968015693" sldId="704"/>
        </pc:sldMkLst>
      </pc:sldChg>
      <pc:sldChg chg="modSp add del mod">
        <pc:chgData name="Karl Michael Höferl" userId="544d2ce1-0a3b-4706-9dfd-c6d69d0e3c8e" providerId="ADAL" clId="{E771A02B-0AF0-4FB2-9686-C19BB21A7CDA}" dt="2024-12-07T07:38:18.111" v="8337" actId="790"/>
        <pc:sldMkLst>
          <pc:docMk/>
          <pc:sldMk cId="1764383579" sldId="705"/>
        </pc:sldMkLst>
      </pc:sldChg>
      <pc:sldChg chg="addSp delSp modSp new mod ord">
        <pc:chgData name="Karl Michael Höferl" userId="544d2ce1-0a3b-4706-9dfd-c6d69d0e3c8e" providerId="ADAL" clId="{E771A02B-0AF0-4FB2-9686-C19BB21A7CDA}" dt="2024-12-07T07:38:18.129" v="8352" actId="790"/>
        <pc:sldMkLst>
          <pc:docMk/>
          <pc:sldMk cId="171581561" sldId="706"/>
        </pc:sldMkLst>
      </pc:sldChg>
      <pc:sldChg chg="del">
        <pc:chgData name="Karl Michael Höferl" userId="544d2ce1-0a3b-4706-9dfd-c6d69d0e3c8e" providerId="ADAL" clId="{E771A02B-0AF0-4FB2-9686-C19BB21A7CDA}" dt="2024-12-04T14:40:37.725" v="52" actId="18676"/>
        <pc:sldMkLst>
          <pc:docMk/>
          <pc:sldMk cId="4237894147" sldId="706"/>
        </pc:sldMkLst>
      </pc:sldChg>
      <pc:sldChg chg="del">
        <pc:chgData name="Karl Michael Höferl" userId="544d2ce1-0a3b-4706-9dfd-c6d69d0e3c8e" providerId="ADAL" clId="{E771A02B-0AF0-4FB2-9686-C19BB21A7CDA}" dt="2024-12-04T14:40:37.725" v="52" actId="18676"/>
        <pc:sldMkLst>
          <pc:docMk/>
          <pc:sldMk cId="1271795365" sldId="707"/>
        </pc:sldMkLst>
      </pc:sldChg>
      <pc:sldChg chg="addSp delSp modSp add mod ord">
        <pc:chgData name="Karl Michael Höferl" userId="544d2ce1-0a3b-4706-9dfd-c6d69d0e3c8e" providerId="ADAL" clId="{E771A02B-0AF0-4FB2-9686-C19BB21A7CDA}" dt="2024-12-07T07:38:18.123" v="8347" actId="790"/>
        <pc:sldMkLst>
          <pc:docMk/>
          <pc:sldMk cId="3293553619" sldId="707"/>
        </pc:sldMkLst>
      </pc:sldChg>
      <pc:sldChg chg="del">
        <pc:chgData name="Karl Michael Höferl" userId="544d2ce1-0a3b-4706-9dfd-c6d69d0e3c8e" providerId="ADAL" clId="{E771A02B-0AF0-4FB2-9686-C19BB21A7CDA}" dt="2024-12-04T14:40:37.725" v="52" actId="18676"/>
        <pc:sldMkLst>
          <pc:docMk/>
          <pc:sldMk cId="118535653" sldId="708"/>
        </pc:sldMkLst>
      </pc:sldChg>
      <pc:sldChg chg="modSp new mod">
        <pc:chgData name="Karl Michael Höferl" userId="544d2ce1-0a3b-4706-9dfd-c6d69d0e3c8e" providerId="ADAL" clId="{E771A02B-0AF0-4FB2-9686-C19BB21A7CDA}" dt="2024-12-07T07:38:18.136" v="8357" actId="790"/>
        <pc:sldMkLst>
          <pc:docMk/>
          <pc:sldMk cId="3505790089" sldId="708"/>
        </pc:sldMkLst>
      </pc:sldChg>
      <pc:sldChg chg="del">
        <pc:chgData name="Karl Michael Höferl" userId="544d2ce1-0a3b-4706-9dfd-c6d69d0e3c8e" providerId="ADAL" clId="{E771A02B-0AF0-4FB2-9686-C19BB21A7CDA}" dt="2024-12-04T14:40:37.725" v="52" actId="18676"/>
        <pc:sldMkLst>
          <pc:docMk/>
          <pc:sldMk cId="1089052297" sldId="709"/>
        </pc:sldMkLst>
      </pc:sldChg>
      <pc:sldChg chg="addSp delSp modSp add mod">
        <pc:chgData name="Karl Michael Höferl" userId="544d2ce1-0a3b-4706-9dfd-c6d69d0e3c8e" providerId="ADAL" clId="{E771A02B-0AF0-4FB2-9686-C19BB21A7CDA}" dt="2024-12-07T07:38:18.139" v="8361" actId="790"/>
        <pc:sldMkLst>
          <pc:docMk/>
          <pc:sldMk cId="3948692626" sldId="709"/>
        </pc:sldMkLst>
      </pc:sldChg>
      <pc:sldChg chg="add del">
        <pc:chgData name="Karl Michael Höferl" userId="544d2ce1-0a3b-4706-9dfd-c6d69d0e3c8e" providerId="ADAL" clId="{E771A02B-0AF0-4FB2-9686-C19BB21A7CDA}" dt="2024-12-06T12:11:07.874" v="4956"/>
        <pc:sldMkLst>
          <pc:docMk/>
          <pc:sldMk cId="97730973" sldId="710"/>
        </pc:sldMkLst>
      </pc:sldChg>
      <pc:sldChg chg="del">
        <pc:chgData name="Karl Michael Höferl" userId="544d2ce1-0a3b-4706-9dfd-c6d69d0e3c8e" providerId="ADAL" clId="{E771A02B-0AF0-4FB2-9686-C19BB21A7CDA}" dt="2024-12-04T14:40:37.725" v="52" actId="18676"/>
        <pc:sldMkLst>
          <pc:docMk/>
          <pc:sldMk cId="1575962735" sldId="710"/>
        </pc:sldMkLst>
      </pc:sldChg>
      <pc:sldChg chg="modSp add mod">
        <pc:chgData name="Karl Michael Höferl" userId="544d2ce1-0a3b-4706-9dfd-c6d69d0e3c8e" providerId="ADAL" clId="{E771A02B-0AF0-4FB2-9686-C19BB21A7CDA}" dt="2024-12-07T07:38:18.117" v="8342" actId="790"/>
        <pc:sldMkLst>
          <pc:docMk/>
          <pc:sldMk cId="3572271103" sldId="710"/>
        </pc:sldMkLst>
      </pc:sldChg>
      <pc:sldChg chg="modSp add mod">
        <pc:chgData name="Karl Michael Höferl" userId="544d2ce1-0a3b-4706-9dfd-c6d69d0e3c8e" providerId="ADAL" clId="{E771A02B-0AF0-4FB2-9686-C19BB21A7CDA}" dt="2024-12-07T07:38:18.146" v="8366" actId="790"/>
        <pc:sldMkLst>
          <pc:docMk/>
          <pc:sldMk cId="3408810402" sldId="711"/>
        </pc:sldMkLst>
      </pc:sldChg>
      <pc:sldChg chg="addSp modSp new mod modAnim">
        <pc:chgData name="Karl Michael Höferl" userId="544d2ce1-0a3b-4706-9dfd-c6d69d0e3c8e" providerId="ADAL" clId="{E771A02B-0AF0-4FB2-9686-C19BB21A7CDA}" dt="2024-12-07T07:38:18.153" v="8371" actId="790"/>
        <pc:sldMkLst>
          <pc:docMk/>
          <pc:sldMk cId="209830564" sldId="712"/>
        </pc:sldMkLst>
      </pc:sldChg>
      <pc:sldChg chg="del">
        <pc:chgData name="Karl Michael Höferl" userId="544d2ce1-0a3b-4706-9dfd-c6d69d0e3c8e" providerId="ADAL" clId="{E771A02B-0AF0-4FB2-9686-C19BB21A7CDA}" dt="2024-12-04T14:40:37.725" v="52" actId="18676"/>
        <pc:sldMkLst>
          <pc:docMk/>
          <pc:sldMk cId="278404057" sldId="712"/>
        </pc:sldMkLst>
      </pc:sldChg>
      <pc:sldChg chg="del">
        <pc:chgData name="Karl Michael Höferl" userId="544d2ce1-0a3b-4706-9dfd-c6d69d0e3c8e" providerId="ADAL" clId="{E771A02B-0AF0-4FB2-9686-C19BB21A7CDA}" dt="2024-12-04T14:40:37.725" v="52" actId="18676"/>
        <pc:sldMkLst>
          <pc:docMk/>
          <pc:sldMk cId="2565266650" sldId="713"/>
        </pc:sldMkLst>
      </pc:sldChg>
      <pc:sldChg chg="modSp add mod">
        <pc:chgData name="Karl Michael Höferl" userId="544d2ce1-0a3b-4706-9dfd-c6d69d0e3c8e" providerId="ADAL" clId="{E771A02B-0AF0-4FB2-9686-C19BB21A7CDA}" dt="2024-12-07T07:38:18.161" v="8376" actId="790"/>
        <pc:sldMkLst>
          <pc:docMk/>
          <pc:sldMk cId="2567221558" sldId="713"/>
        </pc:sldMkLst>
      </pc:sldChg>
      <pc:sldChg chg="addSp modSp new mod modAnim">
        <pc:chgData name="Karl Michael Höferl" userId="544d2ce1-0a3b-4706-9dfd-c6d69d0e3c8e" providerId="ADAL" clId="{E771A02B-0AF0-4FB2-9686-C19BB21A7CDA}" dt="2024-12-07T07:38:18.165" v="8381" actId="790"/>
        <pc:sldMkLst>
          <pc:docMk/>
          <pc:sldMk cId="2904564258" sldId="714"/>
        </pc:sldMkLst>
      </pc:sldChg>
      <pc:sldChg chg="del">
        <pc:chgData name="Karl Michael Höferl" userId="544d2ce1-0a3b-4706-9dfd-c6d69d0e3c8e" providerId="ADAL" clId="{E771A02B-0AF0-4FB2-9686-C19BB21A7CDA}" dt="2024-12-04T14:40:37.725" v="52" actId="18676"/>
        <pc:sldMkLst>
          <pc:docMk/>
          <pc:sldMk cId="1448346958" sldId="715"/>
        </pc:sldMkLst>
      </pc:sldChg>
      <pc:sldChg chg="addSp delSp modSp add mod modAnim">
        <pc:chgData name="Karl Michael Höferl" userId="544d2ce1-0a3b-4706-9dfd-c6d69d0e3c8e" providerId="ADAL" clId="{E771A02B-0AF0-4FB2-9686-C19BB21A7CDA}" dt="2024-12-07T07:38:18.170" v="8385" actId="790"/>
        <pc:sldMkLst>
          <pc:docMk/>
          <pc:sldMk cId="1955897840" sldId="715"/>
        </pc:sldMkLst>
      </pc:sldChg>
      <pc:sldChg chg="addSp delSp modSp add mod modAnim">
        <pc:chgData name="Karl Michael Höferl" userId="544d2ce1-0a3b-4706-9dfd-c6d69d0e3c8e" providerId="ADAL" clId="{E771A02B-0AF0-4FB2-9686-C19BB21A7CDA}" dt="2024-12-07T07:38:18.177" v="8390" actId="790"/>
        <pc:sldMkLst>
          <pc:docMk/>
          <pc:sldMk cId="395793456" sldId="716"/>
        </pc:sldMkLst>
      </pc:sldChg>
      <pc:sldChg chg="del">
        <pc:chgData name="Karl Michael Höferl" userId="544d2ce1-0a3b-4706-9dfd-c6d69d0e3c8e" providerId="ADAL" clId="{E771A02B-0AF0-4FB2-9686-C19BB21A7CDA}" dt="2024-12-04T14:40:37.725" v="52" actId="18676"/>
        <pc:sldMkLst>
          <pc:docMk/>
          <pc:sldMk cId="2354473878" sldId="716"/>
        </pc:sldMkLst>
      </pc:sldChg>
      <pc:sldChg chg="add del">
        <pc:chgData name="Karl Michael Höferl" userId="544d2ce1-0a3b-4706-9dfd-c6d69d0e3c8e" providerId="ADAL" clId="{E771A02B-0AF0-4FB2-9686-C19BB21A7CDA}" dt="2024-12-06T12:21:15.464" v="5226"/>
        <pc:sldMkLst>
          <pc:docMk/>
          <pc:sldMk cId="2791070486" sldId="716"/>
        </pc:sldMkLst>
      </pc:sldChg>
      <pc:sldChg chg="del">
        <pc:chgData name="Karl Michael Höferl" userId="544d2ce1-0a3b-4706-9dfd-c6d69d0e3c8e" providerId="ADAL" clId="{E771A02B-0AF0-4FB2-9686-C19BB21A7CDA}" dt="2024-12-04T14:40:41.679" v="53" actId="18676"/>
        <pc:sldMkLst>
          <pc:docMk/>
          <pc:sldMk cId="391640801" sldId="717"/>
        </pc:sldMkLst>
      </pc:sldChg>
      <pc:sldChg chg="add del">
        <pc:chgData name="Karl Michael Höferl" userId="544d2ce1-0a3b-4706-9dfd-c6d69d0e3c8e" providerId="ADAL" clId="{E771A02B-0AF0-4FB2-9686-C19BB21A7CDA}" dt="2024-12-06T12:22:28.156" v="5282"/>
        <pc:sldMkLst>
          <pc:docMk/>
          <pc:sldMk cId="2344397390" sldId="717"/>
        </pc:sldMkLst>
      </pc:sldChg>
      <pc:sldChg chg="addSp delSp modSp add mod modAnim">
        <pc:chgData name="Karl Michael Höferl" userId="544d2ce1-0a3b-4706-9dfd-c6d69d0e3c8e" providerId="ADAL" clId="{E771A02B-0AF0-4FB2-9686-C19BB21A7CDA}" dt="2024-12-07T07:38:18.181" v="8394" actId="790"/>
        <pc:sldMkLst>
          <pc:docMk/>
          <pc:sldMk cId="3476429937" sldId="717"/>
        </pc:sldMkLst>
      </pc:sldChg>
      <pc:sldChg chg="add del">
        <pc:chgData name="Karl Michael Höferl" userId="544d2ce1-0a3b-4706-9dfd-c6d69d0e3c8e" providerId="ADAL" clId="{E771A02B-0AF0-4FB2-9686-C19BB21A7CDA}" dt="2024-12-06T12:32:25.284" v="5366"/>
        <pc:sldMkLst>
          <pc:docMk/>
          <pc:sldMk cId="769635089" sldId="718"/>
        </pc:sldMkLst>
      </pc:sldChg>
      <pc:sldChg chg="del">
        <pc:chgData name="Karl Michael Höferl" userId="544d2ce1-0a3b-4706-9dfd-c6d69d0e3c8e" providerId="ADAL" clId="{E771A02B-0AF0-4FB2-9686-C19BB21A7CDA}" dt="2024-12-04T14:40:41.679" v="53" actId="18676"/>
        <pc:sldMkLst>
          <pc:docMk/>
          <pc:sldMk cId="1128794484" sldId="718"/>
        </pc:sldMkLst>
      </pc:sldChg>
      <pc:sldChg chg="modSp add mod">
        <pc:chgData name="Karl Michael Höferl" userId="544d2ce1-0a3b-4706-9dfd-c6d69d0e3c8e" providerId="ADAL" clId="{E771A02B-0AF0-4FB2-9686-C19BB21A7CDA}" dt="2024-12-07T07:38:18.186" v="8399" actId="790"/>
        <pc:sldMkLst>
          <pc:docMk/>
          <pc:sldMk cId="2235352649" sldId="718"/>
        </pc:sldMkLst>
      </pc:sldChg>
      <pc:sldChg chg="del">
        <pc:chgData name="Karl Michael Höferl" userId="544d2ce1-0a3b-4706-9dfd-c6d69d0e3c8e" providerId="ADAL" clId="{E771A02B-0AF0-4FB2-9686-C19BB21A7CDA}" dt="2024-12-04T14:40:50.678" v="55" actId="18676"/>
        <pc:sldMkLst>
          <pc:docMk/>
          <pc:sldMk cId="1226678962" sldId="719"/>
        </pc:sldMkLst>
      </pc:sldChg>
      <pc:sldChg chg="modSp new mod">
        <pc:chgData name="Karl Michael Höferl" userId="544d2ce1-0a3b-4706-9dfd-c6d69d0e3c8e" providerId="ADAL" clId="{E771A02B-0AF0-4FB2-9686-C19BB21A7CDA}" dt="2024-12-07T07:38:18.195" v="8404" actId="790"/>
        <pc:sldMkLst>
          <pc:docMk/>
          <pc:sldMk cId="3231854775" sldId="719"/>
        </pc:sldMkLst>
      </pc:sldChg>
      <pc:sldChg chg="addSp delSp modSp add mod">
        <pc:chgData name="Karl Michael Höferl" userId="544d2ce1-0a3b-4706-9dfd-c6d69d0e3c8e" providerId="ADAL" clId="{E771A02B-0AF0-4FB2-9686-C19BB21A7CDA}" dt="2024-12-07T07:38:18.212" v="8418" actId="790"/>
        <pc:sldMkLst>
          <pc:docMk/>
          <pc:sldMk cId="1276626031" sldId="720"/>
        </pc:sldMkLst>
      </pc:sldChg>
      <pc:sldChg chg="del">
        <pc:chgData name="Karl Michael Höferl" userId="544d2ce1-0a3b-4706-9dfd-c6d69d0e3c8e" providerId="ADAL" clId="{E771A02B-0AF0-4FB2-9686-C19BB21A7CDA}" dt="2024-12-04T14:40:41.679" v="53" actId="18676"/>
        <pc:sldMkLst>
          <pc:docMk/>
          <pc:sldMk cId="3050647913" sldId="720"/>
        </pc:sldMkLst>
      </pc:sldChg>
      <pc:sldChg chg="addSp delSp modSp add del mod">
        <pc:chgData name="Karl Michael Höferl" userId="544d2ce1-0a3b-4706-9dfd-c6d69d0e3c8e" providerId="ADAL" clId="{E771A02B-0AF0-4FB2-9686-C19BB21A7CDA}" dt="2024-12-06T18:19:23.062" v="5628" actId="2696"/>
        <pc:sldMkLst>
          <pc:docMk/>
          <pc:sldMk cId="2835826111" sldId="721"/>
        </pc:sldMkLst>
      </pc:sldChg>
      <pc:sldChg chg="del">
        <pc:chgData name="Karl Michael Höferl" userId="544d2ce1-0a3b-4706-9dfd-c6d69d0e3c8e" providerId="ADAL" clId="{E771A02B-0AF0-4FB2-9686-C19BB21A7CDA}" dt="2024-12-04T14:40:37.725" v="52" actId="18676"/>
        <pc:sldMkLst>
          <pc:docMk/>
          <pc:sldMk cId="2458927655" sldId="722"/>
        </pc:sldMkLst>
      </pc:sldChg>
      <pc:sldChg chg="addSp modSp new mod">
        <pc:chgData name="Karl Michael Höferl" userId="544d2ce1-0a3b-4706-9dfd-c6d69d0e3c8e" providerId="ADAL" clId="{E771A02B-0AF0-4FB2-9686-C19BB21A7CDA}" dt="2024-12-07T07:38:18.201" v="8409" actId="790"/>
        <pc:sldMkLst>
          <pc:docMk/>
          <pc:sldMk cId="3093752595" sldId="722"/>
        </pc:sldMkLst>
      </pc:sldChg>
      <pc:sldChg chg="del">
        <pc:chgData name="Karl Michael Höferl" userId="544d2ce1-0a3b-4706-9dfd-c6d69d0e3c8e" providerId="ADAL" clId="{E771A02B-0AF0-4FB2-9686-C19BB21A7CDA}" dt="2024-12-04T14:40:37.725" v="52" actId="18676"/>
        <pc:sldMkLst>
          <pc:docMk/>
          <pc:sldMk cId="2142421156" sldId="723"/>
        </pc:sldMkLst>
      </pc:sldChg>
      <pc:sldChg chg="modSp add mod">
        <pc:chgData name="Karl Michael Höferl" userId="544d2ce1-0a3b-4706-9dfd-c6d69d0e3c8e" providerId="ADAL" clId="{E771A02B-0AF0-4FB2-9686-C19BB21A7CDA}" dt="2024-12-07T07:38:18.207" v="8414" actId="790"/>
        <pc:sldMkLst>
          <pc:docMk/>
          <pc:sldMk cId="4187279353" sldId="723"/>
        </pc:sldMkLst>
      </pc:sldChg>
      <pc:sldChg chg="addSp modSp new del mod">
        <pc:chgData name="Karl Michael Höferl" userId="544d2ce1-0a3b-4706-9dfd-c6d69d0e3c8e" providerId="ADAL" clId="{E771A02B-0AF0-4FB2-9686-C19BB21A7CDA}" dt="2024-12-06T18:42:12.602" v="6519" actId="2696"/>
        <pc:sldMkLst>
          <pc:docMk/>
          <pc:sldMk cId="196033648" sldId="724"/>
        </pc:sldMkLst>
      </pc:sldChg>
      <pc:sldChg chg="modSp add mod ord">
        <pc:chgData name="Karl Michael Höferl" userId="544d2ce1-0a3b-4706-9dfd-c6d69d0e3c8e" providerId="ADAL" clId="{E771A02B-0AF0-4FB2-9686-C19BB21A7CDA}" dt="2024-12-07T07:38:18.069" v="8302" actId="790"/>
        <pc:sldMkLst>
          <pc:docMk/>
          <pc:sldMk cId="2974183893" sldId="724"/>
        </pc:sldMkLst>
      </pc:sldChg>
      <pc:sldChg chg="del">
        <pc:chgData name="Karl Michael Höferl" userId="544d2ce1-0a3b-4706-9dfd-c6d69d0e3c8e" providerId="ADAL" clId="{E771A02B-0AF0-4FB2-9686-C19BB21A7CDA}" dt="2024-12-04T14:40:37.725" v="52" actId="18676"/>
        <pc:sldMkLst>
          <pc:docMk/>
          <pc:sldMk cId="3412487367" sldId="724"/>
        </pc:sldMkLst>
      </pc:sldChg>
      <pc:sldChg chg="addSp delSp modSp add del mod">
        <pc:chgData name="Karl Michael Höferl" userId="544d2ce1-0a3b-4706-9dfd-c6d69d0e3c8e" providerId="ADAL" clId="{E771A02B-0AF0-4FB2-9686-C19BB21A7CDA}" dt="2024-12-06T18:42:12.602" v="6519" actId="2696"/>
        <pc:sldMkLst>
          <pc:docMk/>
          <pc:sldMk cId="1018208985" sldId="725"/>
        </pc:sldMkLst>
      </pc:sldChg>
      <pc:sldChg chg="modSp add mod ord">
        <pc:chgData name="Karl Michael Höferl" userId="544d2ce1-0a3b-4706-9dfd-c6d69d0e3c8e" providerId="ADAL" clId="{E771A02B-0AF0-4FB2-9686-C19BB21A7CDA}" dt="2024-12-07T07:38:18.075" v="8307" actId="790"/>
        <pc:sldMkLst>
          <pc:docMk/>
          <pc:sldMk cId="1399134087" sldId="725"/>
        </pc:sldMkLst>
      </pc:sldChg>
      <pc:sldChg chg="del">
        <pc:chgData name="Karl Michael Höferl" userId="544d2ce1-0a3b-4706-9dfd-c6d69d0e3c8e" providerId="ADAL" clId="{E771A02B-0AF0-4FB2-9686-C19BB21A7CDA}" dt="2024-12-04T14:40:41.679" v="53" actId="18676"/>
        <pc:sldMkLst>
          <pc:docMk/>
          <pc:sldMk cId="2759209159" sldId="725"/>
        </pc:sldMkLst>
      </pc:sldChg>
      <pc:sldChg chg="del">
        <pc:chgData name="Karl Michael Höferl" userId="544d2ce1-0a3b-4706-9dfd-c6d69d0e3c8e" providerId="ADAL" clId="{E771A02B-0AF0-4FB2-9686-C19BB21A7CDA}" dt="2024-12-04T14:40:41.679" v="53" actId="18676"/>
        <pc:sldMkLst>
          <pc:docMk/>
          <pc:sldMk cId="847194213" sldId="726"/>
        </pc:sldMkLst>
      </pc:sldChg>
      <pc:sldChg chg="modSp add mod ord">
        <pc:chgData name="Karl Michael Höferl" userId="544d2ce1-0a3b-4706-9dfd-c6d69d0e3c8e" providerId="ADAL" clId="{E771A02B-0AF0-4FB2-9686-C19BB21A7CDA}" dt="2024-12-07T07:38:18.081" v="8312" actId="790"/>
        <pc:sldMkLst>
          <pc:docMk/>
          <pc:sldMk cId="2327193808" sldId="726"/>
        </pc:sldMkLst>
      </pc:sldChg>
      <pc:sldChg chg="modSp add del mod">
        <pc:chgData name="Karl Michael Höferl" userId="544d2ce1-0a3b-4706-9dfd-c6d69d0e3c8e" providerId="ADAL" clId="{E771A02B-0AF0-4FB2-9686-C19BB21A7CDA}" dt="2024-12-06T18:42:12.602" v="6519" actId="2696"/>
        <pc:sldMkLst>
          <pc:docMk/>
          <pc:sldMk cId="2358339674" sldId="726"/>
        </pc:sldMkLst>
      </pc:sldChg>
      <pc:sldChg chg="del">
        <pc:chgData name="Karl Michael Höferl" userId="544d2ce1-0a3b-4706-9dfd-c6d69d0e3c8e" providerId="ADAL" clId="{E771A02B-0AF0-4FB2-9686-C19BB21A7CDA}" dt="2024-12-04T14:40:41.679" v="53" actId="18676"/>
        <pc:sldMkLst>
          <pc:docMk/>
          <pc:sldMk cId="1031396598" sldId="727"/>
        </pc:sldMkLst>
      </pc:sldChg>
      <pc:sldChg chg="modSp add mod ord">
        <pc:chgData name="Karl Michael Höferl" userId="544d2ce1-0a3b-4706-9dfd-c6d69d0e3c8e" providerId="ADAL" clId="{E771A02B-0AF0-4FB2-9686-C19BB21A7CDA}" dt="2024-12-07T07:38:18.087" v="8317" actId="790"/>
        <pc:sldMkLst>
          <pc:docMk/>
          <pc:sldMk cId="1382612920" sldId="727"/>
        </pc:sldMkLst>
      </pc:sldChg>
      <pc:sldChg chg="modSp add del mod">
        <pc:chgData name="Karl Michael Höferl" userId="544d2ce1-0a3b-4706-9dfd-c6d69d0e3c8e" providerId="ADAL" clId="{E771A02B-0AF0-4FB2-9686-C19BB21A7CDA}" dt="2024-12-06T18:42:12.602" v="6519" actId="2696"/>
        <pc:sldMkLst>
          <pc:docMk/>
          <pc:sldMk cId="2612830284" sldId="727"/>
        </pc:sldMkLst>
      </pc:sldChg>
      <pc:sldChg chg="del">
        <pc:chgData name="Karl Michael Höferl" userId="544d2ce1-0a3b-4706-9dfd-c6d69d0e3c8e" providerId="ADAL" clId="{E771A02B-0AF0-4FB2-9686-C19BB21A7CDA}" dt="2024-12-04T14:40:41.679" v="53" actId="18676"/>
        <pc:sldMkLst>
          <pc:docMk/>
          <pc:sldMk cId="1268641503" sldId="728"/>
        </pc:sldMkLst>
      </pc:sldChg>
      <pc:sldChg chg="addSp delSp modSp add mod">
        <pc:chgData name="Karl Michael Höferl" userId="544d2ce1-0a3b-4706-9dfd-c6d69d0e3c8e" providerId="ADAL" clId="{E771A02B-0AF0-4FB2-9686-C19BB21A7CDA}" dt="2024-12-07T07:38:18.091" v="8321" actId="790"/>
        <pc:sldMkLst>
          <pc:docMk/>
          <pc:sldMk cId="4039628353" sldId="728"/>
        </pc:sldMkLst>
      </pc:sldChg>
      <pc:sldChg chg="del">
        <pc:chgData name="Karl Michael Höferl" userId="544d2ce1-0a3b-4706-9dfd-c6d69d0e3c8e" providerId="ADAL" clId="{E771A02B-0AF0-4FB2-9686-C19BB21A7CDA}" dt="2024-12-04T14:40:41.679" v="53" actId="18676"/>
        <pc:sldMkLst>
          <pc:docMk/>
          <pc:sldMk cId="309949798" sldId="729"/>
        </pc:sldMkLst>
      </pc:sldChg>
      <pc:sldChg chg="addSp delSp modSp add mod">
        <pc:chgData name="Karl Michael Höferl" userId="544d2ce1-0a3b-4706-9dfd-c6d69d0e3c8e" providerId="ADAL" clId="{E771A02B-0AF0-4FB2-9686-C19BB21A7CDA}" dt="2024-12-07T07:38:18.095" v="8325" actId="790"/>
        <pc:sldMkLst>
          <pc:docMk/>
          <pc:sldMk cId="3256963422" sldId="729"/>
        </pc:sldMkLst>
      </pc:sldChg>
      <pc:sldChg chg="del">
        <pc:chgData name="Karl Michael Höferl" userId="544d2ce1-0a3b-4706-9dfd-c6d69d0e3c8e" providerId="ADAL" clId="{E771A02B-0AF0-4FB2-9686-C19BB21A7CDA}" dt="2024-12-04T14:40:41.679" v="53" actId="18676"/>
        <pc:sldMkLst>
          <pc:docMk/>
          <pc:sldMk cId="1838811974" sldId="730"/>
        </pc:sldMkLst>
      </pc:sldChg>
      <pc:sldChg chg="addSp delSp modSp add mod">
        <pc:chgData name="Karl Michael Höferl" userId="544d2ce1-0a3b-4706-9dfd-c6d69d0e3c8e" providerId="ADAL" clId="{E771A02B-0AF0-4FB2-9686-C19BB21A7CDA}" dt="2024-12-07T07:38:18.217" v="8422" actId="790"/>
        <pc:sldMkLst>
          <pc:docMk/>
          <pc:sldMk cId="3727715166" sldId="730"/>
        </pc:sldMkLst>
      </pc:sldChg>
      <pc:sldChg chg="add del">
        <pc:chgData name="Karl Michael Höferl" userId="544d2ce1-0a3b-4706-9dfd-c6d69d0e3c8e" providerId="ADAL" clId="{E771A02B-0AF0-4FB2-9686-C19BB21A7CDA}" dt="2024-12-06T18:52:26.527" v="6643"/>
        <pc:sldMkLst>
          <pc:docMk/>
          <pc:sldMk cId="725570562" sldId="731"/>
        </pc:sldMkLst>
      </pc:sldChg>
      <pc:sldChg chg="del">
        <pc:chgData name="Karl Michael Höferl" userId="544d2ce1-0a3b-4706-9dfd-c6d69d0e3c8e" providerId="ADAL" clId="{E771A02B-0AF0-4FB2-9686-C19BB21A7CDA}" dt="2024-12-04T14:40:50.678" v="55" actId="18676"/>
        <pc:sldMkLst>
          <pc:docMk/>
          <pc:sldMk cId="3183139675" sldId="731"/>
        </pc:sldMkLst>
      </pc:sldChg>
      <pc:sldChg chg="addSp delSp modSp add mod">
        <pc:chgData name="Karl Michael Höferl" userId="544d2ce1-0a3b-4706-9dfd-c6d69d0e3c8e" providerId="ADAL" clId="{E771A02B-0AF0-4FB2-9686-C19BB21A7CDA}" dt="2024-12-07T07:38:18.220" v="8426" actId="790"/>
        <pc:sldMkLst>
          <pc:docMk/>
          <pc:sldMk cId="4133627186" sldId="731"/>
        </pc:sldMkLst>
      </pc:sldChg>
      <pc:sldChg chg="del">
        <pc:chgData name="Karl Michael Höferl" userId="544d2ce1-0a3b-4706-9dfd-c6d69d0e3c8e" providerId="ADAL" clId="{E771A02B-0AF0-4FB2-9686-C19BB21A7CDA}" dt="2024-12-04T14:40:41.679" v="53" actId="18676"/>
        <pc:sldMkLst>
          <pc:docMk/>
          <pc:sldMk cId="2219841282" sldId="732"/>
        </pc:sldMkLst>
      </pc:sldChg>
      <pc:sldChg chg="modSp add mod">
        <pc:chgData name="Karl Michael Höferl" userId="544d2ce1-0a3b-4706-9dfd-c6d69d0e3c8e" providerId="ADAL" clId="{E771A02B-0AF0-4FB2-9686-C19BB21A7CDA}" dt="2024-12-07T07:38:18.226" v="8431" actId="790"/>
        <pc:sldMkLst>
          <pc:docMk/>
          <pc:sldMk cId="2705097224" sldId="732"/>
        </pc:sldMkLst>
      </pc:sldChg>
      <pc:sldChg chg="addSp delSp modSp add mod">
        <pc:chgData name="Karl Michael Höferl" userId="544d2ce1-0a3b-4706-9dfd-c6d69d0e3c8e" providerId="ADAL" clId="{E771A02B-0AF0-4FB2-9686-C19BB21A7CDA}" dt="2024-12-07T07:38:18.282" v="8468" actId="790"/>
        <pc:sldMkLst>
          <pc:docMk/>
          <pc:sldMk cId="227321968" sldId="733"/>
        </pc:sldMkLst>
      </pc:sldChg>
      <pc:sldChg chg="del">
        <pc:chgData name="Karl Michael Höferl" userId="544d2ce1-0a3b-4706-9dfd-c6d69d0e3c8e" providerId="ADAL" clId="{E771A02B-0AF0-4FB2-9686-C19BB21A7CDA}" dt="2024-12-04T14:40:41.679" v="53" actId="18676"/>
        <pc:sldMkLst>
          <pc:docMk/>
          <pc:sldMk cId="1256833638" sldId="733"/>
        </pc:sldMkLst>
      </pc:sldChg>
      <pc:sldChg chg="del">
        <pc:chgData name="Karl Michael Höferl" userId="544d2ce1-0a3b-4706-9dfd-c6d69d0e3c8e" providerId="ADAL" clId="{E771A02B-0AF0-4FB2-9686-C19BB21A7CDA}" dt="2024-12-04T14:40:41.679" v="53" actId="18676"/>
        <pc:sldMkLst>
          <pc:docMk/>
          <pc:sldMk cId="2446380513" sldId="734"/>
        </pc:sldMkLst>
      </pc:sldChg>
      <pc:sldChg chg="modSp new mod">
        <pc:chgData name="Karl Michael Höferl" userId="544d2ce1-0a3b-4706-9dfd-c6d69d0e3c8e" providerId="ADAL" clId="{E771A02B-0AF0-4FB2-9686-C19BB21A7CDA}" dt="2024-12-07T07:38:18.234" v="8436" actId="790"/>
        <pc:sldMkLst>
          <pc:docMk/>
          <pc:sldMk cId="3505372439" sldId="734"/>
        </pc:sldMkLst>
      </pc:sldChg>
      <pc:sldChg chg="del">
        <pc:chgData name="Karl Michael Höferl" userId="544d2ce1-0a3b-4706-9dfd-c6d69d0e3c8e" providerId="ADAL" clId="{E771A02B-0AF0-4FB2-9686-C19BB21A7CDA}" dt="2024-12-04T14:40:41.679" v="53" actId="18676"/>
        <pc:sldMkLst>
          <pc:docMk/>
          <pc:sldMk cId="48450397" sldId="735"/>
        </pc:sldMkLst>
      </pc:sldChg>
      <pc:sldChg chg="modSp add del mod">
        <pc:chgData name="Karl Michael Höferl" userId="544d2ce1-0a3b-4706-9dfd-c6d69d0e3c8e" providerId="ADAL" clId="{E771A02B-0AF0-4FB2-9686-C19BB21A7CDA}" dt="2024-12-06T19:15:01.908" v="6816" actId="2696"/>
        <pc:sldMkLst>
          <pc:docMk/>
          <pc:sldMk cId="3992267091" sldId="735"/>
        </pc:sldMkLst>
      </pc:sldChg>
      <pc:sldChg chg="del">
        <pc:chgData name="Karl Michael Höferl" userId="544d2ce1-0a3b-4706-9dfd-c6d69d0e3c8e" providerId="ADAL" clId="{E771A02B-0AF0-4FB2-9686-C19BB21A7CDA}" dt="2024-12-04T14:40:41.679" v="53" actId="18676"/>
        <pc:sldMkLst>
          <pc:docMk/>
          <pc:sldMk cId="1452761219" sldId="736"/>
        </pc:sldMkLst>
      </pc:sldChg>
      <pc:sldChg chg="modSp new mod ord">
        <pc:chgData name="Karl Michael Höferl" userId="544d2ce1-0a3b-4706-9dfd-c6d69d0e3c8e" providerId="ADAL" clId="{E771A02B-0AF0-4FB2-9686-C19BB21A7CDA}" dt="2024-12-07T07:38:18.243" v="8441" actId="790"/>
        <pc:sldMkLst>
          <pc:docMk/>
          <pc:sldMk cId="4008129607" sldId="736"/>
        </pc:sldMkLst>
      </pc:sldChg>
      <pc:sldChg chg="addSp modSp add mod">
        <pc:chgData name="Karl Michael Höferl" userId="544d2ce1-0a3b-4706-9dfd-c6d69d0e3c8e" providerId="ADAL" clId="{E771A02B-0AF0-4FB2-9686-C19BB21A7CDA}" dt="2024-12-07T07:38:18.249" v="8446" actId="790"/>
        <pc:sldMkLst>
          <pc:docMk/>
          <pc:sldMk cId="824768505" sldId="737"/>
        </pc:sldMkLst>
      </pc:sldChg>
      <pc:sldChg chg="del">
        <pc:chgData name="Karl Michael Höferl" userId="544d2ce1-0a3b-4706-9dfd-c6d69d0e3c8e" providerId="ADAL" clId="{E771A02B-0AF0-4FB2-9686-C19BB21A7CDA}" dt="2024-12-04T14:40:41.679" v="53" actId="18676"/>
        <pc:sldMkLst>
          <pc:docMk/>
          <pc:sldMk cId="1096447689" sldId="737"/>
        </pc:sldMkLst>
      </pc:sldChg>
      <pc:sldChg chg="delSp modSp add del mod">
        <pc:chgData name="Karl Michael Höferl" userId="544d2ce1-0a3b-4706-9dfd-c6d69d0e3c8e" providerId="ADAL" clId="{E771A02B-0AF0-4FB2-9686-C19BB21A7CDA}" dt="2024-12-06T20:01:52.175" v="7139" actId="47"/>
        <pc:sldMkLst>
          <pc:docMk/>
          <pc:sldMk cId="743634260" sldId="738"/>
        </pc:sldMkLst>
      </pc:sldChg>
      <pc:sldChg chg="add del">
        <pc:chgData name="Karl Michael Höferl" userId="544d2ce1-0a3b-4706-9dfd-c6d69d0e3c8e" providerId="ADAL" clId="{E771A02B-0AF0-4FB2-9686-C19BB21A7CDA}" dt="2024-12-06T19:22:00.109" v="6945"/>
        <pc:sldMkLst>
          <pc:docMk/>
          <pc:sldMk cId="1075065411" sldId="738"/>
        </pc:sldMkLst>
      </pc:sldChg>
      <pc:sldChg chg="del">
        <pc:chgData name="Karl Michael Höferl" userId="544d2ce1-0a3b-4706-9dfd-c6d69d0e3c8e" providerId="ADAL" clId="{E771A02B-0AF0-4FB2-9686-C19BB21A7CDA}" dt="2024-12-04T14:40:41.679" v="53" actId="18676"/>
        <pc:sldMkLst>
          <pc:docMk/>
          <pc:sldMk cId="3029163477" sldId="738"/>
        </pc:sldMkLst>
      </pc:sldChg>
      <pc:sldChg chg="del">
        <pc:chgData name="Karl Michael Höferl" userId="544d2ce1-0a3b-4706-9dfd-c6d69d0e3c8e" providerId="ADAL" clId="{E771A02B-0AF0-4FB2-9686-C19BB21A7CDA}" dt="2024-12-04T14:40:41.679" v="53" actId="18676"/>
        <pc:sldMkLst>
          <pc:docMk/>
          <pc:sldMk cId="277089679" sldId="739"/>
        </pc:sldMkLst>
      </pc:sldChg>
      <pc:sldChg chg="add del">
        <pc:chgData name="Karl Michael Höferl" userId="544d2ce1-0a3b-4706-9dfd-c6d69d0e3c8e" providerId="ADAL" clId="{E771A02B-0AF0-4FB2-9686-C19BB21A7CDA}" dt="2024-12-06T20:01:17.160" v="7138" actId="47"/>
        <pc:sldMkLst>
          <pc:docMk/>
          <pc:sldMk cId="2412710803" sldId="739"/>
        </pc:sldMkLst>
      </pc:sldChg>
      <pc:sldChg chg="del">
        <pc:chgData name="Karl Michael Höferl" userId="544d2ce1-0a3b-4706-9dfd-c6d69d0e3c8e" providerId="ADAL" clId="{E771A02B-0AF0-4FB2-9686-C19BB21A7CDA}" dt="2024-12-04T14:40:41.679" v="53" actId="18676"/>
        <pc:sldMkLst>
          <pc:docMk/>
          <pc:sldMk cId="2970034180" sldId="740"/>
        </pc:sldMkLst>
      </pc:sldChg>
      <pc:sldChg chg="addSp modSp add mod">
        <pc:chgData name="Karl Michael Höferl" userId="544d2ce1-0a3b-4706-9dfd-c6d69d0e3c8e" providerId="ADAL" clId="{E771A02B-0AF0-4FB2-9686-C19BB21A7CDA}" dt="2024-12-07T07:38:18.270" v="8459" actId="790"/>
        <pc:sldMkLst>
          <pc:docMk/>
          <pc:sldMk cId="3860714022" sldId="740"/>
        </pc:sldMkLst>
      </pc:sldChg>
      <pc:sldChg chg="new del">
        <pc:chgData name="Karl Michael Höferl" userId="544d2ce1-0a3b-4706-9dfd-c6d69d0e3c8e" providerId="ADAL" clId="{E771A02B-0AF0-4FB2-9686-C19BB21A7CDA}" dt="2024-12-06T20:09:52.623" v="7218" actId="47"/>
        <pc:sldMkLst>
          <pc:docMk/>
          <pc:sldMk cId="1439387469" sldId="741"/>
        </pc:sldMkLst>
      </pc:sldChg>
      <pc:sldChg chg="del">
        <pc:chgData name="Karl Michael Höferl" userId="544d2ce1-0a3b-4706-9dfd-c6d69d0e3c8e" providerId="ADAL" clId="{E771A02B-0AF0-4FB2-9686-C19BB21A7CDA}" dt="2024-12-04T14:40:41.679" v="53" actId="18676"/>
        <pc:sldMkLst>
          <pc:docMk/>
          <pc:sldMk cId="2224176284" sldId="741"/>
        </pc:sldMkLst>
      </pc:sldChg>
      <pc:sldChg chg="del">
        <pc:chgData name="Karl Michael Höferl" userId="544d2ce1-0a3b-4706-9dfd-c6d69d0e3c8e" providerId="ADAL" clId="{E771A02B-0AF0-4FB2-9686-C19BB21A7CDA}" dt="2024-12-04T14:40:46.640" v="54" actId="18676"/>
        <pc:sldMkLst>
          <pc:docMk/>
          <pc:sldMk cId="700806686" sldId="742"/>
        </pc:sldMkLst>
      </pc:sldChg>
      <pc:sldChg chg="delSp modSp add del mod">
        <pc:chgData name="Karl Michael Höferl" userId="544d2ce1-0a3b-4706-9dfd-c6d69d0e3c8e" providerId="ADAL" clId="{E771A02B-0AF0-4FB2-9686-C19BB21A7CDA}" dt="2024-12-06T20:10:58.043" v="7269" actId="47"/>
        <pc:sldMkLst>
          <pc:docMk/>
          <pc:sldMk cId="2909440328" sldId="742"/>
        </pc:sldMkLst>
      </pc:sldChg>
      <pc:sldChg chg="addSp modSp add mod">
        <pc:chgData name="Karl Michael Höferl" userId="544d2ce1-0a3b-4706-9dfd-c6d69d0e3c8e" providerId="ADAL" clId="{E771A02B-0AF0-4FB2-9686-C19BB21A7CDA}" dt="2024-12-07T07:38:18.296" v="8481" actId="790"/>
        <pc:sldMkLst>
          <pc:docMk/>
          <pc:sldMk cId="317702538" sldId="743"/>
        </pc:sldMkLst>
      </pc:sldChg>
      <pc:sldChg chg="del">
        <pc:chgData name="Karl Michael Höferl" userId="544d2ce1-0a3b-4706-9dfd-c6d69d0e3c8e" providerId="ADAL" clId="{E771A02B-0AF0-4FB2-9686-C19BB21A7CDA}" dt="2024-12-04T14:40:46.640" v="54" actId="18676"/>
        <pc:sldMkLst>
          <pc:docMk/>
          <pc:sldMk cId="449540527" sldId="743"/>
        </pc:sldMkLst>
      </pc:sldChg>
      <pc:sldChg chg="add del">
        <pc:chgData name="Karl Michael Höferl" userId="544d2ce1-0a3b-4706-9dfd-c6d69d0e3c8e" providerId="ADAL" clId="{E771A02B-0AF0-4FB2-9686-C19BB21A7CDA}" dt="2024-12-06T20:10:14.342" v="7222"/>
        <pc:sldMkLst>
          <pc:docMk/>
          <pc:sldMk cId="52015772" sldId="744"/>
        </pc:sldMkLst>
      </pc:sldChg>
      <pc:sldChg chg="del">
        <pc:chgData name="Karl Michael Höferl" userId="544d2ce1-0a3b-4706-9dfd-c6d69d0e3c8e" providerId="ADAL" clId="{E771A02B-0AF0-4FB2-9686-C19BB21A7CDA}" dt="2024-12-04T14:40:46.640" v="54" actId="18676"/>
        <pc:sldMkLst>
          <pc:docMk/>
          <pc:sldMk cId="1835544444" sldId="744"/>
        </pc:sldMkLst>
      </pc:sldChg>
      <pc:sldChg chg="addSp delSp modSp add mod">
        <pc:chgData name="Karl Michael Höferl" userId="544d2ce1-0a3b-4706-9dfd-c6d69d0e3c8e" providerId="ADAL" clId="{E771A02B-0AF0-4FB2-9686-C19BB21A7CDA}" dt="2024-12-07T07:38:18.276" v="8463" actId="790"/>
        <pc:sldMkLst>
          <pc:docMk/>
          <pc:sldMk cId="3898702380" sldId="744"/>
        </pc:sldMkLst>
      </pc:sldChg>
      <pc:sldChg chg="add del">
        <pc:chgData name="Karl Michael Höferl" userId="544d2ce1-0a3b-4706-9dfd-c6d69d0e3c8e" providerId="ADAL" clId="{E771A02B-0AF0-4FB2-9686-C19BB21A7CDA}" dt="2024-12-06T20:13:00.291" v="7296"/>
        <pc:sldMkLst>
          <pc:docMk/>
          <pc:sldMk cId="851625312" sldId="745"/>
        </pc:sldMkLst>
      </pc:sldChg>
      <pc:sldChg chg="del">
        <pc:chgData name="Karl Michael Höferl" userId="544d2ce1-0a3b-4706-9dfd-c6d69d0e3c8e" providerId="ADAL" clId="{E771A02B-0AF0-4FB2-9686-C19BB21A7CDA}" dt="2024-12-04T14:40:46.640" v="54" actId="18676"/>
        <pc:sldMkLst>
          <pc:docMk/>
          <pc:sldMk cId="1442923492" sldId="745"/>
        </pc:sldMkLst>
      </pc:sldChg>
      <pc:sldChg chg="addSp delSp modSp add mod">
        <pc:chgData name="Karl Michael Höferl" userId="544d2ce1-0a3b-4706-9dfd-c6d69d0e3c8e" providerId="ADAL" clId="{E771A02B-0AF0-4FB2-9686-C19BB21A7CDA}" dt="2024-12-07T07:38:18.258" v="8454" actId="790"/>
        <pc:sldMkLst>
          <pc:docMk/>
          <pc:sldMk cId="2076751506" sldId="745"/>
        </pc:sldMkLst>
      </pc:sldChg>
      <pc:sldChg chg="del">
        <pc:chgData name="Karl Michael Höferl" userId="544d2ce1-0a3b-4706-9dfd-c6d69d0e3c8e" providerId="ADAL" clId="{E771A02B-0AF0-4FB2-9686-C19BB21A7CDA}" dt="2024-12-04T14:40:46.640" v="54" actId="18676"/>
        <pc:sldMkLst>
          <pc:docMk/>
          <pc:sldMk cId="743178276" sldId="746"/>
        </pc:sldMkLst>
      </pc:sldChg>
      <pc:sldChg chg="addSp delSp modSp new mod">
        <pc:chgData name="Karl Michael Höferl" userId="544d2ce1-0a3b-4706-9dfd-c6d69d0e3c8e" providerId="ADAL" clId="{E771A02B-0AF0-4FB2-9686-C19BB21A7CDA}" dt="2024-12-07T07:38:18.253" v="8450" actId="790"/>
        <pc:sldMkLst>
          <pc:docMk/>
          <pc:sldMk cId="1373837348" sldId="746"/>
        </pc:sldMkLst>
      </pc:sldChg>
      <pc:sldChg chg="addSp delSp modSp add mod">
        <pc:chgData name="Karl Michael Höferl" userId="544d2ce1-0a3b-4706-9dfd-c6d69d0e3c8e" providerId="ADAL" clId="{E771A02B-0AF0-4FB2-9686-C19BB21A7CDA}" dt="2024-12-07T07:38:18.286" v="8472" actId="790"/>
        <pc:sldMkLst>
          <pc:docMk/>
          <pc:sldMk cId="57421688" sldId="747"/>
        </pc:sldMkLst>
      </pc:sldChg>
      <pc:sldChg chg="del">
        <pc:chgData name="Karl Michael Höferl" userId="544d2ce1-0a3b-4706-9dfd-c6d69d0e3c8e" providerId="ADAL" clId="{E771A02B-0AF0-4FB2-9686-C19BB21A7CDA}" dt="2024-12-04T14:40:46.640" v="54" actId="18676"/>
        <pc:sldMkLst>
          <pc:docMk/>
          <pc:sldMk cId="4220991147" sldId="747"/>
        </pc:sldMkLst>
      </pc:sldChg>
      <pc:sldChg chg="add del">
        <pc:chgData name="Karl Michael Höferl" userId="544d2ce1-0a3b-4706-9dfd-c6d69d0e3c8e" providerId="ADAL" clId="{E771A02B-0AF0-4FB2-9686-C19BB21A7CDA}" dt="2024-12-07T07:31:02.223" v="7484"/>
        <pc:sldMkLst>
          <pc:docMk/>
          <pc:sldMk cId="747635849" sldId="748"/>
        </pc:sldMkLst>
      </pc:sldChg>
      <pc:sldChg chg="del">
        <pc:chgData name="Karl Michael Höferl" userId="544d2ce1-0a3b-4706-9dfd-c6d69d0e3c8e" providerId="ADAL" clId="{E771A02B-0AF0-4FB2-9686-C19BB21A7CDA}" dt="2024-12-04T14:40:46.640" v="54" actId="18676"/>
        <pc:sldMkLst>
          <pc:docMk/>
          <pc:sldMk cId="1077682010" sldId="748"/>
        </pc:sldMkLst>
      </pc:sldChg>
      <pc:sldChg chg="addSp delSp modSp add mod">
        <pc:chgData name="Karl Michael Höferl" userId="544d2ce1-0a3b-4706-9dfd-c6d69d0e3c8e" providerId="ADAL" clId="{E771A02B-0AF0-4FB2-9686-C19BB21A7CDA}" dt="2024-12-07T07:38:18.290" v="8476" actId="790"/>
        <pc:sldMkLst>
          <pc:docMk/>
          <pc:sldMk cId="2318776512" sldId="748"/>
        </pc:sldMkLst>
      </pc:sldChg>
      <pc:sldChg chg="add del">
        <pc:chgData name="Karl Michael Höferl" userId="544d2ce1-0a3b-4706-9dfd-c6d69d0e3c8e" providerId="ADAL" clId="{E771A02B-0AF0-4FB2-9686-C19BB21A7CDA}" dt="2024-12-07T07:33:57.164" v="7629"/>
        <pc:sldMkLst>
          <pc:docMk/>
          <pc:sldMk cId="3593945499" sldId="749"/>
        </pc:sldMkLst>
      </pc:sldChg>
      <pc:sldChg chg="del">
        <pc:chgData name="Karl Michael Höferl" userId="544d2ce1-0a3b-4706-9dfd-c6d69d0e3c8e" providerId="ADAL" clId="{E771A02B-0AF0-4FB2-9686-C19BB21A7CDA}" dt="2024-12-04T14:40:46.640" v="54" actId="18676"/>
        <pc:sldMkLst>
          <pc:docMk/>
          <pc:sldMk cId="4073562583" sldId="749"/>
        </pc:sldMkLst>
      </pc:sldChg>
      <pc:sldChg chg="del">
        <pc:chgData name="Karl Michael Höferl" userId="544d2ce1-0a3b-4706-9dfd-c6d69d0e3c8e" providerId="ADAL" clId="{E771A02B-0AF0-4FB2-9686-C19BB21A7CDA}" dt="2024-12-04T14:40:46.640" v="54" actId="18676"/>
        <pc:sldMkLst>
          <pc:docMk/>
          <pc:sldMk cId="1331997642" sldId="750"/>
        </pc:sldMkLst>
      </pc:sldChg>
      <pc:sldChg chg="del">
        <pc:chgData name="Karl Michael Höferl" userId="544d2ce1-0a3b-4706-9dfd-c6d69d0e3c8e" providerId="ADAL" clId="{E771A02B-0AF0-4FB2-9686-C19BB21A7CDA}" dt="2024-12-04T14:40:46.640" v="54" actId="18676"/>
        <pc:sldMkLst>
          <pc:docMk/>
          <pc:sldMk cId="2490805403" sldId="751"/>
        </pc:sldMkLst>
      </pc:sldChg>
      <pc:sldChg chg="del">
        <pc:chgData name="Karl Michael Höferl" userId="544d2ce1-0a3b-4706-9dfd-c6d69d0e3c8e" providerId="ADAL" clId="{E771A02B-0AF0-4FB2-9686-C19BB21A7CDA}" dt="2024-12-04T14:40:46.640" v="54" actId="18676"/>
        <pc:sldMkLst>
          <pc:docMk/>
          <pc:sldMk cId="2201745161" sldId="752"/>
        </pc:sldMkLst>
      </pc:sldChg>
      <pc:sldChg chg="del">
        <pc:chgData name="Karl Michael Höferl" userId="544d2ce1-0a3b-4706-9dfd-c6d69d0e3c8e" providerId="ADAL" clId="{E771A02B-0AF0-4FB2-9686-C19BB21A7CDA}" dt="2024-12-04T14:40:46.640" v="54" actId="18676"/>
        <pc:sldMkLst>
          <pc:docMk/>
          <pc:sldMk cId="3252317853" sldId="753"/>
        </pc:sldMkLst>
      </pc:sldChg>
      <pc:sldChg chg="del">
        <pc:chgData name="Karl Michael Höferl" userId="544d2ce1-0a3b-4706-9dfd-c6d69d0e3c8e" providerId="ADAL" clId="{E771A02B-0AF0-4FB2-9686-C19BB21A7CDA}" dt="2024-12-04T14:40:46.640" v="54" actId="18676"/>
        <pc:sldMkLst>
          <pc:docMk/>
          <pc:sldMk cId="1531809303" sldId="755"/>
        </pc:sldMkLst>
      </pc:sldChg>
      <pc:sldChg chg="del">
        <pc:chgData name="Karl Michael Höferl" userId="544d2ce1-0a3b-4706-9dfd-c6d69d0e3c8e" providerId="ADAL" clId="{E771A02B-0AF0-4FB2-9686-C19BB21A7CDA}" dt="2024-12-04T14:40:50.678" v="55" actId="18676"/>
        <pc:sldMkLst>
          <pc:docMk/>
          <pc:sldMk cId="2863170166" sldId="756"/>
        </pc:sldMkLst>
      </pc:sldChg>
      <pc:sldChg chg="del">
        <pc:chgData name="Karl Michael Höferl" userId="544d2ce1-0a3b-4706-9dfd-c6d69d0e3c8e" providerId="ADAL" clId="{E771A02B-0AF0-4FB2-9686-C19BB21A7CDA}" dt="2024-12-04T14:40:50.678" v="55" actId="18676"/>
        <pc:sldMkLst>
          <pc:docMk/>
          <pc:sldMk cId="1128057871" sldId="757"/>
        </pc:sldMkLst>
      </pc:sldChg>
      <pc:sldChg chg="del">
        <pc:chgData name="Karl Michael Höferl" userId="544d2ce1-0a3b-4706-9dfd-c6d69d0e3c8e" providerId="ADAL" clId="{E771A02B-0AF0-4FB2-9686-C19BB21A7CDA}" dt="2024-12-04T14:40:50.678" v="55" actId="18676"/>
        <pc:sldMkLst>
          <pc:docMk/>
          <pc:sldMk cId="3248150041" sldId="758"/>
        </pc:sldMkLst>
      </pc:sldChg>
      <pc:sldChg chg="del">
        <pc:chgData name="Karl Michael Höferl" userId="544d2ce1-0a3b-4706-9dfd-c6d69d0e3c8e" providerId="ADAL" clId="{E771A02B-0AF0-4FB2-9686-C19BB21A7CDA}" dt="2024-12-04T14:40:50.678" v="55" actId="18676"/>
        <pc:sldMkLst>
          <pc:docMk/>
          <pc:sldMk cId="313916802" sldId="759"/>
        </pc:sldMkLst>
      </pc:sldChg>
      <pc:sldChg chg="del">
        <pc:chgData name="Karl Michael Höferl" userId="544d2ce1-0a3b-4706-9dfd-c6d69d0e3c8e" providerId="ADAL" clId="{E771A02B-0AF0-4FB2-9686-C19BB21A7CDA}" dt="2024-12-04T14:40:50.678" v="55" actId="18676"/>
        <pc:sldMkLst>
          <pc:docMk/>
          <pc:sldMk cId="3150736864" sldId="760"/>
        </pc:sldMkLst>
      </pc:sldChg>
      <pc:sldChg chg="del">
        <pc:chgData name="Karl Michael Höferl" userId="544d2ce1-0a3b-4706-9dfd-c6d69d0e3c8e" providerId="ADAL" clId="{E771A02B-0AF0-4FB2-9686-C19BB21A7CDA}" dt="2024-12-04T14:40:50.678" v="55" actId="18676"/>
        <pc:sldMkLst>
          <pc:docMk/>
          <pc:sldMk cId="3567740880" sldId="761"/>
        </pc:sldMkLst>
      </pc:sldChg>
      <pc:sldChg chg="del">
        <pc:chgData name="Karl Michael Höferl" userId="544d2ce1-0a3b-4706-9dfd-c6d69d0e3c8e" providerId="ADAL" clId="{E771A02B-0AF0-4FB2-9686-C19BB21A7CDA}" dt="2024-12-04T14:40:50.678" v="55" actId="18676"/>
        <pc:sldMkLst>
          <pc:docMk/>
          <pc:sldMk cId="2418455761" sldId="762"/>
        </pc:sldMkLst>
      </pc:sldChg>
      <pc:sldChg chg="del">
        <pc:chgData name="Karl Michael Höferl" userId="544d2ce1-0a3b-4706-9dfd-c6d69d0e3c8e" providerId="ADAL" clId="{E771A02B-0AF0-4FB2-9686-C19BB21A7CDA}" dt="2024-12-04T14:40:50.678" v="55" actId="18676"/>
        <pc:sldMkLst>
          <pc:docMk/>
          <pc:sldMk cId="2648177842" sldId="763"/>
        </pc:sldMkLst>
      </pc:sldChg>
      <pc:sldChg chg="del">
        <pc:chgData name="Karl Michael Höferl" userId="544d2ce1-0a3b-4706-9dfd-c6d69d0e3c8e" providerId="ADAL" clId="{E771A02B-0AF0-4FB2-9686-C19BB21A7CDA}" dt="2024-12-04T14:40:50.678" v="55" actId="18676"/>
        <pc:sldMkLst>
          <pc:docMk/>
          <pc:sldMk cId="1923472814" sldId="764"/>
        </pc:sldMkLst>
      </pc:sldChg>
      <pc:sldChg chg="del">
        <pc:chgData name="Karl Michael Höferl" userId="544d2ce1-0a3b-4706-9dfd-c6d69d0e3c8e" providerId="ADAL" clId="{E771A02B-0AF0-4FB2-9686-C19BB21A7CDA}" dt="2024-12-04T14:40:50.678" v="55" actId="18676"/>
        <pc:sldMkLst>
          <pc:docMk/>
          <pc:sldMk cId="938844658" sldId="765"/>
        </pc:sldMkLst>
      </pc:sldChg>
      <pc:sldChg chg="del">
        <pc:chgData name="Karl Michael Höferl" userId="544d2ce1-0a3b-4706-9dfd-c6d69d0e3c8e" providerId="ADAL" clId="{E771A02B-0AF0-4FB2-9686-C19BB21A7CDA}" dt="2024-12-04T14:40:50.678" v="55" actId="18676"/>
        <pc:sldMkLst>
          <pc:docMk/>
          <pc:sldMk cId="1950125430" sldId="766"/>
        </pc:sldMkLst>
      </pc:sldChg>
      <pc:sldChg chg="del">
        <pc:chgData name="Karl Michael Höferl" userId="544d2ce1-0a3b-4706-9dfd-c6d69d0e3c8e" providerId="ADAL" clId="{E771A02B-0AF0-4FB2-9686-C19BB21A7CDA}" dt="2024-12-04T14:40:50.678" v="55" actId="18676"/>
        <pc:sldMkLst>
          <pc:docMk/>
          <pc:sldMk cId="1106898619" sldId="767"/>
        </pc:sldMkLst>
      </pc:sldChg>
      <pc:sldChg chg="del">
        <pc:chgData name="Karl Michael Höferl" userId="544d2ce1-0a3b-4706-9dfd-c6d69d0e3c8e" providerId="ADAL" clId="{E771A02B-0AF0-4FB2-9686-C19BB21A7CDA}" dt="2024-12-04T14:40:50.678" v="55" actId="18676"/>
        <pc:sldMkLst>
          <pc:docMk/>
          <pc:sldMk cId="2156958028" sldId="768"/>
        </pc:sldMkLst>
      </pc:sldChg>
      <pc:sldChg chg="del">
        <pc:chgData name="Karl Michael Höferl" userId="544d2ce1-0a3b-4706-9dfd-c6d69d0e3c8e" providerId="ADAL" clId="{E771A02B-0AF0-4FB2-9686-C19BB21A7CDA}" dt="2024-12-04T14:40:50.678" v="55" actId="18676"/>
        <pc:sldMkLst>
          <pc:docMk/>
          <pc:sldMk cId="2273867347" sldId="769"/>
        </pc:sldMkLst>
      </pc:sldChg>
      <pc:sldChg chg="del">
        <pc:chgData name="Karl Michael Höferl" userId="544d2ce1-0a3b-4706-9dfd-c6d69d0e3c8e" providerId="ADAL" clId="{E771A02B-0AF0-4FB2-9686-C19BB21A7CDA}" dt="2024-12-04T14:40:50.678" v="55" actId="18676"/>
        <pc:sldMkLst>
          <pc:docMk/>
          <pc:sldMk cId="996830275" sldId="770"/>
        </pc:sldMkLst>
      </pc:sldChg>
      <pc:sldChg chg="del">
        <pc:chgData name="Karl Michael Höferl" userId="544d2ce1-0a3b-4706-9dfd-c6d69d0e3c8e" providerId="ADAL" clId="{E771A02B-0AF0-4FB2-9686-C19BB21A7CDA}" dt="2024-12-04T14:40:50.678" v="55" actId="18676"/>
        <pc:sldMkLst>
          <pc:docMk/>
          <pc:sldMk cId="926331746" sldId="771"/>
        </pc:sldMkLst>
      </pc:sldChg>
      <pc:sldChg chg="del">
        <pc:chgData name="Karl Michael Höferl" userId="544d2ce1-0a3b-4706-9dfd-c6d69d0e3c8e" providerId="ADAL" clId="{E771A02B-0AF0-4FB2-9686-C19BB21A7CDA}" dt="2024-12-04T14:40:50.678" v="55" actId="18676"/>
        <pc:sldMkLst>
          <pc:docMk/>
          <pc:sldMk cId="4017907114" sldId="772"/>
        </pc:sldMkLst>
      </pc:sldChg>
      <pc:sldChg chg="del">
        <pc:chgData name="Karl Michael Höferl" userId="544d2ce1-0a3b-4706-9dfd-c6d69d0e3c8e" providerId="ADAL" clId="{E771A02B-0AF0-4FB2-9686-C19BB21A7CDA}" dt="2024-12-04T14:40:50.678" v="55" actId="18676"/>
        <pc:sldMkLst>
          <pc:docMk/>
          <pc:sldMk cId="1620148464" sldId="773"/>
        </pc:sldMkLst>
      </pc:sldChg>
      <pc:sldChg chg="del">
        <pc:chgData name="Karl Michael Höferl" userId="544d2ce1-0a3b-4706-9dfd-c6d69d0e3c8e" providerId="ADAL" clId="{E771A02B-0AF0-4FB2-9686-C19BB21A7CDA}" dt="2024-12-04T14:40:50.678" v="55" actId="18676"/>
        <pc:sldMkLst>
          <pc:docMk/>
          <pc:sldMk cId="711292953" sldId="774"/>
        </pc:sldMkLst>
      </pc:sldChg>
      <pc:sldChg chg="del">
        <pc:chgData name="Karl Michael Höferl" userId="544d2ce1-0a3b-4706-9dfd-c6d69d0e3c8e" providerId="ADAL" clId="{E771A02B-0AF0-4FB2-9686-C19BB21A7CDA}" dt="2024-12-04T14:40:50.678" v="55" actId="18676"/>
        <pc:sldMkLst>
          <pc:docMk/>
          <pc:sldMk cId="3751066951" sldId="775"/>
        </pc:sldMkLst>
      </pc:sldChg>
      <pc:sldChg chg="del">
        <pc:chgData name="Karl Michael Höferl" userId="544d2ce1-0a3b-4706-9dfd-c6d69d0e3c8e" providerId="ADAL" clId="{E771A02B-0AF0-4FB2-9686-C19BB21A7CDA}" dt="2024-12-04T14:40:50.678" v="55" actId="18676"/>
        <pc:sldMkLst>
          <pc:docMk/>
          <pc:sldMk cId="2380967448" sldId="776"/>
        </pc:sldMkLst>
      </pc:sldChg>
      <pc:sldChg chg="del">
        <pc:chgData name="Karl Michael Höferl" userId="544d2ce1-0a3b-4706-9dfd-c6d69d0e3c8e" providerId="ADAL" clId="{E771A02B-0AF0-4FB2-9686-C19BB21A7CDA}" dt="2024-12-04T14:40:50.678" v="55" actId="18676"/>
        <pc:sldMkLst>
          <pc:docMk/>
          <pc:sldMk cId="1693404843" sldId="777"/>
        </pc:sldMkLst>
      </pc:sldChg>
      <pc:sldChg chg="del">
        <pc:chgData name="Karl Michael Höferl" userId="544d2ce1-0a3b-4706-9dfd-c6d69d0e3c8e" providerId="ADAL" clId="{E771A02B-0AF0-4FB2-9686-C19BB21A7CDA}" dt="2024-12-04T14:40:50.678" v="55" actId="18676"/>
        <pc:sldMkLst>
          <pc:docMk/>
          <pc:sldMk cId="3099985304" sldId="778"/>
        </pc:sldMkLst>
      </pc:sldChg>
      <pc:sldChg chg="del">
        <pc:chgData name="Karl Michael Höferl" userId="544d2ce1-0a3b-4706-9dfd-c6d69d0e3c8e" providerId="ADAL" clId="{E771A02B-0AF0-4FB2-9686-C19BB21A7CDA}" dt="2024-12-04T14:40:50.678" v="55" actId="18676"/>
        <pc:sldMkLst>
          <pc:docMk/>
          <pc:sldMk cId="1961559554" sldId="779"/>
        </pc:sldMkLst>
      </pc:sldChg>
      <pc:sldChg chg="del">
        <pc:chgData name="Karl Michael Höferl" userId="544d2ce1-0a3b-4706-9dfd-c6d69d0e3c8e" providerId="ADAL" clId="{E771A02B-0AF0-4FB2-9686-C19BB21A7CDA}" dt="2024-12-04T14:40:46.640" v="54" actId="18676"/>
        <pc:sldMkLst>
          <pc:docMk/>
          <pc:sldMk cId="3981750754" sldId="781"/>
        </pc:sldMkLst>
      </pc:sldChg>
      <pc:sldChg chg="del">
        <pc:chgData name="Karl Michael Höferl" userId="544d2ce1-0a3b-4706-9dfd-c6d69d0e3c8e" providerId="ADAL" clId="{E771A02B-0AF0-4FB2-9686-C19BB21A7CDA}" dt="2024-12-04T14:40:53.776" v="56" actId="18676"/>
        <pc:sldMkLst>
          <pc:docMk/>
          <pc:sldMk cId="2370850139" sldId="782"/>
        </pc:sldMkLst>
      </pc:sldChg>
      <pc:sldChg chg="del">
        <pc:chgData name="Karl Michael Höferl" userId="544d2ce1-0a3b-4706-9dfd-c6d69d0e3c8e" providerId="ADAL" clId="{E771A02B-0AF0-4FB2-9686-C19BB21A7CDA}" dt="2024-12-04T14:40:41.679" v="53" actId="18676"/>
        <pc:sldMkLst>
          <pc:docMk/>
          <pc:sldMk cId="529783122" sldId="783"/>
        </pc:sldMkLst>
      </pc:sldChg>
      <pc:sldChg chg="del">
        <pc:chgData name="Karl Michael Höferl" userId="544d2ce1-0a3b-4706-9dfd-c6d69d0e3c8e" providerId="ADAL" clId="{E771A02B-0AF0-4FB2-9686-C19BB21A7CDA}" dt="2024-12-04T14:40:41.679" v="53" actId="18676"/>
        <pc:sldMkLst>
          <pc:docMk/>
          <pc:sldMk cId="1448530890" sldId="784"/>
        </pc:sldMkLst>
      </pc:sldChg>
      <pc:sldChg chg="del">
        <pc:chgData name="Karl Michael Höferl" userId="544d2ce1-0a3b-4706-9dfd-c6d69d0e3c8e" providerId="ADAL" clId="{E771A02B-0AF0-4FB2-9686-C19BB21A7CDA}" dt="2024-12-04T14:40:41.679" v="53" actId="18676"/>
        <pc:sldMkLst>
          <pc:docMk/>
          <pc:sldMk cId="1947620288" sldId="785"/>
        </pc:sldMkLst>
      </pc:sldChg>
      <pc:sldChg chg="del">
        <pc:chgData name="Karl Michael Höferl" userId="544d2ce1-0a3b-4706-9dfd-c6d69d0e3c8e" providerId="ADAL" clId="{E771A02B-0AF0-4FB2-9686-C19BB21A7CDA}" dt="2024-12-04T14:40:53.776" v="56" actId="18676"/>
        <pc:sldMkLst>
          <pc:docMk/>
          <pc:sldMk cId="4259206243" sldId="787"/>
        </pc:sldMkLst>
      </pc:sldChg>
      <pc:sldChg chg="del">
        <pc:chgData name="Karl Michael Höferl" userId="544d2ce1-0a3b-4706-9dfd-c6d69d0e3c8e" providerId="ADAL" clId="{E771A02B-0AF0-4FB2-9686-C19BB21A7CDA}" dt="2024-12-04T14:40:53.776" v="56" actId="18676"/>
        <pc:sldMkLst>
          <pc:docMk/>
          <pc:sldMk cId="1275242994" sldId="788"/>
        </pc:sldMkLst>
      </pc:sldChg>
      <pc:sldChg chg="del">
        <pc:chgData name="Karl Michael Höferl" userId="544d2ce1-0a3b-4706-9dfd-c6d69d0e3c8e" providerId="ADAL" clId="{E771A02B-0AF0-4FB2-9686-C19BB21A7CDA}" dt="2024-12-04T14:40:53.776" v="56" actId="18676"/>
        <pc:sldMkLst>
          <pc:docMk/>
          <pc:sldMk cId="3938026217" sldId="789"/>
        </pc:sldMkLst>
      </pc:sldChg>
      <pc:sldChg chg="del">
        <pc:chgData name="Karl Michael Höferl" userId="544d2ce1-0a3b-4706-9dfd-c6d69d0e3c8e" providerId="ADAL" clId="{E771A02B-0AF0-4FB2-9686-C19BB21A7CDA}" dt="2024-12-04T14:40:53.776" v="56" actId="18676"/>
        <pc:sldMkLst>
          <pc:docMk/>
          <pc:sldMk cId="3490023279" sldId="790"/>
        </pc:sldMkLst>
      </pc:sldChg>
      <pc:sldChg chg="del">
        <pc:chgData name="Karl Michael Höferl" userId="544d2ce1-0a3b-4706-9dfd-c6d69d0e3c8e" providerId="ADAL" clId="{E771A02B-0AF0-4FB2-9686-C19BB21A7CDA}" dt="2024-12-04T14:40:53.776" v="56" actId="18676"/>
        <pc:sldMkLst>
          <pc:docMk/>
          <pc:sldMk cId="1106911160" sldId="791"/>
        </pc:sldMkLst>
      </pc:sldChg>
      <pc:sldChg chg="del">
        <pc:chgData name="Karl Michael Höferl" userId="544d2ce1-0a3b-4706-9dfd-c6d69d0e3c8e" providerId="ADAL" clId="{E771A02B-0AF0-4FB2-9686-C19BB21A7CDA}" dt="2024-12-04T14:40:53.776" v="56" actId="18676"/>
        <pc:sldMkLst>
          <pc:docMk/>
          <pc:sldMk cId="395056741" sldId="792"/>
        </pc:sldMkLst>
      </pc:sldChg>
      <pc:sldChg chg="del">
        <pc:chgData name="Karl Michael Höferl" userId="544d2ce1-0a3b-4706-9dfd-c6d69d0e3c8e" providerId="ADAL" clId="{E771A02B-0AF0-4FB2-9686-C19BB21A7CDA}" dt="2024-12-04T14:40:53.776" v="56" actId="18676"/>
        <pc:sldMkLst>
          <pc:docMk/>
          <pc:sldMk cId="4135522589" sldId="793"/>
        </pc:sldMkLst>
      </pc:sldChg>
      <pc:sldChg chg="del">
        <pc:chgData name="Karl Michael Höferl" userId="544d2ce1-0a3b-4706-9dfd-c6d69d0e3c8e" providerId="ADAL" clId="{E771A02B-0AF0-4FB2-9686-C19BB21A7CDA}" dt="2024-12-04T14:40:41.679" v="53" actId="18676"/>
        <pc:sldMkLst>
          <pc:docMk/>
          <pc:sldMk cId="4004030890" sldId="794"/>
        </pc:sldMkLst>
      </pc:sldChg>
      <pc:sldChg chg="del">
        <pc:chgData name="Karl Michael Höferl" userId="544d2ce1-0a3b-4706-9dfd-c6d69d0e3c8e" providerId="ADAL" clId="{E771A02B-0AF0-4FB2-9686-C19BB21A7CDA}" dt="2024-12-04T14:40:41.679" v="53" actId="18676"/>
        <pc:sldMkLst>
          <pc:docMk/>
          <pc:sldMk cId="241962842" sldId="795"/>
        </pc:sldMkLst>
      </pc:sldChg>
      <pc:sldChg chg="del">
        <pc:chgData name="Karl Michael Höferl" userId="544d2ce1-0a3b-4706-9dfd-c6d69d0e3c8e" providerId="ADAL" clId="{E771A02B-0AF0-4FB2-9686-C19BB21A7CDA}" dt="2024-12-04T14:40:53.776" v="56" actId="18676"/>
        <pc:sldMkLst>
          <pc:docMk/>
          <pc:sldMk cId="3548783711" sldId="796"/>
        </pc:sldMkLst>
      </pc:sldChg>
      <pc:sldChg chg="del">
        <pc:chgData name="Karl Michael Höferl" userId="544d2ce1-0a3b-4706-9dfd-c6d69d0e3c8e" providerId="ADAL" clId="{E771A02B-0AF0-4FB2-9686-C19BB21A7CDA}" dt="2024-12-04T14:40:53.776" v="56" actId="18676"/>
        <pc:sldMkLst>
          <pc:docMk/>
          <pc:sldMk cId="3576279590" sldId="797"/>
        </pc:sldMkLst>
      </pc:sldChg>
      <pc:sldChg chg="del">
        <pc:chgData name="Karl Michael Höferl" userId="544d2ce1-0a3b-4706-9dfd-c6d69d0e3c8e" providerId="ADAL" clId="{E771A02B-0AF0-4FB2-9686-C19BB21A7CDA}" dt="2024-12-04T14:40:53.776" v="56" actId="18676"/>
        <pc:sldMkLst>
          <pc:docMk/>
          <pc:sldMk cId="3430650992" sldId="798"/>
        </pc:sldMkLst>
      </pc:sldChg>
      <pc:sldChg chg="del">
        <pc:chgData name="Karl Michael Höferl" userId="544d2ce1-0a3b-4706-9dfd-c6d69d0e3c8e" providerId="ADAL" clId="{E771A02B-0AF0-4FB2-9686-C19BB21A7CDA}" dt="2024-12-04T14:41:00.015" v="57" actId="18676"/>
        <pc:sldMkLst>
          <pc:docMk/>
          <pc:sldMk cId="4219602919" sldId="799"/>
        </pc:sldMkLst>
      </pc:sldChg>
      <pc:sldChg chg="del">
        <pc:chgData name="Karl Michael Höferl" userId="544d2ce1-0a3b-4706-9dfd-c6d69d0e3c8e" providerId="ADAL" clId="{E771A02B-0AF0-4FB2-9686-C19BB21A7CDA}" dt="2024-12-04T14:41:00.015" v="57" actId="18676"/>
        <pc:sldMkLst>
          <pc:docMk/>
          <pc:sldMk cId="751690902" sldId="801"/>
        </pc:sldMkLst>
      </pc:sldChg>
      <pc:sldChg chg="del">
        <pc:chgData name="Karl Michael Höferl" userId="544d2ce1-0a3b-4706-9dfd-c6d69d0e3c8e" providerId="ADAL" clId="{E771A02B-0AF0-4FB2-9686-C19BB21A7CDA}" dt="2024-12-04T14:40:53.776" v="56" actId="18676"/>
        <pc:sldMkLst>
          <pc:docMk/>
          <pc:sldMk cId="3608791231" sldId="802"/>
        </pc:sldMkLst>
      </pc:sldChg>
      <pc:sldChg chg="del">
        <pc:chgData name="Karl Michael Höferl" userId="544d2ce1-0a3b-4706-9dfd-c6d69d0e3c8e" providerId="ADAL" clId="{E771A02B-0AF0-4FB2-9686-C19BB21A7CDA}" dt="2024-12-04T14:40:53.776" v="56" actId="18676"/>
        <pc:sldMkLst>
          <pc:docMk/>
          <pc:sldMk cId="363423998" sldId="803"/>
        </pc:sldMkLst>
      </pc:sldChg>
      <pc:sldChg chg="del">
        <pc:chgData name="Karl Michael Höferl" userId="544d2ce1-0a3b-4706-9dfd-c6d69d0e3c8e" providerId="ADAL" clId="{E771A02B-0AF0-4FB2-9686-C19BB21A7CDA}" dt="2024-12-04T14:40:53.776" v="56" actId="18676"/>
        <pc:sldMkLst>
          <pc:docMk/>
          <pc:sldMk cId="3818399982" sldId="804"/>
        </pc:sldMkLst>
      </pc:sldChg>
      <pc:sldChg chg="del">
        <pc:chgData name="Karl Michael Höferl" userId="544d2ce1-0a3b-4706-9dfd-c6d69d0e3c8e" providerId="ADAL" clId="{E771A02B-0AF0-4FB2-9686-C19BB21A7CDA}" dt="2024-12-04T14:41:00.015" v="57" actId="18676"/>
        <pc:sldMkLst>
          <pc:docMk/>
          <pc:sldMk cId="4119476018" sldId="805"/>
        </pc:sldMkLst>
      </pc:sldChg>
      <pc:sldChg chg="del">
        <pc:chgData name="Karl Michael Höferl" userId="544d2ce1-0a3b-4706-9dfd-c6d69d0e3c8e" providerId="ADAL" clId="{E771A02B-0AF0-4FB2-9686-C19BB21A7CDA}" dt="2024-12-04T14:41:00.015" v="57" actId="18676"/>
        <pc:sldMkLst>
          <pc:docMk/>
          <pc:sldMk cId="1329544913" sldId="806"/>
        </pc:sldMkLst>
      </pc:sldChg>
      <pc:sldChg chg="del">
        <pc:chgData name="Karl Michael Höferl" userId="544d2ce1-0a3b-4706-9dfd-c6d69d0e3c8e" providerId="ADAL" clId="{E771A02B-0AF0-4FB2-9686-C19BB21A7CDA}" dt="2024-12-04T14:41:00.015" v="57" actId="18676"/>
        <pc:sldMkLst>
          <pc:docMk/>
          <pc:sldMk cId="738546381" sldId="807"/>
        </pc:sldMkLst>
      </pc:sldChg>
      <pc:sldChg chg="del">
        <pc:chgData name="Karl Michael Höferl" userId="544d2ce1-0a3b-4706-9dfd-c6d69d0e3c8e" providerId="ADAL" clId="{E771A02B-0AF0-4FB2-9686-C19BB21A7CDA}" dt="2024-12-04T14:41:00.015" v="57" actId="18676"/>
        <pc:sldMkLst>
          <pc:docMk/>
          <pc:sldMk cId="4072449355" sldId="808"/>
        </pc:sldMkLst>
      </pc:sldChg>
    </pc:docChg>
  </pc:docChgLst>
  <pc:docChgLst>
    <pc:chgData name="Karl Michael Höferl" userId="544d2ce1-0a3b-4706-9dfd-c6d69d0e3c8e" providerId="ADAL" clId="{A497323F-6F87-4A55-99C9-6AE84906F023}"/>
    <pc:docChg chg="undo redo custSel addSld delSld modSld sldOrd modMainMaster addSection delSection modSection">
      <pc:chgData name="Karl Michael Höferl" userId="544d2ce1-0a3b-4706-9dfd-c6d69d0e3c8e" providerId="ADAL" clId="{A497323F-6F87-4A55-99C9-6AE84906F023}" dt="2024-12-21T07:26:04.778" v="4098" actId="1076"/>
      <pc:docMkLst>
        <pc:docMk/>
      </pc:docMkLst>
      <pc:sldChg chg="modSp mod">
        <pc:chgData name="Karl Michael Höferl" userId="544d2ce1-0a3b-4706-9dfd-c6d69d0e3c8e" providerId="ADAL" clId="{A497323F-6F87-4A55-99C9-6AE84906F023}" dt="2024-12-13T09:23:19.619" v="884" actId="790"/>
        <pc:sldMkLst>
          <pc:docMk/>
          <pc:sldMk cId="3849336080" sldId="257"/>
        </pc:sldMkLst>
      </pc:sldChg>
      <pc:sldChg chg="modSp mod">
        <pc:chgData name="Karl Michael Höferl" userId="544d2ce1-0a3b-4706-9dfd-c6d69d0e3c8e" providerId="ADAL" clId="{A497323F-6F87-4A55-99C9-6AE84906F023}" dt="2024-12-13T09:23:19.724" v="975" actId="790"/>
        <pc:sldMkLst>
          <pc:docMk/>
          <pc:sldMk cId="1880256294" sldId="262"/>
        </pc:sldMkLst>
      </pc:sldChg>
      <pc:sldChg chg="modSp mod">
        <pc:chgData name="Karl Michael Höferl" userId="544d2ce1-0a3b-4706-9dfd-c6d69d0e3c8e" providerId="ADAL" clId="{A497323F-6F87-4A55-99C9-6AE84906F023}" dt="2024-12-13T09:23:19.623" v="890" actId="790"/>
        <pc:sldMkLst>
          <pc:docMk/>
          <pc:sldMk cId="1757287213" sldId="266"/>
        </pc:sldMkLst>
      </pc:sldChg>
      <pc:sldChg chg="modSp mod">
        <pc:chgData name="Karl Michael Höferl" userId="544d2ce1-0a3b-4706-9dfd-c6d69d0e3c8e" providerId="ADAL" clId="{A497323F-6F87-4A55-99C9-6AE84906F023}" dt="2024-12-13T09:23:19.713" v="961" actId="790"/>
        <pc:sldMkLst>
          <pc:docMk/>
          <pc:sldMk cId="1210908376" sldId="305"/>
        </pc:sldMkLst>
      </pc:sldChg>
      <pc:sldChg chg="modSp mod">
        <pc:chgData name="Karl Michael Höferl" userId="544d2ce1-0a3b-4706-9dfd-c6d69d0e3c8e" providerId="ADAL" clId="{A497323F-6F87-4A55-99C9-6AE84906F023}" dt="2024-12-13T09:23:19.719" v="966" actId="790"/>
        <pc:sldMkLst>
          <pc:docMk/>
          <pc:sldMk cId="793676896" sldId="309"/>
        </pc:sldMkLst>
      </pc:sldChg>
      <pc:sldChg chg="modSp mod">
        <pc:chgData name="Karl Michael Höferl" userId="544d2ce1-0a3b-4706-9dfd-c6d69d0e3c8e" providerId="ADAL" clId="{A497323F-6F87-4A55-99C9-6AE84906F023}" dt="2024-12-13T09:23:19.626" v="895" actId="790"/>
        <pc:sldMkLst>
          <pc:docMk/>
          <pc:sldMk cId="1876126748" sldId="313"/>
        </pc:sldMkLst>
      </pc:sldChg>
      <pc:sldChg chg="modSp mod modShow">
        <pc:chgData name="Karl Michael Höferl" userId="544d2ce1-0a3b-4706-9dfd-c6d69d0e3c8e" providerId="ADAL" clId="{A497323F-6F87-4A55-99C9-6AE84906F023}" dt="2024-12-13T09:23:19.722" v="971" actId="790"/>
        <pc:sldMkLst>
          <pc:docMk/>
          <pc:sldMk cId="1721776883" sldId="318"/>
        </pc:sldMkLst>
      </pc:sldChg>
      <pc:sldChg chg="delSp modSp add mod modClrScheme modAnim chgLayout">
        <pc:chgData name="Karl Michael Höferl" userId="544d2ce1-0a3b-4706-9dfd-c6d69d0e3c8e" providerId="ADAL" clId="{A497323F-6F87-4A55-99C9-6AE84906F023}" dt="2024-12-21T05:50:38.215" v="2534" actId="20577"/>
        <pc:sldMkLst>
          <pc:docMk/>
          <pc:sldMk cId="1499711306" sldId="478"/>
        </pc:sldMkLst>
      </pc:sldChg>
      <pc:sldChg chg="delSp modSp add mod modClrScheme chgLayout">
        <pc:chgData name="Karl Michael Höferl" userId="544d2ce1-0a3b-4706-9dfd-c6d69d0e3c8e" providerId="ADAL" clId="{A497323F-6F87-4A55-99C9-6AE84906F023}" dt="2024-12-21T05:52:06.670" v="2575" actId="1076"/>
        <pc:sldMkLst>
          <pc:docMk/>
          <pc:sldMk cId="2039217884" sldId="479"/>
        </pc:sldMkLst>
      </pc:sldChg>
      <pc:sldChg chg="delSp modSp add mod modClrScheme chgLayout">
        <pc:chgData name="Karl Michael Höferl" userId="544d2ce1-0a3b-4706-9dfd-c6d69d0e3c8e" providerId="ADAL" clId="{A497323F-6F87-4A55-99C9-6AE84906F023}" dt="2024-12-21T05:54:14.194" v="2634" actId="1037"/>
        <pc:sldMkLst>
          <pc:docMk/>
          <pc:sldMk cId="1510725662" sldId="482"/>
        </pc:sldMkLst>
      </pc:sldChg>
      <pc:sldChg chg="delSp modSp add mod modClrScheme chgLayout">
        <pc:chgData name="Karl Michael Höferl" userId="544d2ce1-0a3b-4706-9dfd-c6d69d0e3c8e" providerId="ADAL" clId="{A497323F-6F87-4A55-99C9-6AE84906F023}" dt="2024-12-21T06:06:16.040" v="2859" actId="1076"/>
        <pc:sldMkLst>
          <pc:docMk/>
          <pc:sldMk cId="3535544112" sldId="485"/>
        </pc:sldMkLst>
      </pc:sldChg>
      <pc:sldChg chg="delSp modSp add mod modClrScheme chgLayout">
        <pc:chgData name="Karl Michael Höferl" userId="544d2ce1-0a3b-4706-9dfd-c6d69d0e3c8e" providerId="ADAL" clId="{A497323F-6F87-4A55-99C9-6AE84906F023}" dt="2024-12-21T06:26:27.483" v="3301" actId="20577"/>
        <pc:sldMkLst>
          <pc:docMk/>
          <pc:sldMk cId="3410526197" sldId="486"/>
        </pc:sldMkLst>
      </pc:sldChg>
      <pc:sldChg chg="addSp delSp modSp add mod modClrScheme modAnim chgLayout">
        <pc:chgData name="Karl Michael Höferl" userId="544d2ce1-0a3b-4706-9dfd-c6d69d0e3c8e" providerId="ADAL" clId="{A497323F-6F87-4A55-99C9-6AE84906F023}" dt="2024-12-21T06:12:26.210" v="3078"/>
        <pc:sldMkLst>
          <pc:docMk/>
          <pc:sldMk cId="2495652939" sldId="487"/>
        </pc:sldMkLst>
      </pc:sldChg>
      <pc:sldChg chg="addSp delSp modSp add mod ord modClrScheme modAnim chgLayout">
        <pc:chgData name="Karl Michael Höferl" userId="544d2ce1-0a3b-4706-9dfd-c6d69d0e3c8e" providerId="ADAL" clId="{A497323F-6F87-4A55-99C9-6AE84906F023}" dt="2024-12-21T06:26:42.294" v="3306" actId="20577"/>
        <pc:sldMkLst>
          <pc:docMk/>
          <pc:sldMk cId="2891607906" sldId="488"/>
        </pc:sldMkLst>
      </pc:sldChg>
      <pc:sldChg chg="delSp modSp add mod modClrScheme modAnim chgLayout">
        <pc:chgData name="Karl Michael Höferl" userId="544d2ce1-0a3b-4706-9dfd-c6d69d0e3c8e" providerId="ADAL" clId="{A497323F-6F87-4A55-99C9-6AE84906F023}" dt="2024-12-21T06:25:56.151" v="3299" actId="27636"/>
        <pc:sldMkLst>
          <pc:docMk/>
          <pc:sldMk cId="1282373436" sldId="496"/>
        </pc:sldMkLst>
      </pc:sldChg>
      <pc:sldChg chg="delSp modSp add mod modClrScheme chgLayout">
        <pc:chgData name="Karl Michael Höferl" userId="544d2ce1-0a3b-4706-9dfd-c6d69d0e3c8e" providerId="ADAL" clId="{A497323F-6F87-4A55-99C9-6AE84906F023}" dt="2024-12-21T06:27:08.876" v="3316" actId="1076"/>
        <pc:sldMkLst>
          <pc:docMk/>
          <pc:sldMk cId="184063729" sldId="498"/>
        </pc:sldMkLst>
      </pc:sldChg>
      <pc:sldChg chg="delSp modSp add mod modClrScheme chgLayout">
        <pc:chgData name="Karl Michael Höferl" userId="544d2ce1-0a3b-4706-9dfd-c6d69d0e3c8e" providerId="ADAL" clId="{A497323F-6F87-4A55-99C9-6AE84906F023}" dt="2024-12-21T06:28:19.163" v="3373" actId="20577"/>
        <pc:sldMkLst>
          <pc:docMk/>
          <pc:sldMk cId="356357030" sldId="499"/>
        </pc:sldMkLst>
      </pc:sldChg>
      <pc:sldChg chg="delSp modSp add mod modClrScheme chgLayout">
        <pc:chgData name="Karl Michael Höferl" userId="544d2ce1-0a3b-4706-9dfd-c6d69d0e3c8e" providerId="ADAL" clId="{A497323F-6F87-4A55-99C9-6AE84906F023}" dt="2024-12-21T06:34:52.455" v="3615" actId="14100"/>
        <pc:sldMkLst>
          <pc:docMk/>
          <pc:sldMk cId="1382997357" sldId="502"/>
        </pc:sldMkLst>
      </pc:sldChg>
      <pc:sldChg chg="delSp modSp add mod modClrScheme chgLayout">
        <pc:chgData name="Karl Michael Höferl" userId="544d2ce1-0a3b-4706-9dfd-c6d69d0e3c8e" providerId="ADAL" clId="{A497323F-6F87-4A55-99C9-6AE84906F023}" dt="2024-12-21T06:37:07.668" v="3663" actId="1076"/>
        <pc:sldMkLst>
          <pc:docMk/>
          <pc:sldMk cId="623227695" sldId="504"/>
        </pc:sldMkLst>
      </pc:sldChg>
      <pc:sldChg chg="delSp modSp add mod modClrScheme chgLayout">
        <pc:chgData name="Karl Michael Höferl" userId="544d2ce1-0a3b-4706-9dfd-c6d69d0e3c8e" providerId="ADAL" clId="{A497323F-6F87-4A55-99C9-6AE84906F023}" dt="2024-12-21T06:33:43.566" v="3573" actId="20577"/>
        <pc:sldMkLst>
          <pc:docMk/>
          <pc:sldMk cId="3408312249" sldId="509"/>
        </pc:sldMkLst>
      </pc:sldChg>
      <pc:sldChg chg="delSp modSp add mod modClrScheme chgLayout">
        <pc:chgData name="Karl Michael Höferl" userId="544d2ce1-0a3b-4706-9dfd-c6d69d0e3c8e" providerId="ADAL" clId="{A497323F-6F87-4A55-99C9-6AE84906F023}" dt="2024-12-21T05:42:47.380" v="2349" actId="1076"/>
        <pc:sldMkLst>
          <pc:docMk/>
          <pc:sldMk cId="1811697719" sldId="618"/>
        </pc:sldMkLst>
      </pc:sldChg>
      <pc:sldChg chg="modSp mod">
        <pc:chgData name="Karl Michael Höferl" userId="544d2ce1-0a3b-4706-9dfd-c6d69d0e3c8e" providerId="ADAL" clId="{A497323F-6F87-4A55-99C9-6AE84906F023}" dt="2024-12-13T09:23:19.628" v="898" actId="790"/>
        <pc:sldMkLst>
          <pc:docMk/>
          <pc:sldMk cId="3513970796" sldId="667"/>
        </pc:sldMkLst>
      </pc:sldChg>
      <pc:sldChg chg="del">
        <pc:chgData name="Karl Michael Höferl" userId="544d2ce1-0a3b-4706-9dfd-c6d69d0e3c8e" providerId="ADAL" clId="{A497323F-6F87-4A55-99C9-6AE84906F023}" dt="2024-12-12T12:16:38.092" v="52" actId="47"/>
        <pc:sldMkLst>
          <pc:docMk/>
          <pc:sldMk cId="2488936496" sldId="668"/>
        </pc:sldMkLst>
      </pc:sldChg>
      <pc:sldChg chg="del">
        <pc:chgData name="Karl Michael Höferl" userId="544d2ce1-0a3b-4706-9dfd-c6d69d0e3c8e" providerId="ADAL" clId="{A497323F-6F87-4A55-99C9-6AE84906F023}" dt="2024-12-12T12:17:06.608" v="53" actId="47"/>
        <pc:sldMkLst>
          <pc:docMk/>
          <pc:sldMk cId="2091585296" sldId="670"/>
        </pc:sldMkLst>
      </pc:sldChg>
      <pc:sldChg chg="del">
        <pc:chgData name="Karl Michael Höferl" userId="544d2ce1-0a3b-4706-9dfd-c6d69d0e3c8e" providerId="ADAL" clId="{A497323F-6F87-4A55-99C9-6AE84906F023}" dt="2024-12-12T12:17:06.608" v="53" actId="47"/>
        <pc:sldMkLst>
          <pc:docMk/>
          <pc:sldMk cId="1896303271" sldId="671"/>
        </pc:sldMkLst>
      </pc:sldChg>
      <pc:sldChg chg="del">
        <pc:chgData name="Karl Michael Höferl" userId="544d2ce1-0a3b-4706-9dfd-c6d69d0e3c8e" providerId="ADAL" clId="{A497323F-6F87-4A55-99C9-6AE84906F023}" dt="2024-12-12T12:17:06.608" v="53" actId="47"/>
        <pc:sldMkLst>
          <pc:docMk/>
          <pc:sldMk cId="2352846250" sldId="672"/>
        </pc:sldMkLst>
      </pc:sldChg>
      <pc:sldChg chg="del">
        <pc:chgData name="Karl Michael Höferl" userId="544d2ce1-0a3b-4706-9dfd-c6d69d0e3c8e" providerId="ADAL" clId="{A497323F-6F87-4A55-99C9-6AE84906F023}" dt="2024-12-12T12:17:06.608" v="53" actId="47"/>
        <pc:sldMkLst>
          <pc:docMk/>
          <pc:sldMk cId="205788501" sldId="673"/>
        </pc:sldMkLst>
      </pc:sldChg>
      <pc:sldChg chg="del">
        <pc:chgData name="Karl Michael Höferl" userId="544d2ce1-0a3b-4706-9dfd-c6d69d0e3c8e" providerId="ADAL" clId="{A497323F-6F87-4A55-99C9-6AE84906F023}" dt="2024-12-12T12:17:06.608" v="53" actId="47"/>
        <pc:sldMkLst>
          <pc:docMk/>
          <pc:sldMk cId="858161758" sldId="674"/>
        </pc:sldMkLst>
      </pc:sldChg>
      <pc:sldChg chg="del">
        <pc:chgData name="Karl Michael Höferl" userId="544d2ce1-0a3b-4706-9dfd-c6d69d0e3c8e" providerId="ADAL" clId="{A497323F-6F87-4A55-99C9-6AE84906F023}" dt="2024-12-12T12:17:06.608" v="53" actId="47"/>
        <pc:sldMkLst>
          <pc:docMk/>
          <pc:sldMk cId="1654840645" sldId="675"/>
        </pc:sldMkLst>
      </pc:sldChg>
      <pc:sldChg chg="del">
        <pc:chgData name="Karl Michael Höferl" userId="544d2ce1-0a3b-4706-9dfd-c6d69d0e3c8e" providerId="ADAL" clId="{A497323F-6F87-4A55-99C9-6AE84906F023}" dt="2024-12-12T12:17:06.608" v="53" actId="47"/>
        <pc:sldMkLst>
          <pc:docMk/>
          <pc:sldMk cId="3460071755" sldId="676"/>
        </pc:sldMkLst>
      </pc:sldChg>
      <pc:sldChg chg="del">
        <pc:chgData name="Karl Michael Höferl" userId="544d2ce1-0a3b-4706-9dfd-c6d69d0e3c8e" providerId="ADAL" clId="{A497323F-6F87-4A55-99C9-6AE84906F023}" dt="2024-12-12T12:17:06.608" v="53" actId="47"/>
        <pc:sldMkLst>
          <pc:docMk/>
          <pc:sldMk cId="2209906785" sldId="677"/>
        </pc:sldMkLst>
      </pc:sldChg>
      <pc:sldChg chg="del">
        <pc:chgData name="Karl Michael Höferl" userId="544d2ce1-0a3b-4706-9dfd-c6d69d0e3c8e" providerId="ADAL" clId="{A497323F-6F87-4A55-99C9-6AE84906F023}" dt="2024-12-12T12:17:06.608" v="53" actId="47"/>
        <pc:sldMkLst>
          <pc:docMk/>
          <pc:sldMk cId="1150996475" sldId="678"/>
        </pc:sldMkLst>
      </pc:sldChg>
      <pc:sldChg chg="del">
        <pc:chgData name="Karl Michael Höferl" userId="544d2ce1-0a3b-4706-9dfd-c6d69d0e3c8e" providerId="ADAL" clId="{A497323F-6F87-4A55-99C9-6AE84906F023}" dt="2024-12-12T12:17:06.608" v="53" actId="47"/>
        <pc:sldMkLst>
          <pc:docMk/>
          <pc:sldMk cId="2484162924" sldId="679"/>
        </pc:sldMkLst>
      </pc:sldChg>
      <pc:sldChg chg="del">
        <pc:chgData name="Karl Michael Höferl" userId="544d2ce1-0a3b-4706-9dfd-c6d69d0e3c8e" providerId="ADAL" clId="{A497323F-6F87-4A55-99C9-6AE84906F023}" dt="2024-12-12T12:17:06.608" v="53" actId="47"/>
        <pc:sldMkLst>
          <pc:docMk/>
          <pc:sldMk cId="3290582261" sldId="681"/>
        </pc:sldMkLst>
      </pc:sldChg>
      <pc:sldChg chg="del">
        <pc:chgData name="Karl Michael Höferl" userId="544d2ce1-0a3b-4706-9dfd-c6d69d0e3c8e" providerId="ADAL" clId="{A497323F-6F87-4A55-99C9-6AE84906F023}" dt="2024-12-12T12:17:06.608" v="53" actId="47"/>
        <pc:sldMkLst>
          <pc:docMk/>
          <pc:sldMk cId="560792698" sldId="684"/>
        </pc:sldMkLst>
      </pc:sldChg>
      <pc:sldChg chg="del">
        <pc:chgData name="Karl Michael Höferl" userId="544d2ce1-0a3b-4706-9dfd-c6d69d0e3c8e" providerId="ADAL" clId="{A497323F-6F87-4A55-99C9-6AE84906F023}" dt="2024-12-12T12:17:06.608" v="53" actId="47"/>
        <pc:sldMkLst>
          <pc:docMk/>
          <pc:sldMk cId="4216061031" sldId="685"/>
        </pc:sldMkLst>
      </pc:sldChg>
      <pc:sldChg chg="del">
        <pc:chgData name="Karl Michael Höferl" userId="544d2ce1-0a3b-4706-9dfd-c6d69d0e3c8e" providerId="ADAL" clId="{A497323F-6F87-4A55-99C9-6AE84906F023}" dt="2024-12-12T12:17:06.608" v="53" actId="47"/>
        <pc:sldMkLst>
          <pc:docMk/>
          <pc:sldMk cId="47881719" sldId="686"/>
        </pc:sldMkLst>
      </pc:sldChg>
      <pc:sldChg chg="del">
        <pc:chgData name="Karl Michael Höferl" userId="544d2ce1-0a3b-4706-9dfd-c6d69d0e3c8e" providerId="ADAL" clId="{A497323F-6F87-4A55-99C9-6AE84906F023}" dt="2024-12-12T12:17:06.608" v="53" actId="47"/>
        <pc:sldMkLst>
          <pc:docMk/>
          <pc:sldMk cId="3714195797" sldId="687"/>
        </pc:sldMkLst>
      </pc:sldChg>
      <pc:sldChg chg="del">
        <pc:chgData name="Karl Michael Höferl" userId="544d2ce1-0a3b-4706-9dfd-c6d69d0e3c8e" providerId="ADAL" clId="{A497323F-6F87-4A55-99C9-6AE84906F023}" dt="2024-12-12T12:17:06.608" v="53" actId="47"/>
        <pc:sldMkLst>
          <pc:docMk/>
          <pc:sldMk cId="1850542708" sldId="689"/>
        </pc:sldMkLst>
      </pc:sldChg>
      <pc:sldChg chg="del">
        <pc:chgData name="Karl Michael Höferl" userId="544d2ce1-0a3b-4706-9dfd-c6d69d0e3c8e" providerId="ADAL" clId="{A497323F-6F87-4A55-99C9-6AE84906F023}" dt="2024-12-12T12:17:06.608" v="53" actId="47"/>
        <pc:sldMkLst>
          <pc:docMk/>
          <pc:sldMk cId="3620477090" sldId="690"/>
        </pc:sldMkLst>
      </pc:sldChg>
      <pc:sldChg chg="del">
        <pc:chgData name="Karl Michael Höferl" userId="544d2ce1-0a3b-4706-9dfd-c6d69d0e3c8e" providerId="ADAL" clId="{A497323F-6F87-4A55-99C9-6AE84906F023}" dt="2024-12-13T08:58:18.618" v="319" actId="18676"/>
        <pc:sldMkLst>
          <pc:docMk/>
          <pc:sldMk cId="3559396659" sldId="691"/>
        </pc:sldMkLst>
      </pc:sldChg>
      <pc:sldChg chg="del">
        <pc:chgData name="Karl Michael Höferl" userId="544d2ce1-0a3b-4706-9dfd-c6d69d0e3c8e" providerId="ADAL" clId="{A497323F-6F87-4A55-99C9-6AE84906F023}" dt="2024-12-13T08:58:18.618" v="319" actId="18676"/>
        <pc:sldMkLst>
          <pc:docMk/>
          <pc:sldMk cId="2795312045" sldId="692"/>
        </pc:sldMkLst>
      </pc:sldChg>
      <pc:sldChg chg="modSp mod">
        <pc:chgData name="Karl Michael Höferl" userId="544d2ce1-0a3b-4706-9dfd-c6d69d0e3c8e" providerId="ADAL" clId="{A497323F-6F87-4A55-99C9-6AE84906F023}" dt="2024-12-13T09:23:19.631" v="903" actId="790"/>
        <pc:sldMkLst>
          <pc:docMk/>
          <pc:sldMk cId="2018595286" sldId="693"/>
        </pc:sldMkLst>
      </pc:sldChg>
      <pc:sldChg chg="del">
        <pc:chgData name="Karl Michael Höferl" userId="544d2ce1-0a3b-4706-9dfd-c6d69d0e3c8e" providerId="ADAL" clId="{A497323F-6F87-4A55-99C9-6AE84906F023}" dt="2024-12-13T08:58:18.618" v="319" actId="18676"/>
        <pc:sldMkLst>
          <pc:docMk/>
          <pc:sldMk cId="3205976688" sldId="694"/>
        </pc:sldMkLst>
      </pc:sldChg>
      <pc:sldChg chg="del">
        <pc:chgData name="Karl Michael Höferl" userId="544d2ce1-0a3b-4706-9dfd-c6d69d0e3c8e" providerId="ADAL" clId="{A497323F-6F87-4A55-99C9-6AE84906F023}" dt="2024-12-13T08:58:18.618" v="319" actId="18676"/>
        <pc:sldMkLst>
          <pc:docMk/>
          <pc:sldMk cId="2775079453" sldId="695"/>
        </pc:sldMkLst>
      </pc:sldChg>
      <pc:sldChg chg="del">
        <pc:chgData name="Karl Michael Höferl" userId="544d2ce1-0a3b-4706-9dfd-c6d69d0e3c8e" providerId="ADAL" clId="{A497323F-6F87-4A55-99C9-6AE84906F023}" dt="2024-12-13T08:58:18.618" v="319" actId="18676"/>
        <pc:sldMkLst>
          <pc:docMk/>
          <pc:sldMk cId="29155939" sldId="697"/>
        </pc:sldMkLst>
      </pc:sldChg>
      <pc:sldChg chg="del">
        <pc:chgData name="Karl Michael Höferl" userId="544d2ce1-0a3b-4706-9dfd-c6d69d0e3c8e" providerId="ADAL" clId="{A497323F-6F87-4A55-99C9-6AE84906F023}" dt="2024-12-13T08:58:18.618" v="319" actId="18676"/>
        <pc:sldMkLst>
          <pc:docMk/>
          <pc:sldMk cId="3297873622" sldId="698"/>
        </pc:sldMkLst>
      </pc:sldChg>
      <pc:sldChg chg="del">
        <pc:chgData name="Karl Michael Höferl" userId="544d2ce1-0a3b-4706-9dfd-c6d69d0e3c8e" providerId="ADAL" clId="{A497323F-6F87-4A55-99C9-6AE84906F023}" dt="2024-12-13T08:58:18.618" v="319" actId="18676"/>
        <pc:sldMkLst>
          <pc:docMk/>
          <pc:sldMk cId="2293425296" sldId="699"/>
        </pc:sldMkLst>
      </pc:sldChg>
      <pc:sldChg chg="del">
        <pc:chgData name="Karl Michael Höferl" userId="544d2ce1-0a3b-4706-9dfd-c6d69d0e3c8e" providerId="ADAL" clId="{A497323F-6F87-4A55-99C9-6AE84906F023}" dt="2024-12-13T08:58:18.618" v="319" actId="18676"/>
        <pc:sldMkLst>
          <pc:docMk/>
          <pc:sldMk cId="3875304257" sldId="700"/>
        </pc:sldMkLst>
      </pc:sldChg>
      <pc:sldChg chg="del">
        <pc:chgData name="Karl Michael Höferl" userId="544d2ce1-0a3b-4706-9dfd-c6d69d0e3c8e" providerId="ADAL" clId="{A497323F-6F87-4A55-99C9-6AE84906F023}" dt="2024-12-13T08:58:18.618" v="319" actId="18676"/>
        <pc:sldMkLst>
          <pc:docMk/>
          <pc:sldMk cId="4005750343" sldId="701"/>
        </pc:sldMkLst>
      </pc:sldChg>
      <pc:sldChg chg="del">
        <pc:chgData name="Karl Michael Höferl" userId="544d2ce1-0a3b-4706-9dfd-c6d69d0e3c8e" providerId="ADAL" clId="{A497323F-6F87-4A55-99C9-6AE84906F023}" dt="2024-12-13T08:58:18.618" v="319" actId="18676"/>
        <pc:sldMkLst>
          <pc:docMk/>
          <pc:sldMk cId="1764383579" sldId="705"/>
        </pc:sldMkLst>
      </pc:sldChg>
      <pc:sldChg chg="del">
        <pc:chgData name="Karl Michael Höferl" userId="544d2ce1-0a3b-4706-9dfd-c6d69d0e3c8e" providerId="ADAL" clId="{A497323F-6F87-4A55-99C9-6AE84906F023}" dt="2024-12-13T08:58:18.618" v="319" actId="18676"/>
        <pc:sldMkLst>
          <pc:docMk/>
          <pc:sldMk cId="171581561" sldId="706"/>
        </pc:sldMkLst>
      </pc:sldChg>
      <pc:sldChg chg="del">
        <pc:chgData name="Karl Michael Höferl" userId="544d2ce1-0a3b-4706-9dfd-c6d69d0e3c8e" providerId="ADAL" clId="{A497323F-6F87-4A55-99C9-6AE84906F023}" dt="2024-12-13T08:58:18.618" v="319" actId="18676"/>
        <pc:sldMkLst>
          <pc:docMk/>
          <pc:sldMk cId="3293553619" sldId="707"/>
        </pc:sldMkLst>
      </pc:sldChg>
      <pc:sldChg chg="del">
        <pc:chgData name="Karl Michael Höferl" userId="544d2ce1-0a3b-4706-9dfd-c6d69d0e3c8e" providerId="ADAL" clId="{A497323F-6F87-4A55-99C9-6AE84906F023}" dt="2024-12-13T08:58:18.618" v="319" actId="18676"/>
        <pc:sldMkLst>
          <pc:docMk/>
          <pc:sldMk cId="3505790089" sldId="708"/>
        </pc:sldMkLst>
      </pc:sldChg>
      <pc:sldChg chg="del">
        <pc:chgData name="Karl Michael Höferl" userId="544d2ce1-0a3b-4706-9dfd-c6d69d0e3c8e" providerId="ADAL" clId="{A497323F-6F87-4A55-99C9-6AE84906F023}" dt="2024-12-13T08:58:18.618" v="319" actId="18676"/>
        <pc:sldMkLst>
          <pc:docMk/>
          <pc:sldMk cId="3948692626" sldId="709"/>
        </pc:sldMkLst>
      </pc:sldChg>
      <pc:sldChg chg="del">
        <pc:chgData name="Karl Michael Höferl" userId="544d2ce1-0a3b-4706-9dfd-c6d69d0e3c8e" providerId="ADAL" clId="{A497323F-6F87-4A55-99C9-6AE84906F023}" dt="2024-12-13T08:58:18.618" v="319" actId="18676"/>
        <pc:sldMkLst>
          <pc:docMk/>
          <pc:sldMk cId="3572271103" sldId="710"/>
        </pc:sldMkLst>
      </pc:sldChg>
      <pc:sldChg chg="del">
        <pc:chgData name="Karl Michael Höferl" userId="544d2ce1-0a3b-4706-9dfd-c6d69d0e3c8e" providerId="ADAL" clId="{A497323F-6F87-4A55-99C9-6AE84906F023}" dt="2024-12-13T08:58:18.618" v="319" actId="18676"/>
        <pc:sldMkLst>
          <pc:docMk/>
          <pc:sldMk cId="3408810402" sldId="711"/>
        </pc:sldMkLst>
      </pc:sldChg>
      <pc:sldChg chg="del">
        <pc:chgData name="Karl Michael Höferl" userId="544d2ce1-0a3b-4706-9dfd-c6d69d0e3c8e" providerId="ADAL" clId="{A497323F-6F87-4A55-99C9-6AE84906F023}" dt="2024-12-13T08:58:18.618" v="319" actId="18676"/>
        <pc:sldMkLst>
          <pc:docMk/>
          <pc:sldMk cId="209830564" sldId="712"/>
        </pc:sldMkLst>
      </pc:sldChg>
      <pc:sldChg chg="del">
        <pc:chgData name="Karl Michael Höferl" userId="544d2ce1-0a3b-4706-9dfd-c6d69d0e3c8e" providerId="ADAL" clId="{A497323F-6F87-4A55-99C9-6AE84906F023}" dt="2024-12-13T08:58:18.618" v="319" actId="18676"/>
        <pc:sldMkLst>
          <pc:docMk/>
          <pc:sldMk cId="2567221558" sldId="713"/>
        </pc:sldMkLst>
      </pc:sldChg>
      <pc:sldChg chg="del">
        <pc:chgData name="Karl Michael Höferl" userId="544d2ce1-0a3b-4706-9dfd-c6d69d0e3c8e" providerId="ADAL" clId="{A497323F-6F87-4A55-99C9-6AE84906F023}" dt="2024-12-13T08:58:18.618" v="319" actId="18676"/>
        <pc:sldMkLst>
          <pc:docMk/>
          <pc:sldMk cId="2904564258" sldId="714"/>
        </pc:sldMkLst>
      </pc:sldChg>
      <pc:sldChg chg="del">
        <pc:chgData name="Karl Michael Höferl" userId="544d2ce1-0a3b-4706-9dfd-c6d69d0e3c8e" providerId="ADAL" clId="{A497323F-6F87-4A55-99C9-6AE84906F023}" dt="2024-12-13T08:58:18.618" v="319" actId="18676"/>
        <pc:sldMkLst>
          <pc:docMk/>
          <pc:sldMk cId="1955897840" sldId="715"/>
        </pc:sldMkLst>
      </pc:sldChg>
      <pc:sldChg chg="del">
        <pc:chgData name="Karl Michael Höferl" userId="544d2ce1-0a3b-4706-9dfd-c6d69d0e3c8e" providerId="ADAL" clId="{A497323F-6F87-4A55-99C9-6AE84906F023}" dt="2024-12-13T08:58:18.618" v="319" actId="18676"/>
        <pc:sldMkLst>
          <pc:docMk/>
          <pc:sldMk cId="395793456" sldId="716"/>
        </pc:sldMkLst>
      </pc:sldChg>
      <pc:sldChg chg="del">
        <pc:chgData name="Karl Michael Höferl" userId="544d2ce1-0a3b-4706-9dfd-c6d69d0e3c8e" providerId="ADAL" clId="{A497323F-6F87-4A55-99C9-6AE84906F023}" dt="2024-12-13T08:58:18.618" v="319" actId="18676"/>
        <pc:sldMkLst>
          <pc:docMk/>
          <pc:sldMk cId="3476429937" sldId="717"/>
        </pc:sldMkLst>
      </pc:sldChg>
      <pc:sldChg chg="del">
        <pc:chgData name="Karl Michael Höferl" userId="544d2ce1-0a3b-4706-9dfd-c6d69d0e3c8e" providerId="ADAL" clId="{A497323F-6F87-4A55-99C9-6AE84906F023}" dt="2024-12-13T08:58:18.618" v="319" actId="18676"/>
        <pc:sldMkLst>
          <pc:docMk/>
          <pc:sldMk cId="2235352649" sldId="718"/>
        </pc:sldMkLst>
      </pc:sldChg>
      <pc:sldChg chg="del">
        <pc:chgData name="Karl Michael Höferl" userId="544d2ce1-0a3b-4706-9dfd-c6d69d0e3c8e" providerId="ADAL" clId="{A497323F-6F87-4A55-99C9-6AE84906F023}" dt="2024-12-13T08:58:18.618" v="319" actId="18676"/>
        <pc:sldMkLst>
          <pc:docMk/>
          <pc:sldMk cId="3231854775" sldId="719"/>
        </pc:sldMkLst>
      </pc:sldChg>
      <pc:sldChg chg="del">
        <pc:chgData name="Karl Michael Höferl" userId="544d2ce1-0a3b-4706-9dfd-c6d69d0e3c8e" providerId="ADAL" clId="{A497323F-6F87-4A55-99C9-6AE84906F023}" dt="2024-12-13T08:58:18.618" v="319" actId="18676"/>
        <pc:sldMkLst>
          <pc:docMk/>
          <pc:sldMk cId="1276626031" sldId="720"/>
        </pc:sldMkLst>
      </pc:sldChg>
      <pc:sldChg chg="modSp add del mod">
        <pc:chgData name="Karl Michael Höferl" userId="544d2ce1-0a3b-4706-9dfd-c6d69d0e3c8e" providerId="ADAL" clId="{A497323F-6F87-4A55-99C9-6AE84906F023}" dt="2024-12-13T09:50:37.644" v="1768"/>
        <pc:sldMkLst>
          <pc:docMk/>
          <pc:sldMk cId="3093752595" sldId="722"/>
        </pc:sldMkLst>
      </pc:sldChg>
      <pc:sldChg chg="del">
        <pc:chgData name="Karl Michael Höferl" userId="544d2ce1-0a3b-4706-9dfd-c6d69d0e3c8e" providerId="ADAL" clId="{A497323F-6F87-4A55-99C9-6AE84906F023}" dt="2024-12-13T08:58:18.618" v="319" actId="18676"/>
        <pc:sldMkLst>
          <pc:docMk/>
          <pc:sldMk cId="4187279353" sldId="723"/>
        </pc:sldMkLst>
      </pc:sldChg>
      <pc:sldChg chg="del">
        <pc:chgData name="Karl Michael Höferl" userId="544d2ce1-0a3b-4706-9dfd-c6d69d0e3c8e" providerId="ADAL" clId="{A497323F-6F87-4A55-99C9-6AE84906F023}" dt="2024-12-13T08:58:18.618" v="319" actId="18676"/>
        <pc:sldMkLst>
          <pc:docMk/>
          <pc:sldMk cId="2974183893" sldId="724"/>
        </pc:sldMkLst>
      </pc:sldChg>
      <pc:sldChg chg="del">
        <pc:chgData name="Karl Michael Höferl" userId="544d2ce1-0a3b-4706-9dfd-c6d69d0e3c8e" providerId="ADAL" clId="{A497323F-6F87-4A55-99C9-6AE84906F023}" dt="2024-12-13T08:58:18.618" v="319" actId="18676"/>
        <pc:sldMkLst>
          <pc:docMk/>
          <pc:sldMk cId="1399134087" sldId="725"/>
        </pc:sldMkLst>
      </pc:sldChg>
      <pc:sldChg chg="del">
        <pc:chgData name="Karl Michael Höferl" userId="544d2ce1-0a3b-4706-9dfd-c6d69d0e3c8e" providerId="ADAL" clId="{A497323F-6F87-4A55-99C9-6AE84906F023}" dt="2024-12-13T08:58:18.618" v="319" actId="18676"/>
        <pc:sldMkLst>
          <pc:docMk/>
          <pc:sldMk cId="2327193808" sldId="726"/>
        </pc:sldMkLst>
      </pc:sldChg>
      <pc:sldChg chg="del">
        <pc:chgData name="Karl Michael Höferl" userId="544d2ce1-0a3b-4706-9dfd-c6d69d0e3c8e" providerId="ADAL" clId="{A497323F-6F87-4A55-99C9-6AE84906F023}" dt="2024-12-13T08:58:18.618" v="319" actId="18676"/>
        <pc:sldMkLst>
          <pc:docMk/>
          <pc:sldMk cId="1382612920" sldId="727"/>
        </pc:sldMkLst>
      </pc:sldChg>
      <pc:sldChg chg="del">
        <pc:chgData name="Karl Michael Höferl" userId="544d2ce1-0a3b-4706-9dfd-c6d69d0e3c8e" providerId="ADAL" clId="{A497323F-6F87-4A55-99C9-6AE84906F023}" dt="2024-12-13T08:58:18.618" v="319" actId="18676"/>
        <pc:sldMkLst>
          <pc:docMk/>
          <pc:sldMk cId="4039628353" sldId="728"/>
        </pc:sldMkLst>
      </pc:sldChg>
      <pc:sldChg chg="del">
        <pc:chgData name="Karl Michael Höferl" userId="544d2ce1-0a3b-4706-9dfd-c6d69d0e3c8e" providerId="ADAL" clId="{A497323F-6F87-4A55-99C9-6AE84906F023}" dt="2024-12-13T08:58:18.618" v="319" actId="18676"/>
        <pc:sldMkLst>
          <pc:docMk/>
          <pc:sldMk cId="3256963422" sldId="729"/>
        </pc:sldMkLst>
      </pc:sldChg>
      <pc:sldChg chg="del">
        <pc:chgData name="Karl Michael Höferl" userId="544d2ce1-0a3b-4706-9dfd-c6d69d0e3c8e" providerId="ADAL" clId="{A497323F-6F87-4A55-99C9-6AE84906F023}" dt="2024-12-13T08:58:18.618" v="319" actId="18676"/>
        <pc:sldMkLst>
          <pc:docMk/>
          <pc:sldMk cId="3727715166" sldId="730"/>
        </pc:sldMkLst>
      </pc:sldChg>
      <pc:sldChg chg="del">
        <pc:chgData name="Karl Michael Höferl" userId="544d2ce1-0a3b-4706-9dfd-c6d69d0e3c8e" providerId="ADAL" clId="{A497323F-6F87-4A55-99C9-6AE84906F023}" dt="2024-12-13T08:58:18.618" v="319" actId="18676"/>
        <pc:sldMkLst>
          <pc:docMk/>
          <pc:sldMk cId="4133627186" sldId="731"/>
        </pc:sldMkLst>
      </pc:sldChg>
      <pc:sldChg chg="del">
        <pc:chgData name="Karl Michael Höferl" userId="544d2ce1-0a3b-4706-9dfd-c6d69d0e3c8e" providerId="ADAL" clId="{A497323F-6F87-4A55-99C9-6AE84906F023}" dt="2024-12-13T08:58:18.618" v="319" actId="18676"/>
        <pc:sldMkLst>
          <pc:docMk/>
          <pc:sldMk cId="2705097224" sldId="732"/>
        </pc:sldMkLst>
      </pc:sldChg>
      <pc:sldChg chg="del">
        <pc:chgData name="Karl Michael Höferl" userId="544d2ce1-0a3b-4706-9dfd-c6d69d0e3c8e" providerId="ADAL" clId="{A497323F-6F87-4A55-99C9-6AE84906F023}" dt="2024-12-13T08:58:18.618" v="319" actId="18676"/>
        <pc:sldMkLst>
          <pc:docMk/>
          <pc:sldMk cId="227321968" sldId="733"/>
        </pc:sldMkLst>
      </pc:sldChg>
      <pc:sldChg chg="del">
        <pc:chgData name="Karl Michael Höferl" userId="544d2ce1-0a3b-4706-9dfd-c6d69d0e3c8e" providerId="ADAL" clId="{A497323F-6F87-4A55-99C9-6AE84906F023}" dt="2024-12-13T08:58:18.618" v="319" actId="18676"/>
        <pc:sldMkLst>
          <pc:docMk/>
          <pc:sldMk cId="3505372439" sldId="734"/>
        </pc:sldMkLst>
      </pc:sldChg>
      <pc:sldChg chg="del">
        <pc:chgData name="Karl Michael Höferl" userId="544d2ce1-0a3b-4706-9dfd-c6d69d0e3c8e" providerId="ADAL" clId="{A497323F-6F87-4A55-99C9-6AE84906F023}" dt="2024-12-13T08:58:18.618" v="319" actId="18676"/>
        <pc:sldMkLst>
          <pc:docMk/>
          <pc:sldMk cId="4008129607" sldId="736"/>
        </pc:sldMkLst>
      </pc:sldChg>
      <pc:sldChg chg="del">
        <pc:chgData name="Karl Michael Höferl" userId="544d2ce1-0a3b-4706-9dfd-c6d69d0e3c8e" providerId="ADAL" clId="{A497323F-6F87-4A55-99C9-6AE84906F023}" dt="2024-12-13T08:58:18.618" v="319" actId="18676"/>
        <pc:sldMkLst>
          <pc:docMk/>
          <pc:sldMk cId="824768505" sldId="737"/>
        </pc:sldMkLst>
      </pc:sldChg>
      <pc:sldChg chg="del">
        <pc:chgData name="Karl Michael Höferl" userId="544d2ce1-0a3b-4706-9dfd-c6d69d0e3c8e" providerId="ADAL" clId="{A497323F-6F87-4A55-99C9-6AE84906F023}" dt="2024-12-13T08:58:18.618" v="319" actId="18676"/>
        <pc:sldMkLst>
          <pc:docMk/>
          <pc:sldMk cId="3860714022" sldId="740"/>
        </pc:sldMkLst>
      </pc:sldChg>
      <pc:sldChg chg="del">
        <pc:chgData name="Karl Michael Höferl" userId="544d2ce1-0a3b-4706-9dfd-c6d69d0e3c8e" providerId="ADAL" clId="{A497323F-6F87-4A55-99C9-6AE84906F023}" dt="2024-12-13T08:58:18.618" v="319" actId="18676"/>
        <pc:sldMkLst>
          <pc:docMk/>
          <pc:sldMk cId="317702538" sldId="743"/>
        </pc:sldMkLst>
      </pc:sldChg>
      <pc:sldChg chg="del">
        <pc:chgData name="Karl Michael Höferl" userId="544d2ce1-0a3b-4706-9dfd-c6d69d0e3c8e" providerId="ADAL" clId="{A497323F-6F87-4A55-99C9-6AE84906F023}" dt="2024-12-13T08:58:18.618" v="319" actId="18676"/>
        <pc:sldMkLst>
          <pc:docMk/>
          <pc:sldMk cId="3898702380" sldId="744"/>
        </pc:sldMkLst>
      </pc:sldChg>
      <pc:sldChg chg="del">
        <pc:chgData name="Karl Michael Höferl" userId="544d2ce1-0a3b-4706-9dfd-c6d69d0e3c8e" providerId="ADAL" clId="{A497323F-6F87-4A55-99C9-6AE84906F023}" dt="2024-12-13T08:58:18.618" v="319" actId="18676"/>
        <pc:sldMkLst>
          <pc:docMk/>
          <pc:sldMk cId="2076751506" sldId="745"/>
        </pc:sldMkLst>
      </pc:sldChg>
      <pc:sldChg chg="del">
        <pc:chgData name="Karl Michael Höferl" userId="544d2ce1-0a3b-4706-9dfd-c6d69d0e3c8e" providerId="ADAL" clId="{A497323F-6F87-4A55-99C9-6AE84906F023}" dt="2024-12-13T08:58:18.618" v="319" actId="18676"/>
        <pc:sldMkLst>
          <pc:docMk/>
          <pc:sldMk cId="1373837348" sldId="746"/>
        </pc:sldMkLst>
      </pc:sldChg>
      <pc:sldChg chg="del">
        <pc:chgData name="Karl Michael Höferl" userId="544d2ce1-0a3b-4706-9dfd-c6d69d0e3c8e" providerId="ADAL" clId="{A497323F-6F87-4A55-99C9-6AE84906F023}" dt="2024-12-13T08:58:18.618" v="319" actId="18676"/>
        <pc:sldMkLst>
          <pc:docMk/>
          <pc:sldMk cId="57421688" sldId="747"/>
        </pc:sldMkLst>
      </pc:sldChg>
      <pc:sldChg chg="del">
        <pc:chgData name="Karl Michael Höferl" userId="544d2ce1-0a3b-4706-9dfd-c6d69d0e3c8e" providerId="ADAL" clId="{A497323F-6F87-4A55-99C9-6AE84906F023}" dt="2024-12-13T08:58:18.618" v="319" actId="18676"/>
        <pc:sldMkLst>
          <pc:docMk/>
          <pc:sldMk cId="2318776512" sldId="748"/>
        </pc:sldMkLst>
      </pc:sldChg>
      <pc:sldChg chg="modSp add mod">
        <pc:chgData name="Karl Michael Höferl" userId="544d2ce1-0a3b-4706-9dfd-c6d69d0e3c8e" providerId="ADAL" clId="{A497323F-6F87-4A55-99C9-6AE84906F023}" dt="2024-12-13T09:23:19.640" v="912" actId="790"/>
        <pc:sldMkLst>
          <pc:docMk/>
          <pc:sldMk cId="3381070574" sldId="749"/>
        </pc:sldMkLst>
      </pc:sldChg>
      <pc:sldChg chg="addSp modSp new mod">
        <pc:chgData name="Karl Michael Höferl" userId="544d2ce1-0a3b-4706-9dfd-c6d69d0e3c8e" providerId="ADAL" clId="{A497323F-6F87-4A55-99C9-6AE84906F023}" dt="2024-12-13T09:23:19.682" v="927" actId="790"/>
        <pc:sldMkLst>
          <pc:docMk/>
          <pc:sldMk cId="1366677634" sldId="750"/>
        </pc:sldMkLst>
      </pc:sldChg>
      <pc:sldChg chg="addSp modSp new mod">
        <pc:chgData name="Karl Michael Höferl" userId="544d2ce1-0a3b-4706-9dfd-c6d69d0e3c8e" providerId="ADAL" clId="{A497323F-6F87-4A55-99C9-6AE84906F023}" dt="2024-12-13T09:23:19.672" v="917" actId="790"/>
        <pc:sldMkLst>
          <pc:docMk/>
          <pc:sldMk cId="891883168" sldId="751"/>
        </pc:sldMkLst>
      </pc:sldChg>
      <pc:sldChg chg="addSp delSp modSp add mod modAnim">
        <pc:chgData name="Karl Michael Höferl" userId="544d2ce1-0a3b-4706-9dfd-c6d69d0e3c8e" providerId="ADAL" clId="{A497323F-6F87-4A55-99C9-6AE84906F023}" dt="2024-12-13T09:23:19.676" v="922"/>
        <pc:sldMkLst>
          <pc:docMk/>
          <pc:sldMk cId="2425554362" sldId="752"/>
        </pc:sldMkLst>
      </pc:sldChg>
      <pc:sldChg chg="addSp delSp modSp new mod">
        <pc:chgData name="Karl Michael Höferl" userId="544d2ce1-0a3b-4706-9dfd-c6d69d0e3c8e" providerId="ADAL" clId="{A497323F-6F87-4A55-99C9-6AE84906F023}" dt="2024-12-13T09:23:19.685" v="931" actId="790"/>
        <pc:sldMkLst>
          <pc:docMk/>
          <pc:sldMk cId="132594296" sldId="753"/>
        </pc:sldMkLst>
      </pc:sldChg>
      <pc:sldChg chg="addSp delSp modSp add mod modAnim">
        <pc:chgData name="Karl Michael Höferl" userId="544d2ce1-0a3b-4706-9dfd-c6d69d0e3c8e" providerId="ADAL" clId="{A497323F-6F87-4A55-99C9-6AE84906F023}" dt="2024-12-13T09:23:19.687" v="935"/>
        <pc:sldMkLst>
          <pc:docMk/>
          <pc:sldMk cId="1925381655" sldId="754"/>
        </pc:sldMkLst>
      </pc:sldChg>
      <pc:sldChg chg="modSp add mod modAnim">
        <pc:chgData name="Karl Michael Höferl" userId="544d2ce1-0a3b-4706-9dfd-c6d69d0e3c8e" providerId="ADAL" clId="{A497323F-6F87-4A55-99C9-6AE84906F023}" dt="2024-12-13T09:23:19.688" v="940"/>
        <pc:sldMkLst>
          <pc:docMk/>
          <pc:sldMk cId="1233119590" sldId="755"/>
        </pc:sldMkLst>
      </pc:sldChg>
      <pc:sldChg chg="add del">
        <pc:chgData name="Karl Michael Höferl" userId="544d2ce1-0a3b-4706-9dfd-c6d69d0e3c8e" providerId="ADAL" clId="{A497323F-6F87-4A55-99C9-6AE84906F023}" dt="2024-12-13T09:01:53.791" v="363" actId="47"/>
        <pc:sldMkLst>
          <pc:docMk/>
          <pc:sldMk cId="162464117" sldId="756"/>
        </pc:sldMkLst>
      </pc:sldChg>
      <pc:sldChg chg="addSp delSp modSp new mod ord">
        <pc:chgData name="Karl Michael Höferl" userId="544d2ce1-0a3b-4706-9dfd-c6d69d0e3c8e" providerId="ADAL" clId="{A497323F-6F87-4A55-99C9-6AE84906F023}" dt="2024-12-13T09:23:19.637" v="907" actId="790"/>
        <pc:sldMkLst>
          <pc:docMk/>
          <pc:sldMk cId="1900200052" sldId="756"/>
        </pc:sldMkLst>
      </pc:sldChg>
      <pc:sldChg chg="modSp new mod">
        <pc:chgData name="Karl Michael Höferl" userId="544d2ce1-0a3b-4706-9dfd-c6d69d0e3c8e" providerId="ADAL" clId="{A497323F-6F87-4A55-99C9-6AE84906F023}" dt="2024-12-13T09:23:19.693" v="945" actId="790"/>
        <pc:sldMkLst>
          <pc:docMk/>
          <pc:sldMk cId="2669962403" sldId="757"/>
        </pc:sldMkLst>
      </pc:sldChg>
      <pc:sldChg chg="modSp add mod">
        <pc:chgData name="Karl Michael Höferl" userId="544d2ce1-0a3b-4706-9dfd-c6d69d0e3c8e" providerId="ADAL" clId="{A497323F-6F87-4A55-99C9-6AE84906F023}" dt="2024-12-13T09:23:19.697" v="950" actId="790"/>
        <pc:sldMkLst>
          <pc:docMk/>
          <pc:sldMk cId="1886510246" sldId="758"/>
        </pc:sldMkLst>
      </pc:sldChg>
      <pc:sldChg chg="addSp delSp modSp new mod">
        <pc:chgData name="Karl Michael Höferl" userId="544d2ce1-0a3b-4706-9dfd-c6d69d0e3c8e" providerId="ADAL" clId="{A497323F-6F87-4A55-99C9-6AE84906F023}" dt="2024-12-13T09:46:27.682" v="1735" actId="20577"/>
        <pc:sldMkLst>
          <pc:docMk/>
          <pc:sldMk cId="2173507218" sldId="759"/>
        </pc:sldMkLst>
      </pc:sldChg>
      <pc:sldChg chg="modSp new mod">
        <pc:chgData name="Karl Michael Höferl" userId="544d2ce1-0a3b-4706-9dfd-c6d69d0e3c8e" providerId="ADAL" clId="{A497323F-6F87-4A55-99C9-6AE84906F023}" dt="2024-12-13T09:23:45.463" v="1004" actId="20577"/>
        <pc:sldMkLst>
          <pc:docMk/>
          <pc:sldMk cId="1165692184" sldId="760"/>
        </pc:sldMkLst>
      </pc:sldChg>
      <pc:sldChg chg="addSp modSp new mod modAnim">
        <pc:chgData name="Karl Michael Höferl" userId="544d2ce1-0a3b-4706-9dfd-c6d69d0e3c8e" providerId="ADAL" clId="{A497323F-6F87-4A55-99C9-6AE84906F023}" dt="2024-12-13T09:27:24.392" v="1204"/>
        <pc:sldMkLst>
          <pc:docMk/>
          <pc:sldMk cId="2267696658" sldId="761"/>
        </pc:sldMkLst>
      </pc:sldChg>
      <pc:sldChg chg="addSp modSp add mod">
        <pc:chgData name="Karl Michael Höferl" userId="544d2ce1-0a3b-4706-9dfd-c6d69d0e3c8e" providerId="ADAL" clId="{A497323F-6F87-4A55-99C9-6AE84906F023}" dt="2024-12-13T09:28:05.810" v="1211" actId="2711"/>
        <pc:sldMkLst>
          <pc:docMk/>
          <pc:sldMk cId="1108537631" sldId="762"/>
        </pc:sldMkLst>
      </pc:sldChg>
      <pc:sldChg chg="modSp new mod">
        <pc:chgData name="Karl Michael Höferl" userId="544d2ce1-0a3b-4706-9dfd-c6d69d0e3c8e" providerId="ADAL" clId="{A497323F-6F87-4A55-99C9-6AE84906F023}" dt="2024-12-13T09:32:17.176" v="1423" actId="20577"/>
        <pc:sldMkLst>
          <pc:docMk/>
          <pc:sldMk cId="3710087506" sldId="763"/>
        </pc:sldMkLst>
      </pc:sldChg>
      <pc:sldChg chg="modSp add mod">
        <pc:chgData name="Karl Michael Höferl" userId="544d2ce1-0a3b-4706-9dfd-c6d69d0e3c8e" providerId="ADAL" clId="{A497323F-6F87-4A55-99C9-6AE84906F023}" dt="2024-12-13T09:33:58.218" v="1494" actId="313"/>
        <pc:sldMkLst>
          <pc:docMk/>
          <pc:sldMk cId="1633400076" sldId="764"/>
        </pc:sldMkLst>
      </pc:sldChg>
      <pc:sldChg chg="addSp modSp new mod">
        <pc:chgData name="Karl Michael Höferl" userId="544d2ce1-0a3b-4706-9dfd-c6d69d0e3c8e" providerId="ADAL" clId="{A497323F-6F87-4A55-99C9-6AE84906F023}" dt="2024-12-13T09:44:09.745" v="1729" actId="1038"/>
        <pc:sldMkLst>
          <pc:docMk/>
          <pc:sldMk cId="3656440657" sldId="765"/>
        </pc:sldMkLst>
      </pc:sldChg>
      <pc:sldChg chg="modSp add mod">
        <pc:chgData name="Karl Michael Höferl" userId="544d2ce1-0a3b-4706-9dfd-c6d69d0e3c8e" providerId="ADAL" clId="{A497323F-6F87-4A55-99C9-6AE84906F023}" dt="2024-12-13T09:47:44.986" v="1736" actId="1076"/>
        <pc:sldMkLst>
          <pc:docMk/>
          <pc:sldMk cId="1500399118" sldId="766"/>
        </pc:sldMkLst>
      </pc:sldChg>
      <pc:sldChg chg="add">
        <pc:chgData name="Karl Michael Höferl" userId="544d2ce1-0a3b-4706-9dfd-c6d69d0e3c8e" providerId="ADAL" clId="{A497323F-6F87-4A55-99C9-6AE84906F023}" dt="2024-12-13T09:45:44.807" v="1731"/>
        <pc:sldMkLst>
          <pc:docMk/>
          <pc:sldMk cId="3878963900" sldId="767"/>
        </pc:sldMkLst>
      </pc:sldChg>
      <pc:sldChg chg="addSp delSp modSp new mod">
        <pc:chgData name="Karl Michael Höferl" userId="544d2ce1-0a3b-4706-9dfd-c6d69d0e3c8e" providerId="ADAL" clId="{A497323F-6F87-4A55-99C9-6AE84906F023}" dt="2024-12-13T09:54:40.077" v="1817" actId="1038"/>
        <pc:sldMkLst>
          <pc:docMk/>
          <pc:sldMk cId="827746790" sldId="768"/>
        </pc:sldMkLst>
      </pc:sldChg>
      <pc:sldChg chg="addSp delSp modSp new mod">
        <pc:chgData name="Karl Michael Höferl" userId="544d2ce1-0a3b-4706-9dfd-c6d69d0e3c8e" providerId="ADAL" clId="{A497323F-6F87-4A55-99C9-6AE84906F023}" dt="2024-12-13T10:00:53.963" v="1951" actId="1076"/>
        <pc:sldMkLst>
          <pc:docMk/>
          <pc:sldMk cId="352379314" sldId="769"/>
        </pc:sldMkLst>
      </pc:sldChg>
      <pc:sldChg chg="addSp delSp modSp new mod">
        <pc:chgData name="Karl Michael Höferl" userId="544d2ce1-0a3b-4706-9dfd-c6d69d0e3c8e" providerId="ADAL" clId="{A497323F-6F87-4A55-99C9-6AE84906F023}" dt="2024-12-13T10:01:30.627" v="1980" actId="1076"/>
        <pc:sldMkLst>
          <pc:docMk/>
          <pc:sldMk cId="2078603856" sldId="770"/>
        </pc:sldMkLst>
      </pc:sldChg>
      <pc:sldChg chg="modSp add mod">
        <pc:chgData name="Karl Michael Höferl" userId="544d2ce1-0a3b-4706-9dfd-c6d69d0e3c8e" providerId="ADAL" clId="{A497323F-6F87-4A55-99C9-6AE84906F023}" dt="2024-12-13T10:18:18.971" v="2100" actId="1076"/>
        <pc:sldMkLst>
          <pc:docMk/>
          <pc:sldMk cId="236038804" sldId="771"/>
        </pc:sldMkLst>
      </pc:sldChg>
      <pc:sldChg chg="addSp delSp modSp new mod">
        <pc:chgData name="Karl Michael Höferl" userId="544d2ce1-0a3b-4706-9dfd-c6d69d0e3c8e" providerId="ADAL" clId="{A497323F-6F87-4A55-99C9-6AE84906F023}" dt="2024-12-13T10:19:09.041" v="2156" actId="1036"/>
        <pc:sldMkLst>
          <pc:docMk/>
          <pc:sldMk cId="240268429" sldId="772"/>
        </pc:sldMkLst>
      </pc:sldChg>
      <pc:sldChg chg="modSp new mod">
        <pc:chgData name="Karl Michael Höferl" userId="544d2ce1-0a3b-4706-9dfd-c6d69d0e3c8e" providerId="ADAL" clId="{A497323F-6F87-4A55-99C9-6AE84906F023}" dt="2024-12-13T10:18:35.246" v="2136" actId="20577"/>
        <pc:sldMkLst>
          <pc:docMk/>
          <pc:sldMk cId="3520259577" sldId="773"/>
        </pc:sldMkLst>
      </pc:sldChg>
      <pc:sldChg chg="new del">
        <pc:chgData name="Karl Michael Höferl" userId="544d2ce1-0a3b-4706-9dfd-c6d69d0e3c8e" providerId="ADAL" clId="{A497323F-6F87-4A55-99C9-6AE84906F023}" dt="2024-12-21T05:42:55.635" v="2350" actId="47"/>
        <pc:sldMkLst>
          <pc:docMk/>
          <pc:sldMk cId="962693241" sldId="774"/>
        </pc:sldMkLst>
      </pc:sldChg>
      <pc:sldChg chg="modSp add mod">
        <pc:chgData name="Karl Michael Höferl" userId="544d2ce1-0a3b-4706-9dfd-c6d69d0e3c8e" providerId="ADAL" clId="{A497323F-6F87-4A55-99C9-6AE84906F023}" dt="2024-12-21T06:38:19.385" v="3666" actId="20577"/>
        <pc:sldMkLst>
          <pc:docMk/>
          <pc:sldMk cId="2965906068" sldId="775"/>
        </pc:sldMkLst>
      </pc:sldChg>
      <pc:sldChg chg="addSp delSp modSp new mod">
        <pc:chgData name="Karl Michael Höferl" userId="544d2ce1-0a3b-4706-9dfd-c6d69d0e3c8e" providerId="ADAL" clId="{A497323F-6F87-4A55-99C9-6AE84906F023}" dt="2024-12-21T05:48:19.888" v="2493" actId="1076"/>
        <pc:sldMkLst>
          <pc:docMk/>
          <pc:sldMk cId="3936045977" sldId="776"/>
        </pc:sldMkLst>
      </pc:sldChg>
      <pc:sldChg chg="addSp modSp new mod">
        <pc:chgData name="Karl Michael Höferl" userId="544d2ce1-0a3b-4706-9dfd-c6d69d0e3c8e" providerId="ADAL" clId="{A497323F-6F87-4A55-99C9-6AE84906F023}" dt="2024-12-21T06:00:05.250" v="2737" actId="27636"/>
        <pc:sldMkLst>
          <pc:docMk/>
          <pc:sldMk cId="2071343054" sldId="777"/>
        </pc:sldMkLst>
      </pc:sldChg>
      <pc:sldChg chg="addSp delSp modSp new mod modAnim">
        <pc:chgData name="Karl Michael Höferl" userId="544d2ce1-0a3b-4706-9dfd-c6d69d0e3c8e" providerId="ADAL" clId="{A497323F-6F87-4A55-99C9-6AE84906F023}" dt="2024-12-21T06:02:04.028" v="2792" actId="1035"/>
        <pc:sldMkLst>
          <pc:docMk/>
          <pc:sldMk cId="4180380599" sldId="778"/>
        </pc:sldMkLst>
      </pc:sldChg>
      <pc:sldChg chg="new del">
        <pc:chgData name="Karl Michael Höferl" userId="544d2ce1-0a3b-4706-9dfd-c6d69d0e3c8e" providerId="ADAL" clId="{A497323F-6F87-4A55-99C9-6AE84906F023}" dt="2024-12-21T06:31:36.520" v="3488" actId="47"/>
        <pc:sldMkLst>
          <pc:docMk/>
          <pc:sldMk cId="159122576" sldId="779"/>
        </pc:sldMkLst>
      </pc:sldChg>
      <pc:sldChg chg="add">
        <pc:chgData name="Karl Michael Höferl" userId="544d2ce1-0a3b-4706-9dfd-c6d69d0e3c8e" providerId="ADAL" clId="{A497323F-6F87-4A55-99C9-6AE84906F023}" dt="2024-12-21T06:12:46.958" v="3082"/>
        <pc:sldMkLst>
          <pc:docMk/>
          <pc:sldMk cId="2420774239" sldId="780"/>
        </pc:sldMkLst>
      </pc:sldChg>
      <pc:sldChg chg="add">
        <pc:chgData name="Karl Michael Höferl" userId="544d2ce1-0a3b-4706-9dfd-c6d69d0e3c8e" providerId="ADAL" clId="{A497323F-6F87-4A55-99C9-6AE84906F023}" dt="2024-12-21T06:12:53.049" v="3083"/>
        <pc:sldMkLst>
          <pc:docMk/>
          <pc:sldMk cId="2109410903" sldId="781"/>
        </pc:sldMkLst>
      </pc:sldChg>
      <pc:sldChg chg="add">
        <pc:chgData name="Karl Michael Höferl" userId="544d2ce1-0a3b-4706-9dfd-c6d69d0e3c8e" providerId="ADAL" clId="{A497323F-6F87-4A55-99C9-6AE84906F023}" dt="2024-12-21T06:29:31.403" v="3374"/>
        <pc:sldMkLst>
          <pc:docMk/>
          <pc:sldMk cId="3805984687" sldId="782"/>
        </pc:sldMkLst>
      </pc:sldChg>
      <pc:sldChg chg="addSp delSp modSp new mod">
        <pc:chgData name="Karl Michael Höferl" userId="544d2ce1-0a3b-4706-9dfd-c6d69d0e3c8e" providerId="ADAL" clId="{A497323F-6F87-4A55-99C9-6AE84906F023}" dt="2024-12-21T06:32:31.298" v="3557" actId="20577"/>
        <pc:sldMkLst>
          <pc:docMk/>
          <pc:sldMk cId="2134951631" sldId="783"/>
        </pc:sldMkLst>
      </pc:sldChg>
      <pc:sldChg chg="add">
        <pc:chgData name="Karl Michael Höferl" userId="544d2ce1-0a3b-4706-9dfd-c6d69d0e3c8e" providerId="ADAL" clId="{A497323F-6F87-4A55-99C9-6AE84906F023}" dt="2024-12-21T06:35:13.076" v="3616"/>
        <pc:sldMkLst>
          <pc:docMk/>
          <pc:sldMk cId="1364564515" sldId="784"/>
        </pc:sldMkLst>
      </pc:sldChg>
      <pc:sldChg chg="addSp modSp new mod">
        <pc:chgData name="Karl Michael Höferl" userId="544d2ce1-0a3b-4706-9dfd-c6d69d0e3c8e" providerId="ADAL" clId="{A497323F-6F87-4A55-99C9-6AE84906F023}" dt="2024-12-21T07:00:47.679" v="3806" actId="1037"/>
        <pc:sldMkLst>
          <pc:docMk/>
          <pc:sldMk cId="3709402443" sldId="785"/>
        </pc:sldMkLst>
      </pc:sldChg>
      <pc:sldChg chg="add del">
        <pc:chgData name="Karl Michael Höferl" userId="544d2ce1-0a3b-4706-9dfd-c6d69d0e3c8e" providerId="ADAL" clId="{A497323F-6F87-4A55-99C9-6AE84906F023}" dt="2024-12-21T07:01:02.429" v="3808"/>
        <pc:sldMkLst>
          <pc:docMk/>
          <pc:sldMk cId="578199614" sldId="786"/>
        </pc:sldMkLst>
      </pc:sldChg>
      <pc:sldChg chg="add del">
        <pc:chgData name="Karl Michael Höferl" userId="544d2ce1-0a3b-4706-9dfd-c6d69d0e3c8e" providerId="ADAL" clId="{A497323F-6F87-4A55-99C9-6AE84906F023}" dt="2024-12-21T07:01:06.649" v="3810"/>
        <pc:sldMkLst>
          <pc:docMk/>
          <pc:sldMk cId="1305622814" sldId="786"/>
        </pc:sldMkLst>
      </pc:sldChg>
      <pc:sldChg chg="delSp modSp add mod">
        <pc:chgData name="Karl Michael Höferl" userId="544d2ce1-0a3b-4706-9dfd-c6d69d0e3c8e" providerId="ADAL" clId="{A497323F-6F87-4A55-99C9-6AE84906F023}" dt="2024-12-21T07:10:43.355" v="4060" actId="20577"/>
        <pc:sldMkLst>
          <pc:docMk/>
          <pc:sldMk cId="3572686872" sldId="786"/>
        </pc:sldMkLst>
      </pc:sldChg>
      <pc:sldChg chg="addSp delSp modSp add mod">
        <pc:chgData name="Karl Michael Höferl" userId="544d2ce1-0a3b-4706-9dfd-c6d69d0e3c8e" providerId="ADAL" clId="{A497323F-6F87-4A55-99C9-6AE84906F023}" dt="2024-12-21T07:08:03.679" v="4028"/>
        <pc:sldMkLst>
          <pc:docMk/>
          <pc:sldMk cId="738546381" sldId="807"/>
        </pc:sldMkLst>
      </pc:sldChg>
      <pc:sldChg chg="modSp add mod">
        <pc:chgData name="Karl Michael Höferl" userId="544d2ce1-0a3b-4706-9dfd-c6d69d0e3c8e" providerId="ADAL" clId="{A497323F-6F87-4A55-99C9-6AE84906F023}" dt="2024-12-21T07:11:26.013" v="4088" actId="20577"/>
        <pc:sldMkLst>
          <pc:docMk/>
          <pc:sldMk cId="3243528047" sldId="808"/>
        </pc:sldMkLst>
      </pc:sldChg>
      <pc:sldChg chg="modSp add mod">
        <pc:chgData name="Karl Michael Höferl" userId="544d2ce1-0a3b-4706-9dfd-c6d69d0e3c8e" providerId="ADAL" clId="{A497323F-6F87-4A55-99C9-6AE84906F023}" dt="2024-12-21T07:26:04.778" v="4098" actId="1076"/>
        <pc:sldMkLst>
          <pc:docMk/>
          <pc:sldMk cId="1959795169" sldId="809"/>
        </pc:sldMkLst>
      </pc:sldChg>
      <pc:sldMasterChg chg="modSldLayout">
        <pc:chgData name="Karl Michael Höferl" userId="544d2ce1-0a3b-4706-9dfd-c6d69d0e3c8e" providerId="ADAL" clId="{A497323F-6F87-4A55-99C9-6AE84906F023}" dt="2024-12-12T13:04:04.651" v="94" actId="14100"/>
        <pc:sldMasterMkLst>
          <pc:docMk/>
          <pc:sldMasterMk cId="2449632651" sldId="2147483648"/>
        </pc:sldMasterMkLst>
        <pc:sldLayoutChg chg="modSp mod">
          <pc:chgData name="Karl Michael Höferl" userId="544d2ce1-0a3b-4706-9dfd-c6d69d0e3c8e" providerId="ADAL" clId="{A497323F-6F87-4A55-99C9-6AE84906F023}" dt="2024-12-12T13:04:04.651" v="94" actId="14100"/>
          <pc:sldLayoutMkLst>
            <pc:docMk/>
            <pc:sldMasterMk cId="2449632651" sldId="2147483648"/>
            <pc:sldLayoutMk cId="3232414894" sldId="214748365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6E36430-5CC3-4BCB-9907-7A9CEE27D04F}"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C0E8AEEA-1BBE-44C3-B096-3FEC68BE5ECA}">
      <dgm:prSet phldrT="[Text]" phldr="0"/>
      <dgm:spPr>
        <a:solidFill>
          <a:schemeClr val="accent4">
            <a:lumMod val="75000"/>
          </a:schemeClr>
        </a:solidFill>
      </dgm:spPr>
      <dgm:t>
        <a:bodyPr/>
        <a:lstStyle/>
        <a:p>
          <a:r>
            <a:rPr lang="en-GB" dirty="0"/>
            <a:t>Research question</a:t>
          </a:r>
        </a:p>
      </dgm:t>
    </dgm:pt>
    <dgm:pt modelId="{D8BEC1E9-7C95-44BC-AFA8-3C9FDA5ABEDB}" type="parTrans" cxnId="{A11AA71B-AE45-49D7-A31B-6794FDFBCA26}">
      <dgm:prSet/>
      <dgm:spPr/>
      <dgm:t>
        <a:bodyPr/>
        <a:lstStyle/>
        <a:p>
          <a:endParaRPr lang="en-GB"/>
        </a:p>
      </dgm:t>
    </dgm:pt>
    <dgm:pt modelId="{2769309E-2CBC-4F10-8299-6F75ECEE1ED1}" type="sibTrans" cxnId="{A11AA71B-AE45-49D7-A31B-6794FDFBCA26}">
      <dgm:prSet/>
      <dgm:spPr/>
      <dgm:t>
        <a:bodyPr/>
        <a:lstStyle/>
        <a:p>
          <a:endParaRPr lang="en-GB"/>
        </a:p>
      </dgm:t>
    </dgm:pt>
    <dgm:pt modelId="{FD3761A0-F38F-4F60-B2C3-3AC2D5101FE7}">
      <dgm:prSet phldrT="[Text]" phldr="0"/>
      <dgm:spPr>
        <a:solidFill>
          <a:schemeClr val="accent4">
            <a:lumMod val="75000"/>
          </a:schemeClr>
        </a:solidFill>
      </dgm:spPr>
      <dgm:t>
        <a:bodyPr/>
        <a:lstStyle/>
        <a:p>
          <a:r>
            <a:rPr lang="en-GB" dirty="0"/>
            <a:t>Operationalisation</a:t>
          </a:r>
        </a:p>
      </dgm:t>
    </dgm:pt>
    <dgm:pt modelId="{755A4B59-8D2F-485D-A59F-834374ACC35E}" type="parTrans" cxnId="{44A9F3E0-255D-4C0E-BCFB-7E11E377CDC6}">
      <dgm:prSet/>
      <dgm:spPr/>
      <dgm:t>
        <a:bodyPr/>
        <a:lstStyle/>
        <a:p>
          <a:endParaRPr lang="en-GB"/>
        </a:p>
      </dgm:t>
    </dgm:pt>
    <dgm:pt modelId="{712F3AC1-C415-41D8-8D27-9DFA11910F52}" type="sibTrans" cxnId="{44A9F3E0-255D-4C0E-BCFB-7E11E377CDC6}">
      <dgm:prSet/>
      <dgm:spPr/>
      <dgm:t>
        <a:bodyPr/>
        <a:lstStyle/>
        <a:p>
          <a:endParaRPr lang="en-GB"/>
        </a:p>
      </dgm:t>
    </dgm:pt>
    <dgm:pt modelId="{840C0151-E574-408A-89C8-45B961D93A0E}">
      <dgm:prSet phldrT="[Text]" phldr="0"/>
      <dgm:spPr>
        <a:solidFill>
          <a:schemeClr val="accent4">
            <a:lumMod val="75000"/>
          </a:schemeClr>
        </a:solidFill>
      </dgm:spPr>
      <dgm:t>
        <a:bodyPr/>
        <a:lstStyle/>
        <a:p>
          <a:r>
            <a:rPr lang="en-GB" dirty="0"/>
            <a:t>Objects of investigation</a:t>
          </a:r>
        </a:p>
      </dgm:t>
    </dgm:pt>
    <dgm:pt modelId="{8EB8A541-AEDB-4233-BAA4-2DF81CD171F8}" type="parTrans" cxnId="{1D30FEC3-9E98-4BAF-B73A-BA62F81FA107}">
      <dgm:prSet/>
      <dgm:spPr/>
      <dgm:t>
        <a:bodyPr/>
        <a:lstStyle/>
        <a:p>
          <a:endParaRPr lang="en-GB"/>
        </a:p>
      </dgm:t>
    </dgm:pt>
    <dgm:pt modelId="{1CB39A99-8830-4F79-8496-C972C2C5F205}" type="sibTrans" cxnId="{1D30FEC3-9E98-4BAF-B73A-BA62F81FA107}">
      <dgm:prSet/>
      <dgm:spPr/>
      <dgm:t>
        <a:bodyPr/>
        <a:lstStyle/>
        <a:p>
          <a:endParaRPr lang="en-GB"/>
        </a:p>
      </dgm:t>
    </dgm:pt>
    <dgm:pt modelId="{62C88C51-B0AC-441D-8EBC-3A9A3EE1D4DA}">
      <dgm:prSet phldrT="[Text]" phldr="0"/>
      <dgm:spPr>
        <a:solidFill>
          <a:schemeClr val="accent4">
            <a:lumMod val="75000"/>
          </a:schemeClr>
        </a:solidFill>
      </dgm:spPr>
      <dgm:t>
        <a:bodyPr/>
        <a:lstStyle/>
        <a:p>
          <a:r>
            <a:rPr lang="en-GB" dirty="0"/>
            <a:t>Selection survey instrument</a:t>
          </a:r>
        </a:p>
      </dgm:t>
    </dgm:pt>
    <dgm:pt modelId="{D64E7863-0EF7-4433-ADE4-C441BCDBB432}" type="parTrans" cxnId="{107BD25C-2077-4676-B509-A5602280D907}">
      <dgm:prSet/>
      <dgm:spPr/>
      <dgm:t>
        <a:bodyPr/>
        <a:lstStyle/>
        <a:p>
          <a:endParaRPr lang="en-GB"/>
        </a:p>
      </dgm:t>
    </dgm:pt>
    <dgm:pt modelId="{88B70CC6-A3CE-4ABB-8205-49F893AF3C19}" type="sibTrans" cxnId="{107BD25C-2077-4676-B509-A5602280D907}">
      <dgm:prSet/>
      <dgm:spPr/>
      <dgm:t>
        <a:bodyPr/>
        <a:lstStyle/>
        <a:p>
          <a:endParaRPr lang="en-GB"/>
        </a:p>
      </dgm:t>
    </dgm:pt>
    <dgm:pt modelId="{B83A605D-1523-4723-B1CC-1FA23940C1BB}">
      <dgm:prSet phldrT="[Text]" phldr="0"/>
      <dgm:spPr>
        <a:solidFill>
          <a:srgbClr val="608EE4"/>
        </a:solidFill>
      </dgm:spPr>
      <dgm:t>
        <a:bodyPr/>
        <a:lstStyle/>
        <a:p>
          <a:r>
            <a:rPr lang="en-GB"/>
            <a:t>Sampling</a:t>
          </a:r>
          <a:endParaRPr lang="en-GB" dirty="0"/>
        </a:p>
      </dgm:t>
    </dgm:pt>
    <dgm:pt modelId="{35307DE0-B02B-4261-B4F1-A0E64920E750}" type="parTrans" cxnId="{83569AF0-F8C0-4BA9-9EF0-2E3BC008FECA}">
      <dgm:prSet/>
      <dgm:spPr/>
      <dgm:t>
        <a:bodyPr/>
        <a:lstStyle/>
        <a:p>
          <a:endParaRPr lang="en-GB"/>
        </a:p>
      </dgm:t>
    </dgm:pt>
    <dgm:pt modelId="{8B34345D-22E3-4F5C-999B-A38EACD83A42}" type="sibTrans" cxnId="{83569AF0-F8C0-4BA9-9EF0-2E3BC008FECA}">
      <dgm:prSet/>
      <dgm:spPr/>
      <dgm:t>
        <a:bodyPr/>
        <a:lstStyle/>
        <a:p>
          <a:endParaRPr lang="en-GB"/>
        </a:p>
      </dgm:t>
    </dgm:pt>
    <dgm:pt modelId="{EFD16761-84E2-49EA-9BD2-8B18FA99A45E}">
      <dgm:prSet phldrT="[Text]" phldr="0"/>
      <dgm:spPr>
        <a:solidFill>
          <a:srgbClr val="608EE4"/>
        </a:solidFill>
      </dgm:spPr>
      <dgm:t>
        <a:bodyPr/>
        <a:lstStyle/>
        <a:p>
          <a:r>
            <a:rPr lang="en-GB" dirty="0"/>
            <a:t>Field phase</a:t>
          </a:r>
        </a:p>
      </dgm:t>
    </dgm:pt>
    <dgm:pt modelId="{83DF6B6E-F101-4A81-99A1-E3DBBFCD3A35}" type="parTrans" cxnId="{D6CA15AC-1963-4AE2-BF76-8D3584706C7A}">
      <dgm:prSet/>
      <dgm:spPr/>
      <dgm:t>
        <a:bodyPr/>
        <a:lstStyle/>
        <a:p>
          <a:endParaRPr lang="en-GB"/>
        </a:p>
      </dgm:t>
    </dgm:pt>
    <dgm:pt modelId="{B1C5BF1C-64AB-4BFC-AF31-5C9E5C9C9158}" type="sibTrans" cxnId="{D6CA15AC-1963-4AE2-BF76-8D3584706C7A}">
      <dgm:prSet/>
      <dgm:spPr/>
      <dgm:t>
        <a:bodyPr/>
        <a:lstStyle/>
        <a:p>
          <a:endParaRPr lang="en-GB"/>
        </a:p>
      </dgm:t>
    </dgm:pt>
    <dgm:pt modelId="{1D25E894-0667-4263-B544-484F6869E461}">
      <dgm:prSet phldrT="[Text]" phldr="0"/>
      <dgm:spPr>
        <a:solidFill>
          <a:srgbClr val="92D050"/>
        </a:solidFill>
      </dgm:spPr>
      <dgm:t>
        <a:bodyPr/>
        <a:lstStyle/>
        <a:p>
          <a:r>
            <a:rPr lang="en-GB" dirty="0"/>
            <a:t>Data preparation</a:t>
          </a:r>
        </a:p>
      </dgm:t>
    </dgm:pt>
    <dgm:pt modelId="{1F34B985-C955-4100-9203-3EB9A786D636}" type="parTrans" cxnId="{ED95D75C-4D7D-41FA-92DB-BFADD2702129}">
      <dgm:prSet/>
      <dgm:spPr/>
      <dgm:t>
        <a:bodyPr/>
        <a:lstStyle/>
        <a:p>
          <a:endParaRPr lang="en-GB"/>
        </a:p>
      </dgm:t>
    </dgm:pt>
    <dgm:pt modelId="{FBC2B4ED-B59D-416E-A9E8-2EEC9422A819}" type="sibTrans" cxnId="{ED95D75C-4D7D-41FA-92DB-BFADD2702129}">
      <dgm:prSet/>
      <dgm:spPr/>
      <dgm:t>
        <a:bodyPr/>
        <a:lstStyle/>
        <a:p>
          <a:endParaRPr lang="en-GB"/>
        </a:p>
      </dgm:t>
    </dgm:pt>
    <dgm:pt modelId="{83C60ADF-01D2-4071-ACBB-57D619F810DC}">
      <dgm:prSet phldrT="[Text]" phldr="0"/>
      <dgm:spPr>
        <a:solidFill>
          <a:srgbClr val="92D050"/>
        </a:solidFill>
      </dgm:spPr>
      <dgm:t>
        <a:bodyPr/>
        <a:lstStyle/>
        <a:p>
          <a:r>
            <a:rPr lang="en-GB" dirty="0"/>
            <a:t>Analysis &amp; Interpretation</a:t>
          </a:r>
        </a:p>
      </dgm:t>
    </dgm:pt>
    <dgm:pt modelId="{ED266D17-F360-46C6-82C4-4BA82CB01195}" type="parTrans" cxnId="{0CE3B5BC-DCB5-40A8-B70B-13A6C1BC4D3C}">
      <dgm:prSet/>
      <dgm:spPr/>
      <dgm:t>
        <a:bodyPr/>
        <a:lstStyle/>
        <a:p>
          <a:endParaRPr lang="en-GB"/>
        </a:p>
      </dgm:t>
    </dgm:pt>
    <dgm:pt modelId="{FDAEC881-43CF-4E0D-8DDB-B2749B871222}" type="sibTrans" cxnId="{0CE3B5BC-DCB5-40A8-B70B-13A6C1BC4D3C}">
      <dgm:prSet/>
      <dgm:spPr/>
      <dgm:t>
        <a:bodyPr/>
        <a:lstStyle/>
        <a:p>
          <a:endParaRPr lang="en-GB"/>
        </a:p>
      </dgm:t>
    </dgm:pt>
    <dgm:pt modelId="{D9A5CBD8-7D7A-41F4-9733-B10222AA366C}" type="pres">
      <dgm:prSet presAssocID="{26E36430-5CC3-4BCB-9907-7A9CEE27D04F}" presName="linearFlow" presStyleCnt="0">
        <dgm:presLayoutVars>
          <dgm:dir/>
          <dgm:resizeHandles val="exact"/>
        </dgm:presLayoutVars>
      </dgm:prSet>
      <dgm:spPr/>
    </dgm:pt>
    <dgm:pt modelId="{5AD80C10-F57D-417B-82A1-298AC16A0AA9}" type="pres">
      <dgm:prSet presAssocID="{C0E8AEEA-1BBE-44C3-B096-3FEC68BE5ECA}" presName="composite" presStyleCnt="0"/>
      <dgm:spPr/>
    </dgm:pt>
    <dgm:pt modelId="{18803A7D-F0C7-4C3A-9312-2007961409A5}" type="pres">
      <dgm:prSet presAssocID="{C0E8AEEA-1BBE-44C3-B096-3FEC68BE5ECA}" presName="imgShp" presStyleLbl="fgImgPlace1" presStyleIdx="0" presStyleCnt="8"/>
      <dgm:spPr/>
    </dgm:pt>
    <dgm:pt modelId="{EBA0EA22-71D8-4D6E-9D4D-E3E75B7BF981}" type="pres">
      <dgm:prSet presAssocID="{C0E8AEEA-1BBE-44C3-B096-3FEC68BE5ECA}" presName="txShp" presStyleLbl="node1" presStyleIdx="0" presStyleCnt="8">
        <dgm:presLayoutVars>
          <dgm:bulletEnabled val="1"/>
        </dgm:presLayoutVars>
      </dgm:prSet>
      <dgm:spPr/>
    </dgm:pt>
    <dgm:pt modelId="{7A953E50-651F-4234-A231-C9AB3006D94E}" type="pres">
      <dgm:prSet presAssocID="{2769309E-2CBC-4F10-8299-6F75ECEE1ED1}" presName="spacing" presStyleCnt="0"/>
      <dgm:spPr/>
    </dgm:pt>
    <dgm:pt modelId="{DD646CE4-5B2D-4397-A697-641BFCB13B1A}" type="pres">
      <dgm:prSet presAssocID="{FD3761A0-F38F-4F60-B2C3-3AC2D5101FE7}" presName="composite" presStyleCnt="0"/>
      <dgm:spPr/>
    </dgm:pt>
    <dgm:pt modelId="{A006938B-B0A6-49D6-855A-24226CD4CE4E}" type="pres">
      <dgm:prSet presAssocID="{FD3761A0-F38F-4F60-B2C3-3AC2D5101FE7}" presName="imgShp" presStyleLbl="fgImgPlace1" presStyleIdx="1" presStyleCnt="8"/>
      <dgm:spPr/>
    </dgm:pt>
    <dgm:pt modelId="{1AB19A94-4D56-43A5-A5DD-C0A83A23288F}" type="pres">
      <dgm:prSet presAssocID="{FD3761A0-F38F-4F60-B2C3-3AC2D5101FE7}" presName="txShp" presStyleLbl="node1" presStyleIdx="1" presStyleCnt="8">
        <dgm:presLayoutVars>
          <dgm:bulletEnabled val="1"/>
        </dgm:presLayoutVars>
      </dgm:prSet>
      <dgm:spPr/>
    </dgm:pt>
    <dgm:pt modelId="{2C6F658C-E2DA-498C-9D9E-B410A0B66C73}" type="pres">
      <dgm:prSet presAssocID="{712F3AC1-C415-41D8-8D27-9DFA11910F52}" presName="spacing" presStyleCnt="0"/>
      <dgm:spPr/>
    </dgm:pt>
    <dgm:pt modelId="{195A9358-B44D-4970-9F74-75DEEFC65FDC}" type="pres">
      <dgm:prSet presAssocID="{840C0151-E574-408A-89C8-45B961D93A0E}" presName="composite" presStyleCnt="0"/>
      <dgm:spPr/>
    </dgm:pt>
    <dgm:pt modelId="{BB048AD3-061D-44E2-9574-4CB018FD8DF3}" type="pres">
      <dgm:prSet presAssocID="{840C0151-E574-408A-89C8-45B961D93A0E}" presName="imgShp" presStyleLbl="fgImgPlace1" presStyleIdx="2" presStyleCnt="8"/>
      <dgm:spPr/>
    </dgm:pt>
    <dgm:pt modelId="{B17B78B2-D688-4B13-9721-AB8ED67CFC05}" type="pres">
      <dgm:prSet presAssocID="{840C0151-E574-408A-89C8-45B961D93A0E}" presName="txShp" presStyleLbl="node1" presStyleIdx="2" presStyleCnt="8">
        <dgm:presLayoutVars>
          <dgm:bulletEnabled val="1"/>
        </dgm:presLayoutVars>
      </dgm:prSet>
      <dgm:spPr/>
    </dgm:pt>
    <dgm:pt modelId="{EF6A883E-0FE6-4A90-BC57-98F1D913B27F}" type="pres">
      <dgm:prSet presAssocID="{1CB39A99-8830-4F79-8496-C972C2C5F205}" presName="spacing" presStyleCnt="0"/>
      <dgm:spPr/>
    </dgm:pt>
    <dgm:pt modelId="{7F83CC36-5937-4E09-A6F4-A45D2326C4D2}" type="pres">
      <dgm:prSet presAssocID="{62C88C51-B0AC-441D-8EBC-3A9A3EE1D4DA}" presName="composite" presStyleCnt="0"/>
      <dgm:spPr/>
    </dgm:pt>
    <dgm:pt modelId="{D1F9302F-E095-4B64-89B1-92703EE4E9EF}" type="pres">
      <dgm:prSet presAssocID="{62C88C51-B0AC-441D-8EBC-3A9A3EE1D4DA}" presName="imgShp" presStyleLbl="fgImgPlace1" presStyleIdx="3" presStyleCnt="8"/>
      <dgm:spPr/>
    </dgm:pt>
    <dgm:pt modelId="{260A4C58-B14C-479E-91C5-A45222D3748C}" type="pres">
      <dgm:prSet presAssocID="{62C88C51-B0AC-441D-8EBC-3A9A3EE1D4DA}" presName="txShp" presStyleLbl="node1" presStyleIdx="3" presStyleCnt="8">
        <dgm:presLayoutVars>
          <dgm:bulletEnabled val="1"/>
        </dgm:presLayoutVars>
      </dgm:prSet>
      <dgm:spPr/>
    </dgm:pt>
    <dgm:pt modelId="{F45556A2-4794-4B2E-9D9B-5A2B55713F67}" type="pres">
      <dgm:prSet presAssocID="{88B70CC6-A3CE-4ABB-8205-49F893AF3C19}" presName="spacing" presStyleCnt="0"/>
      <dgm:spPr/>
    </dgm:pt>
    <dgm:pt modelId="{0D15F0D1-A70B-40FD-BC4C-460FA9C972A5}" type="pres">
      <dgm:prSet presAssocID="{B83A605D-1523-4723-B1CC-1FA23940C1BB}" presName="composite" presStyleCnt="0"/>
      <dgm:spPr/>
    </dgm:pt>
    <dgm:pt modelId="{76BE21B3-564A-41C6-B143-68BA9A40A3C5}" type="pres">
      <dgm:prSet presAssocID="{B83A605D-1523-4723-B1CC-1FA23940C1BB}" presName="imgShp" presStyleLbl="fgImgPlace1" presStyleIdx="4" presStyleCnt="8"/>
      <dgm:spPr/>
    </dgm:pt>
    <dgm:pt modelId="{D4ADD2FA-78C4-4839-991B-A8E704517361}" type="pres">
      <dgm:prSet presAssocID="{B83A605D-1523-4723-B1CC-1FA23940C1BB}" presName="txShp" presStyleLbl="node1" presStyleIdx="4" presStyleCnt="8">
        <dgm:presLayoutVars>
          <dgm:bulletEnabled val="1"/>
        </dgm:presLayoutVars>
      </dgm:prSet>
      <dgm:spPr/>
    </dgm:pt>
    <dgm:pt modelId="{D0ACAAAE-9CB8-453E-BF46-D06718EF9AB2}" type="pres">
      <dgm:prSet presAssocID="{8B34345D-22E3-4F5C-999B-A38EACD83A42}" presName="spacing" presStyleCnt="0"/>
      <dgm:spPr/>
    </dgm:pt>
    <dgm:pt modelId="{8FC3FA78-5514-475B-85C3-71DACA1D60CD}" type="pres">
      <dgm:prSet presAssocID="{EFD16761-84E2-49EA-9BD2-8B18FA99A45E}" presName="composite" presStyleCnt="0"/>
      <dgm:spPr/>
    </dgm:pt>
    <dgm:pt modelId="{39732EB2-8151-4A39-95AA-CDEE371368CE}" type="pres">
      <dgm:prSet presAssocID="{EFD16761-84E2-49EA-9BD2-8B18FA99A45E}" presName="imgShp" presStyleLbl="fgImgPlace1" presStyleIdx="5" presStyleCnt="8"/>
      <dgm:spPr/>
    </dgm:pt>
    <dgm:pt modelId="{6524EB35-5D01-46E0-9BE7-4D6AF8972D2C}" type="pres">
      <dgm:prSet presAssocID="{EFD16761-84E2-49EA-9BD2-8B18FA99A45E}" presName="txShp" presStyleLbl="node1" presStyleIdx="5" presStyleCnt="8">
        <dgm:presLayoutVars>
          <dgm:bulletEnabled val="1"/>
        </dgm:presLayoutVars>
      </dgm:prSet>
      <dgm:spPr/>
    </dgm:pt>
    <dgm:pt modelId="{D3FDACE8-B2AF-4209-A2BE-377E4E086BC4}" type="pres">
      <dgm:prSet presAssocID="{B1C5BF1C-64AB-4BFC-AF31-5C9E5C9C9158}" presName="spacing" presStyleCnt="0"/>
      <dgm:spPr/>
    </dgm:pt>
    <dgm:pt modelId="{E2747310-0FEC-4AB4-BED9-8564991904A5}" type="pres">
      <dgm:prSet presAssocID="{1D25E894-0667-4263-B544-484F6869E461}" presName="composite" presStyleCnt="0"/>
      <dgm:spPr/>
    </dgm:pt>
    <dgm:pt modelId="{B530456C-9D1A-4670-9972-04FF5B6FCA64}" type="pres">
      <dgm:prSet presAssocID="{1D25E894-0667-4263-B544-484F6869E461}" presName="imgShp" presStyleLbl="fgImgPlace1" presStyleIdx="6" presStyleCnt="8"/>
      <dgm:spPr/>
    </dgm:pt>
    <dgm:pt modelId="{F3D2FC24-620E-4790-AE0E-DF5E4B2381A6}" type="pres">
      <dgm:prSet presAssocID="{1D25E894-0667-4263-B544-484F6869E461}" presName="txShp" presStyleLbl="node1" presStyleIdx="6" presStyleCnt="8">
        <dgm:presLayoutVars>
          <dgm:bulletEnabled val="1"/>
        </dgm:presLayoutVars>
      </dgm:prSet>
      <dgm:spPr/>
    </dgm:pt>
    <dgm:pt modelId="{6E1DECB7-BE9A-4DC3-823C-7CE459EA0EA5}" type="pres">
      <dgm:prSet presAssocID="{FBC2B4ED-B59D-416E-A9E8-2EEC9422A819}" presName="spacing" presStyleCnt="0"/>
      <dgm:spPr/>
    </dgm:pt>
    <dgm:pt modelId="{8F975B16-7A8C-4DC3-B240-E7742BB58F6D}" type="pres">
      <dgm:prSet presAssocID="{83C60ADF-01D2-4071-ACBB-57D619F810DC}" presName="composite" presStyleCnt="0"/>
      <dgm:spPr/>
    </dgm:pt>
    <dgm:pt modelId="{4E986A6F-D7D8-4FE7-BF40-78C30C508DED}" type="pres">
      <dgm:prSet presAssocID="{83C60ADF-01D2-4071-ACBB-57D619F810DC}" presName="imgShp" presStyleLbl="fgImgPlace1" presStyleIdx="7" presStyleCnt="8"/>
      <dgm:spPr/>
    </dgm:pt>
    <dgm:pt modelId="{D0B0D961-7FBA-4FC8-B176-604FE9B734D3}" type="pres">
      <dgm:prSet presAssocID="{83C60ADF-01D2-4071-ACBB-57D619F810DC}" presName="txShp" presStyleLbl="node1" presStyleIdx="7" presStyleCnt="8">
        <dgm:presLayoutVars>
          <dgm:bulletEnabled val="1"/>
        </dgm:presLayoutVars>
      </dgm:prSet>
      <dgm:spPr/>
    </dgm:pt>
  </dgm:ptLst>
  <dgm:cxnLst>
    <dgm:cxn modelId="{41F15903-0E64-4E96-BC8D-7EF3FD2A5A19}" type="presOf" srcId="{FD3761A0-F38F-4F60-B2C3-3AC2D5101FE7}" destId="{1AB19A94-4D56-43A5-A5DD-C0A83A23288F}" srcOrd="0" destOrd="0" presId="urn:microsoft.com/office/officeart/2005/8/layout/vList3"/>
    <dgm:cxn modelId="{1E142817-8FF9-4173-9BD7-1E60F7D3E238}" type="presOf" srcId="{B83A605D-1523-4723-B1CC-1FA23940C1BB}" destId="{D4ADD2FA-78C4-4839-991B-A8E704517361}" srcOrd="0" destOrd="0" presId="urn:microsoft.com/office/officeart/2005/8/layout/vList3"/>
    <dgm:cxn modelId="{A11AA71B-AE45-49D7-A31B-6794FDFBCA26}" srcId="{26E36430-5CC3-4BCB-9907-7A9CEE27D04F}" destId="{C0E8AEEA-1BBE-44C3-B096-3FEC68BE5ECA}" srcOrd="0" destOrd="0" parTransId="{D8BEC1E9-7C95-44BC-AFA8-3C9FDA5ABEDB}" sibTransId="{2769309E-2CBC-4F10-8299-6F75ECEE1ED1}"/>
    <dgm:cxn modelId="{E2AB5531-2AED-423E-9C13-60F19326E888}" type="presOf" srcId="{26E36430-5CC3-4BCB-9907-7A9CEE27D04F}" destId="{D9A5CBD8-7D7A-41F4-9733-B10222AA366C}" srcOrd="0" destOrd="0" presId="urn:microsoft.com/office/officeart/2005/8/layout/vList3"/>
    <dgm:cxn modelId="{ED558E39-313B-4E65-BEBA-89DE755B35BA}" type="presOf" srcId="{1D25E894-0667-4263-B544-484F6869E461}" destId="{F3D2FC24-620E-4790-AE0E-DF5E4B2381A6}" srcOrd="0" destOrd="0" presId="urn:microsoft.com/office/officeart/2005/8/layout/vList3"/>
    <dgm:cxn modelId="{A84AF75B-3D94-4659-A7E3-AF2DE016932B}" type="presOf" srcId="{840C0151-E574-408A-89C8-45B961D93A0E}" destId="{B17B78B2-D688-4B13-9721-AB8ED67CFC05}" srcOrd="0" destOrd="0" presId="urn:microsoft.com/office/officeart/2005/8/layout/vList3"/>
    <dgm:cxn modelId="{107BD25C-2077-4676-B509-A5602280D907}" srcId="{26E36430-5CC3-4BCB-9907-7A9CEE27D04F}" destId="{62C88C51-B0AC-441D-8EBC-3A9A3EE1D4DA}" srcOrd="3" destOrd="0" parTransId="{D64E7863-0EF7-4433-ADE4-C441BCDBB432}" sibTransId="{88B70CC6-A3CE-4ABB-8205-49F893AF3C19}"/>
    <dgm:cxn modelId="{ED95D75C-4D7D-41FA-92DB-BFADD2702129}" srcId="{26E36430-5CC3-4BCB-9907-7A9CEE27D04F}" destId="{1D25E894-0667-4263-B544-484F6869E461}" srcOrd="6" destOrd="0" parTransId="{1F34B985-C955-4100-9203-3EB9A786D636}" sibTransId="{FBC2B4ED-B59D-416E-A9E8-2EEC9422A819}"/>
    <dgm:cxn modelId="{72F2D859-6ECD-414A-85B5-DE478B9790EB}" type="presOf" srcId="{62C88C51-B0AC-441D-8EBC-3A9A3EE1D4DA}" destId="{260A4C58-B14C-479E-91C5-A45222D3748C}" srcOrd="0" destOrd="0" presId="urn:microsoft.com/office/officeart/2005/8/layout/vList3"/>
    <dgm:cxn modelId="{1FF3A3A4-893E-44E0-8D4D-E7906391F00E}" type="presOf" srcId="{C0E8AEEA-1BBE-44C3-B096-3FEC68BE5ECA}" destId="{EBA0EA22-71D8-4D6E-9D4D-E3E75B7BF981}" srcOrd="0" destOrd="0" presId="urn:microsoft.com/office/officeart/2005/8/layout/vList3"/>
    <dgm:cxn modelId="{D6CA15AC-1963-4AE2-BF76-8D3584706C7A}" srcId="{26E36430-5CC3-4BCB-9907-7A9CEE27D04F}" destId="{EFD16761-84E2-49EA-9BD2-8B18FA99A45E}" srcOrd="5" destOrd="0" parTransId="{83DF6B6E-F101-4A81-99A1-E3DBBFCD3A35}" sibTransId="{B1C5BF1C-64AB-4BFC-AF31-5C9E5C9C9158}"/>
    <dgm:cxn modelId="{0CE3B5BC-DCB5-40A8-B70B-13A6C1BC4D3C}" srcId="{26E36430-5CC3-4BCB-9907-7A9CEE27D04F}" destId="{83C60ADF-01D2-4071-ACBB-57D619F810DC}" srcOrd="7" destOrd="0" parTransId="{ED266D17-F360-46C6-82C4-4BA82CB01195}" sibTransId="{FDAEC881-43CF-4E0D-8DDB-B2749B871222}"/>
    <dgm:cxn modelId="{1D30FEC3-9E98-4BAF-B73A-BA62F81FA107}" srcId="{26E36430-5CC3-4BCB-9907-7A9CEE27D04F}" destId="{840C0151-E574-408A-89C8-45B961D93A0E}" srcOrd="2" destOrd="0" parTransId="{8EB8A541-AEDB-4233-BAA4-2DF81CD171F8}" sibTransId="{1CB39A99-8830-4F79-8496-C972C2C5F205}"/>
    <dgm:cxn modelId="{17C8D8CE-FB88-4BC3-AA68-A331BBE5387B}" type="presOf" srcId="{83C60ADF-01D2-4071-ACBB-57D619F810DC}" destId="{D0B0D961-7FBA-4FC8-B176-604FE9B734D3}" srcOrd="0" destOrd="0" presId="urn:microsoft.com/office/officeart/2005/8/layout/vList3"/>
    <dgm:cxn modelId="{90174FD4-7ED7-40C7-8BC7-1226180A0A9A}" type="presOf" srcId="{EFD16761-84E2-49EA-9BD2-8B18FA99A45E}" destId="{6524EB35-5D01-46E0-9BE7-4D6AF8972D2C}" srcOrd="0" destOrd="0" presId="urn:microsoft.com/office/officeart/2005/8/layout/vList3"/>
    <dgm:cxn modelId="{44A9F3E0-255D-4C0E-BCFB-7E11E377CDC6}" srcId="{26E36430-5CC3-4BCB-9907-7A9CEE27D04F}" destId="{FD3761A0-F38F-4F60-B2C3-3AC2D5101FE7}" srcOrd="1" destOrd="0" parTransId="{755A4B59-8D2F-485D-A59F-834374ACC35E}" sibTransId="{712F3AC1-C415-41D8-8D27-9DFA11910F52}"/>
    <dgm:cxn modelId="{83569AF0-F8C0-4BA9-9EF0-2E3BC008FECA}" srcId="{26E36430-5CC3-4BCB-9907-7A9CEE27D04F}" destId="{B83A605D-1523-4723-B1CC-1FA23940C1BB}" srcOrd="4" destOrd="0" parTransId="{35307DE0-B02B-4261-B4F1-A0E64920E750}" sibTransId="{8B34345D-22E3-4F5C-999B-A38EACD83A42}"/>
    <dgm:cxn modelId="{0FB56FB8-454E-404A-9BA9-FA8A28644204}" type="presParOf" srcId="{D9A5CBD8-7D7A-41F4-9733-B10222AA366C}" destId="{5AD80C10-F57D-417B-82A1-298AC16A0AA9}" srcOrd="0" destOrd="0" presId="urn:microsoft.com/office/officeart/2005/8/layout/vList3"/>
    <dgm:cxn modelId="{6D0DE5B9-91D9-43AE-B401-C100AADECCD5}" type="presParOf" srcId="{5AD80C10-F57D-417B-82A1-298AC16A0AA9}" destId="{18803A7D-F0C7-4C3A-9312-2007961409A5}" srcOrd="0" destOrd="0" presId="urn:microsoft.com/office/officeart/2005/8/layout/vList3"/>
    <dgm:cxn modelId="{676EFEF3-2F37-4D76-894F-B0494D5A3CC5}" type="presParOf" srcId="{5AD80C10-F57D-417B-82A1-298AC16A0AA9}" destId="{EBA0EA22-71D8-4D6E-9D4D-E3E75B7BF981}" srcOrd="1" destOrd="0" presId="urn:microsoft.com/office/officeart/2005/8/layout/vList3"/>
    <dgm:cxn modelId="{77876D3B-64FE-4C70-B584-BB62D3BD8506}" type="presParOf" srcId="{D9A5CBD8-7D7A-41F4-9733-B10222AA366C}" destId="{7A953E50-651F-4234-A231-C9AB3006D94E}" srcOrd="1" destOrd="0" presId="urn:microsoft.com/office/officeart/2005/8/layout/vList3"/>
    <dgm:cxn modelId="{BAD7EF09-E8CE-4D15-9236-A10E7044B892}" type="presParOf" srcId="{D9A5CBD8-7D7A-41F4-9733-B10222AA366C}" destId="{DD646CE4-5B2D-4397-A697-641BFCB13B1A}" srcOrd="2" destOrd="0" presId="urn:microsoft.com/office/officeart/2005/8/layout/vList3"/>
    <dgm:cxn modelId="{3DD14E21-666A-4C6D-9E51-C29E973F09ED}" type="presParOf" srcId="{DD646CE4-5B2D-4397-A697-641BFCB13B1A}" destId="{A006938B-B0A6-49D6-855A-24226CD4CE4E}" srcOrd="0" destOrd="0" presId="urn:microsoft.com/office/officeart/2005/8/layout/vList3"/>
    <dgm:cxn modelId="{F1DB781C-4CC8-48F4-9FE9-4E8491747867}" type="presParOf" srcId="{DD646CE4-5B2D-4397-A697-641BFCB13B1A}" destId="{1AB19A94-4D56-43A5-A5DD-C0A83A23288F}" srcOrd="1" destOrd="0" presId="urn:microsoft.com/office/officeart/2005/8/layout/vList3"/>
    <dgm:cxn modelId="{B9BA7975-C593-4111-9B94-C9B53E227855}" type="presParOf" srcId="{D9A5CBD8-7D7A-41F4-9733-B10222AA366C}" destId="{2C6F658C-E2DA-498C-9D9E-B410A0B66C73}" srcOrd="3" destOrd="0" presId="urn:microsoft.com/office/officeart/2005/8/layout/vList3"/>
    <dgm:cxn modelId="{D3A6F40B-D67F-4DB2-96DF-074F3EDA64BC}" type="presParOf" srcId="{D9A5CBD8-7D7A-41F4-9733-B10222AA366C}" destId="{195A9358-B44D-4970-9F74-75DEEFC65FDC}" srcOrd="4" destOrd="0" presId="urn:microsoft.com/office/officeart/2005/8/layout/vList3"/>
    <dgm:cxn modelId="{04A654E5-658F-42F1-83FF-63D12B465D70}" type="presParOf" srcId="{195A9358-B44D-4970-9F74-75DEEFC65FDC}" destId="{BB048AD3-061D-44E2-9574-4CB018FD8DF3}" srcOrd="0" destOrd="0" presId="urn:microsoft.com/office/officeart/2005/8/layout/vList3"/>
    <dgm:cxn modelId="{BF731612-B26A-4E3C-A3A1-3E73795E3B96}" type="presParOf" srcId="{195A9358-B44D-4970-9F74-75DEEFC65FDC}" destId="{B17B78B2-D688-4B13-9721-AB8ED67CFC05}" srcOrd="1" destOrd="0" presId="urn:microsoft.com/office/officeart/2005/8/layout/vList3"/>
    <dgm:cxn modelId="{AE2B45ED-9CC4-48B4-816C-0AFF47735519}" type="presParOf" srcId="{D9A5CBD8-7D7A-41F4-9733-B10222AA366C}" destId="{EF6A883E-0FE6-4A90-BC57-98F1D913B27F}" srcOrd="5" destOrd="0" presId="urn:microsoft.com/office/officeart/2005/8/layout/vList3"/>
    <dgm:cxn modelId="{D1215920-06F6-45F3-9832-E2D9EF775241}" type="presParOf" srcId="{D9A5CBD8-7D7A-41F4-9733-B10222AA366C}" destId="{7F83CC36-5937-4E09-A6F4-A45D2326C4D2}" srcOrd="6" destOrd="0" presId="urn:microsoft.com/office/officeart/2005/8/layout/vList3"/>
    <dgm:cxn modelId="{97660715-7F45-47DF-87AB-7CF5B10086A5}" type="presParOf" srcId="{7F83CC36-5937-4E09-A6F4-A45D2326C4D2}" destId="{D1F9302F-E095-4B64-89B1-92703EE4E9EF}" srcOrd="0" destOrd="0" presId="urn:microsoft.com/office/officeart/2005/8/layout/vList3"/>
    <dgm:cxn modelId="{CD6FFD61-9997-405B-8DCC-2CDB7EDEFB40}" type="presParOf" srcId="{7F83CC36-5937-4E09-A6F4-A45D2326C4D2}" destId="{260A4C58-B14C-479E-91C5-A45222D3748C}" srcOrd="1" destOrd="0" presId="urn:microsoft.com/office/officeart/2005/8/layout/vList3"/>
    <dgm:cxn modelId="{3B438EB2-D3DB-421A-9AC0-AD5727EE1749}" type="presParOf" srcId="{D9A5CBD8-7D7A-41F4-9733-B10222AA366C}" destId="{F45556A2-4794-4B2E-9D9B-5A2B55713F67}" srcOrd="7" destOrd="0" presId="urn:microsoft.com/office/officeart/2005/8/layout/vList3"/>
    <dgm:cxn modelId="{D38B18CD-E939-47B6-9B90-50F7078323F4}" type="presParOf" srcId="{D9A5CBD8-7D7A-41F4-9733-B10222AA366C}" destId="{0D15F0D1-A70B-40FD-BC4C-460FA9C972A5}" srcOrd="8" destOrd="0" presId="urn:microsoft.com/office/officeart/2005/8/layout/vList3"/>
    <dgm:cxn modelId="{6BCFCD98-543E-4498-B5D8-38809CCBED72}" type="presParOf" srcId="{0D15F0D1-A70B-40FD-BC4C-460FA9C972A5}" destId="{76BE21B3-564A-41C6-B143-68BA9A40A3C5}" srcOrd="0" destOrd="0" presId="urn:microsoft.com/office/officeart/2005/8/layout/vList3"/>
    <dgm:cxn modelId="{A0408B96-D517-47FF-8D7F-440DC08394D7}" type="presParOf" srcId="{0D15F0D1-A70B-40FD-BC4C-460FA9C972A5}" destId="{D4ADD2FA-78C4-4839-991B-A8E704517361}" srcOrd="1" destOrd="0" presId="urn:microsoft.com/office/officeart/2005/8/layout/vList3"/>
    <dgm:cxn modelId="{E99B95EB-3A25-4C5D-A52F-2C292810CC3F}" type="presParOf" srcId="{D9A5CBD8-7D7A-41F4-9733-B10222AA366C}" destId="{D0ACAAAE-9CB8-453E-BF46-D06718EF9AB2}" srcOrd="9" destOrd="0" presId="urn:microsoft.com/office/officeart/2005/8/layout/vList3"/>
    <dgm:cxn modelId="{A456ADEF-4D83-404B-B529-0E283C588BC6}" type="presParOf" srcId="{D9A5CBD8-7D7A-41F4-9733-B10222AA366C}" destId="{8FC3FA78-5514-475B-85C3-71DACA1D60CD}" srcOrd="10" destOrd="0" presId="urn:microsoft.com/office/officeart/2005/8/layout/vList3"/>
    <dgm:cxn modelId="{3343AAE2-ED83-41C7-A41F-B0E57D8AD686}" type="presParOf" srcId="{8FC3FA78-5514-475B-85C3-71DACA1D60CD}" destId="{39732EB2-8151-4A39-95AA-CDEE371368CE}" srcOrd="0" destOrd="0" presId="urn:microsoft.com/office/officeart/2005/8/layout/vList3"/>
    <dgm:cxn modelId="{CAA0A536-8F59-4FDF-AC56-B267D238019D}" type="presParOf" srcId="{8FC3FA78-5514-475B-85C3-71DACA1D60CD}" destId="{6524EB35-5D01-46E0-9BE7-4D6AF8972D2C}" srcOrd="1" destOrd="0" presId="urn:microsoft.com/office/officeart/2005/8/layout/vList3"/>
    <dgm:cxn modelId="{E5B0BBDA-5D61-4797-B89C-171D157B1447}" type="presParOf" srcId="{D9A5CBD8-7D7A-41F4-9733-B10222AA366C}" destId="{D3FDACE8-B2AF-4209-A2BE-377E4E086BC4}" srcOrd="11" destOrd="0" presId="urn:microsoft.com/office/officeart/2005/8/layout/vList3"/>
    <dgm:cxn modelId="{C46BC674-64D3-4643-8197-90DC9BB99DF5}" type="presParOf" srcId="{D9A5CBD8-7D7A-41F4-9733-B10222AA366C}" destId="{E2747310-0FEC-4AB4-BED9-8564991904A5}" srcOrd="12" destOrd="0" presId="urn:microsoft.com/office/officeart/2005/8/layout/vList3"/>
    <dgm:cxn modelId="{95CC5AF3-6E5D-4D5B-88DD-0BD4FB79A3DB}" type="presParOf" srcId="{E2747310-0FEC-4AB4-BED9-8564991904A5}" destId="{B530456C-9D1A-4670-9972-04FF5B6FCA64}" srcOrd="0" destOrd="0" presId="urn:microsoft.com/office/officeart/2005/8/layout/vList3"/>
    <dgm:cxn modelId="{0639F9A2-75C9-411A-8DDB-3B8F989644FF}" type="presParOf" srcId="{E2747310-0FEC-4AB4-BED9-8564991904A5}" destId="{F3D2FC24-620E-4790-AE0E-DF5E4B2381A6}" srcOrd="1" destOrd="0" presId="urn:microsoft.com/office/officeart/2005/8/layout/vList3"/>
    <dgm:cxn modelId="{0E302B06-E7D8-4E7A-B80F-F99EE77BB5A5}" type="presParOf" srcId="{D9A5CBD8-7D7A-41F4-9733-B10222AA366C}" destId="{6E1DECB7-BE9A-4DC3-823C-7CE459EA0EA5}" srcOrd="13" destOrd="0" presId="urn:microsoft.com/office/officeart/2005/8/layout/vList3"/>
    <dgm:cxn modelId="{4850774B-8DF8-4A92-91B0-672EDCEC6A40}" type="presParOf" srcId="{D9A5CBD8-7D7A-41F4-9733-B10222AA366C}" destId="{8F975B16-7A8C-4DC3-B240-E7742BB58F6D}" srcOrd="14" destOrd="0" presId="urn:microsoft.com/office/officeart/2005/8/layout/vList3"/>
    <dgm:cxn modelId="{D90DBAC3-01B6-4046-BDA0-3E288D7682DC}" type="presParOf" srcId="{8F975B16-7A8C-4DC3-B240-E7742BB58F6D}" destId="{4E986A6F-D7D8-4FE7-BF40-78C30C508DED}" srcOrd="0" destOrd="0" presId="urn:microsoft.com/office/officeart/2005/8/layout/vList3"/>
    <dgm:cxn modelId="{B607FEDB-8ABA-4101-96DF-48515999DC7B}" type="presParOf" srcId="{8F975B16-7A8C-4DC3-B240-E7742BB58F6D}" destId="{D0B0D961-7FBA-4FC8-B176-604FE9B734D3}"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A0EA22-71D8-4D6E-9D4D-E3E75B7BF981}">
      <dsp:nvSpPr>
        <dsp:cNvPr id="0" name=""/>
        <dsp:cNvSpPr/>
      </dsp:nvSpPr>
      <dsp:spPr>
        <a:xfrm rot="10800000">
          <a:off x="1351957" y="1308"/>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Research question</a:t>
          </a:r>
        </a:p>
      </dsp:txBody>
      <dsp:txXfrm rot="10800000">
        <a:off x="1466043" y="1308"/>
        <a:ext cx="4800446" cy="456344"/>
      </dsp:txXfrm>
    </dsp:sp>
    <dsp:sp modelId="{18803A7D-F0C7-4C3A-9312-2007961409A5}">
      <dsp:nvSpPr>
        <dsp:cNvPr id="0" name=""/>
        <dsp:cNvSpPr/>
      </dsp:nvSpPr>
      <dsp:spPr>
        <a:xfrm>
          <a:off x="1123785" y="1308"/>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B19A94-4D56-43A5-A5DD-C0A83A23288F}">
      <dsp:nvSpPr>
        <dsp:cNvPr id="0" name=""/>
        <dsp:cNvSpPr/>
      </dsp:nvSpPr>
      <dsp:spPr>
        <a:xfrm rot="10800000">
          <a:off x="1351957" y="593875"/>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Operationalisation</a:t>
          </a:r>
        </a:p>
      </dsp:txBody>
      <dsp:txXfrm rot="10800000">
        <a:off x="1466043" y="593875"/>
        <a:ext cx="4800446" cy="456344"/>
      </dsp:txXfrm>
    </dsp:sp>
    <dsp:sp modelId="{A006938B-B0A6-49D6-855A-24226CD4CE4E}">
      <dsp:nvSpPr>
        <dsp:cNvPr id="0" name=""/>
        <dsp:cNvSpPr/>
      </dsp:nvSpPr>
      <dsp:spPr>
        <a:xfrm>
          <a:off x="1123785" y="59387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7B78B2-D688-4B13-9721-AB8ED67CFC05}">
      <dsp:nvSpPr>
        <dsp:cNvPr id="0" name=""/>
        <dsp:cNvSpPr/>
      </dsp:nvSpPr>
      <dsp:spPr>
        <a:xfrm rot="10800000">
          <a:off x="1351957" y="1186441"/>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Objects of investigation</a:t>
          </a:r>
        </a:p>
      </dsp:txBody>
      <dsp:txXfrm rot="10800000">
        <a:off x="1466043" y="1186441"/>
        <a:ext cx="4800446" cy="456344"/>
      </dsp:txXfrm>
    </dsp:sp>
    <dsp:sp modelId="{BB048AD3-061D-44E2-9574-4CB018FD8DF3}">
      <dsp:nvSpPr>
        <dsp:cNvPr id="0" name=""/>
        <dsp:cNvSpPr/>
      </dsp:nvSpPr>
      <dsp:spPr>
        <a:xfrm>
          <a:off x="1123785" y="1186441"/>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60A4C58-B14C-479E-91C5-A45222D3748C}">
      <dsp:nvSpPr>
        <dsp:cNvPr id="0" name=""/>
        <dsp:cNvSpPr/>
      </dsp:nvSpPr>
      <dsp:spPr>
        <a:xfrm rot="10800000">
          <a:off x="1351957" y="1779007"/>
          <a:ext cx="4914532" cy="456344"/>
        </a:xfrm>
        <a:prstGeom prst="homePlate">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Selection survey instrument</a:t>
          </a:r>
        </a:p>
      </dsp:txBody>
      <dsp:txXfrm rot="10800000">
        <a:off x="1466043" y="1779007"/>
        <a:ext cx="4800446" cy="456344"/>
      </dsp:txXfrm>
    </dsp:sp>
    <dsp:sp modelId="{D1F9302F-E095-4B64-89B1-92703EE4E9EF}">
      <dsp:nvSpPr>
        <dsp:cNvPr id="0" name=""/>
        <dsp:cNvSpPr/>
      </dsp:nvSpPr>
      <dsp:spPr>
        <a:xfrm>
          <a:off x="1123785" y="1779007"/>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4ADD2FA-78C4-4839-991B-A8E704517361}">
      <dsp:nvSpPr>
        <dsp:cNvPr id="0" name=""/>
        <dsp:cNvSpPr/>
      </dsp:nvSpPr>
      <dsp:spPr>
        <a:xfrm rot="10800000">
          <a:off x="1351957" y="2371573"/>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a:t>Sampling</a:t>
          </a:r>
          <a:endParaRPr lang="en-GB" sz="2100" kern="1200" dirty="0"/>
        </a:p>
      </dsp:txBody>
      <dsp:txXfrm rot="10800000">
        <a:off x="1466043" y="2371573"/>
        <a:ext cx="4800446" cy="456344"/>
      </dsp:txXfrm>
    </dsp:sp>
    <dsp:sp modelId="{76BE21B3-564A-41C6-B143-68BA9A40A3C5}">
      <dsp:nvSpPr>
        <dsp:cNvPr id="0" name=""/>
        <dsp:cNvSpPr/>
      </dsp:nvSpPr>
      <dsp:spPr>
        <a:xfrm>
          <a:off x="1123785" y="2371573"/>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524EB35-5D01-46E0-9BE7-4D6AF8972D2C}">
      <dsp:nvSpPr>
        <dsp:cNvPr id="0" name=""/>
        <dsp:cNvSpPr/>
      </dsp:nvSpPr>
      <dsp:spPr>
        <a:xfrm rot="10800000">
          <a:off x="1351957" y="2964139"/>
          <a:ext cx="4914532" cy="456344"/>
        </a:xfrm>
        <a:prstGeom prst="homePlate">
          <a:avLst/>
        </a:prstGeom>
        <a:solidFill>
          <a:srgbClr val="608EE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Field phase</a:t>
          </a:r>
        </a:p>
      </dsp:txBody>
      <dsp:txXfrm rot="10800000">
        <a:off x="1466043" y="2964139"/>
        <a:ext cx="4800446" cy="456344"/>
      </dsp:txXfrm>
    </dsp:sp>
    <dsp:sp modelId="{39732EB2-8151-4A39-95AA-CDEE371368CE}">
      <dsp:nvSpPr>
        <dsp:cNvPr id="0" name=""/>
        <dsp:cNvSpPr/>
      </dsp:nvSpPr>
      <dsp:spPr>
        <a:xfrm>
          <a:off x="1123785" y="2964139"/>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D2FC24-620E-4790-AE0E-DF5E4B2381A6}">
      <dsp:nvSpPr>
        <dsp:cNvPr id="0" name=""/>
        <dsp:cNvSpPr/>
      </dsp:nvSpPr>
      <dsp:spPr>
        <a:xfrm rot="10800000">
          <a:off x="1351957" y="3556705"/>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Data preparation</a:t>
          </a:r>
        </a:p>
      </dsp:txBody>
      <dsp:txXfrm rot="10800000">
        <a:off x="1466043" y="3556705"/>
        <a:ext cx="4800446" cy="456344"/>
      </dsp:txXfrm>
    </dsp:sp>
    <dsp:sp modelId="{B530456C-9D1A-4670-9972-04FF5B6FCA64}">
      <dsp:nvSpPr>
        <dsp:cNvPr id="0" name=""/>
        <dsp:cNvSpPr/>
      </dsp:nvSpPr>
      <dsp:spPr>
        <a:xfrm>
          <a:off x="1123785" y="3556705"/>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B0D961-7FBA-4FC8-B176-604FE9B734D3}">
      <dsp:nvSpPr>
        <dsp:cNvPr id="0" name=""/>
        <dsp:cNvSpPr/>
      </dsp:nvSpPr>
      <dsp:spPr>
        <a:xfrm rot="10800000">
          <a:off x="1351957" y="4149272"/>
          <a:ext cx="4914532" cy="456344"/>
        </a:xfrm>
        <a:prstGeom prst="homePlat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35"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Analysis &amp; Interpretation</a:t>
          </a:r>
        </a:p>
      </dsp:txBody>
      <dsp:txXfrm rot="10800000">
        <a:off x="1466043" y="4149272"/>
        <a:ext cx="4800446" cy="456344"/>
      </dsp:txXfrm>
    </dsp:sp>
    <dsp:sp modelId="{4E986A6F-D7D8-4FE7-BF40-78C30C508DED}">
      <dsp:nvSpPr>
        <dsp:cNvPr id="0" name=""/>
        <dsp:cNvSpPr/>
      </dsp:nvSpPr>
      <dsp:spPr>
        <a:xfrm>
          <a:off x="1123785" y="4149272"/>
          <a:ext cx="456344" cy="456344"/>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E15F8177-9F15-A215-F3C4-749F9F8A0EDF}"/>
              </a:ext>
            </a:extLst>
          </p:cNvPr>
          <p:cNvSpPr>
            <a:spLocks noGrp="1"/>
          </p:cNvSpPr>
          <p:nvPr>
            <p:ph type="hdr" sz="quarter"/>
          </p:nvPr>
        </p:nvSpPr>
        <p:spPr>
          <a:xfrm>
            <a:off x="477000" y="324000"/>
            <a:ext cx="2952000" cy="216000"/>
          </a:xfrm>
          <a:prstGeom prst="rect">
            <a:avLst/>
          </a:prstGeom>
        </p:spPr>
        <p:txBody>
          <a:bodyPr vert="horz" lIns="0" tIns="0" rIns="0" bIns="0" rtlCol="0"/>
          <a:lstStyle>
            <a:lvl1pPr algn="l">
              <a:defRPr sz="1200"/>
            </a:lvl1pPr>
          </a:lstStyle>
          <a:p>
            <a:endParaRPr lang="de-DE" dirty="0"/>
          </a:p>
        </p:txBody>
      </p:sp>
      <p:sp>
        <p:nvSpPr>
          <p:cNvPr id="4" name="Fußzeilenplatzhalter 3">
            <a:extLst>
              <a:ext uri="{FF2B5EF4-FFF2-40B4-BE49-F238E27FC236}">
                <a16:creationId xmlns:a16="http://schemas.microsoft.com/office/drawing/2014/main" id="{A63E3666-93B0-A358-FB9D-381E2C03CCBC}"/>
              </a:ext>
            </a:extLst>
          </p:cNvPr>
          <p:cNvSpPr>
            <a:spLocks noGrp="1"/>
          </p:cNvSpPr>
          <p:nvPr>
            <p:ph type="ftr" sz="quarter" idx="2"/>
          </p:nvPr>
        </p:nvSpPr>
        <p:spPr>
          <a:xfrm>
            <a:off x="479423" y="8676000"/>
            <a:ext cx="5112000" cy="144000"/>
          </a:xfrm>
          <a:prstGeom prst="rect">
            <a:avLst/>
          </a:prstGeom>
        </p:spPr>
        <p:txBody>
          <a:bodyPr vert="horz" lIns="0" tIns="0" rIns="0" bIns="0" rtlCol="0" anchor="ctr" anchorCtr="0"/>
          <a:lstStyle>
            <a:lvl1pPr algn="l">
              <a:defRPr sz="1200"/>
            </a:lvl1pPr>
          </a:lstStyle>
          <a:p>
            <a:endParaRPr lang="de-DE" sz="800" dirty="0"/>
          </a:p>
        </p:txBody>
      </p:sp>
      <p:sp>
        <p:nvSpPr>
          <p:cNvPr id="5" name="Foliennummernplatzhalter 4">
            <a:extLst>
              <a:ext uri="{FF2B5EF4-FFF2-40B4-BE49-F238E27FC236}">
                <a16:creationId xmlns:a16="http://schemas.microsoft.com/office/drawing/2014/main" id="{151CD7CC-0A62-7BB1-722B-C6E491D37056}"/>
              </a:ext>
            </a:extLst>
          </p:cNvPr>
          <p:cNvSpPr>
            <a:spLocks noGrp="1"/>
          </p:cNvSpPr>
          <p:nvPr>
            <p:ph type="sldNum" sz="quarter" idx="3"/>
          </p:nvPr>
        </p:nvSpPr>
        <p:spPr>
          <a:xfrm>
            <a:off x="5661000" y="8676000"/>
            <a:ext cx="720000" cy="144000"/>
          </a:xfrm>
          <a:prstGeom prst="rect">
            <a:avLst/>
          </a:prstGeom>
        </p:spPr>
        <p:txBody>
          <a:bodyPr vert="horz" lIns="0" tIns="0" rIns="0" bIns="0" rtlCol="0" anchor="ctr" anchorCtr="0"/>
          <a:lstStyle>
            <a:lvl1pPr algn="r">
              <a:defRPr sz="1200"/>
            </a:lvl1pPr>
          </a:lstStyle>
          <a:p>
            <a:fld id="{27294502-B475-4000-8BE3-099734D1677B}" type="slidenum">
              <a:rPr lang="de-DE" sz="800" smtClean="0"/>
              <a:t>‹Nr.›</a:t>
            </a:fld>
            <a:endParaRPr lang="de-DE" sz="800" dirty="0"/>
          </a:p>
        </p:txBody>
      </p:sp>
    </p:spTree>
    <p:extLst>
      <p:ext uri="{BB962C8B-B14F-4D97-AF65-F5344CB8AC3E}">
        <p14:creationId xmlns:p14="http://schemas.microsoft.com/office/powerpoint/2010/main" val="82299684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302" userDrawn="1">
          <p15:clr>
            <a:srgbClr val="F26B43"/>
          </p15:clr>
        </p15:guide>
        <p15:guide id="3" pos="402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7000" y="324000"/>
            <a:ext cx="2952000" cy="216000"/>
          </a:xfrm>
          <a:prstGeom prst="rect">
            <a:avLst/>
          </a:prstGeom>
        </p:spPr>
        <p:txBody>
          <a:bodyPr vert="horz" lIns="0" tIns="0" rIns="0" bIns="0" rtlCol="0" anchor="ctr" anchorCtr="0"/>
          <a:lstStyle>
            <a:lvl1pPr algn="l">
              <a:defRPr sz="1200"/>
            </a:lvl1pPr>
          </a:lstStyle>
          <a:p>
            <a:endParaRPr lang="de-DE" dirty="0"/>
          </a:p>
        </p:txBody>
      </p:sp>
      <p:sp>
        <p:nvSpPr>
          <p:cNvPr id="4" name="Folienbildplatzhalter 3"/>
          <p:cNvSpPr>
            <a:spLocks noGrp="1" noRot="1" noChangeAspect="1"/>
          </p:cNvSpPr>
          <p:nvPr>
            <p:ph type="sldImg" idx="2"/>
          </p:nvPr>
        </p:nvSpPr>
        <p:spPr>
          <a:xfrm>
            <a:off x="479425" y="828000"/>
            <a:ext cx="5903913" cy="3320951"/>
          </a:xfrm>
          <a:prstGeom prst="rect">
            <a:avLst/>
          </a:prstGeom>
          <a:noFill/>
          <a:ln w="6350">
            <a:solidFill>
              <a:schemeClr val="bg2"/>
            </a:solidFill>
          </a:ln>
        </p:spPr>
        <p:txBody>
          <a:bodyPr vert="horz" lIns="91440" tIns="45720" rIns="91440" bIns="45720" rtlCol="0" anchor="ctr"/>
          <a:lstStyle/>
          <a:p>
            <a:endParaRPr lang="de-DE" dirty="0"/>
          </a:p>
        </p:txBody>
      </p:sp>
      <p:sp>
        <p:nvSpPr>
          <p:cNvPr id="5" name="Notizenplatzhalter 4"/>
          <p:cNvSpPr>
            <a:spLocks noGrp="1"/>
          </p:cNvSpPr>
          <p:nvPr>
            <p:ph type="body" sz="quarter" idx="3"/>
          </p:nvPr>
        </p:nvSpPr>
        <p:spPr>
          <a:xfrm>
            <a:off x="479425" y="4428000"/>
            <a:ext cx="5903913" cy="4032000"/>
          </a:xfrm>
          <a:prstGeom prst="rect">
            <a:avLst/>
          </a:prstGeom>
        </p:spPr>
        <p:txBody>
          <a:bodyPr vert="horz" lIns="0" tIns="0" rIns="0" bIns="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a:p>
            <a:pPr lvl="8"/>
            <a:r>
              <a:rPr lang="de-DE"/>
              <a:t>Neunte Ebene</a:t>
            </a:r>
          </a:p>
        </p:txBody>
      </p:sp>
      <p:sp>
        <p:nvSpPr>
          <p:cNvPr id="6" name="Fußzeilenplatzhalter 5"/>
          <p:cNvSpPr>
            <a:spLocks noGrp="1"/>
          </p:cNvSpPr>
          <p:nvPr>
            <p:ph type="ftr" sz="quarter" idx="4"/>
          </p:nvPr>
        </p:nvSpPr>
        <p:spPr>
          <a:xfrm>
            <a:off x="477000" y="8685213"/>
            <a:ext cx="5112000" cy="144000"/>
          </a:xfrm>
          <a:prstGeom prst="rect">
            <a:avLst/>
          </a:prstGeom>
        </p:spPr>
        <p:txBody>
          <a:bodyPr vert="horz" lIns="0" tIns="0" rIns="0" bIns="0" rtlCol="0" anchor="ctr" anchorCtr="0"/>
          <a:lstStyle>
            <a:lvl1pPr algn="l">
              <a:defRPr sz="800"/>
            </a:lvl1pPr>
          </a:lstStyle>
          <a:p>
            <a:endParaRPr lang="de-DE" dirty="0"/>
          </a:p>
        </p:txBody>
      </p:sp>
      <p:sp>
        <p:nvSpPr>
          <p:cNvPr id="7" name="Foliennummernplatzhalter 6"/>
          <p:cNvSpPr>
            <a:spLocks noGrp="1"/>
          </p:cNvSpPr>
          <p:nvPr>
            <p:ph type="sldNum" sz="quarter" idx="5"/>
          </p:nvPr>
        </p:nvSpPr>
        <p:spPr>
          <a:xfrm>
            <a:off x="5661000" y="8685213"/>
            <a:ext cx="720000" cy="144000"/>
          </a:xfrm>
          <a:prstGeom prst="rect">
            <a:avLst/>
          </a:prstGeom>
        </p:spPr>
        <p:txBody>
          <a:bodyPr vert="horz" lIns="0" tIns="0" rIns="0" bIns="0" rtlCol="0" anchor="ctr" anchorCtr="0"/>
          <a:lstStyle>
            <a:lvl1pPr algn="r">
              <a:defRPr sz="800"/>
            </a:lvl1pPr>
          </a:lstStyle>
          <a:p>
            <a:fld id="{160CD836-151D-406C-BB8C-1AD153EDB684}" type="slidenum">
              <a:rPr lang="de-DE" smtClean="0"/>
              <a:pPr/>
              <a:t>‹Nr.›</a:t>
            </a:fld>
            <a:endParaRPr lang="de-DE" dirty="0"/>
          </a:p>
        </p:txBody>
      </p:sp>
    </p:spTree>
    <p:extLst>
      <p:ext uri="{BB962C8B-B14F-4D97-AF65-F5344CB8AC3E}">
        <p14:creationId xmlns:p14="http://schemas.microsoft.com/office/powerpoint/2010/main" val="2189108648"/>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20000"/>
      </a:lnSpc>
      <a:spcBef>
        <a:spcPts val="600"/>
      </a:spcBef>
      <a:spcAft>
        <a:spcPts val="300"/>
      </a:spcAft>
      <a:defRPr sz="1200" kern="1200">
        <a:solidFill>
          <a:schemeClr val="tx1"/>
        </a:solidFill>
        <a:latin typeface="+mn-lt"/>
        <a:ea typeface="+mn-ea"/>
        <a:cs typeface="+mn-cs"/>
      </a:defRPr>
    </a:lvl1pPr>
    <a:lvl2pPr marL="0" indent="0" algn="l" defTabSz="914400" rtl="0" eaLnBrk="1" latinLnBrk="0" hangingPunct="1">
      <a:lnSpc>
        <a:spcPct val="120000"/>
      </a:lnSpc>
      <a:spcBef>
        <a:spcPts val="1200"/>
      </a:spcBef>
      <a:defRPr sz="1400" b="1" kern="1200">
        <a:solidFill>
          <a:schemeClr val="tx1"/>
        </a:solidFill>
        <a:latin typeface="+mj-lt"/>
        <a:ea typeface="+mn-ea"/>
        <a:cs typeface="+mn-cs"/>
      </a:defRPr>
    </a:lvl2pPr>
    <a:lvl3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3pPr>
    <a:lvl4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4pPr>
    <a:lvl5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5pPr>
    <a:lvl6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6pPr>
    <a:lvl7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302" userDrawn="1">
          <p15:clr>
            <a:srgbClr val="F26B43"/>
          </p15:clr>
        </p15:guide>
        <p15:guide id="3" pos="4021" userDrawn="1">
          <p15:clr>
            <a:srgbClr val="F26B43"/>
          </p15:clr>
        </p15:guide>
      </p15:sldGuideLst>
    </p:ext>
  </p:extLst>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Base_metal"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en.wikipedia.org/wiki/Philosopher%27s_stone#cite_note-chrysopoeia_and_argyropoeia-2" TargetMode="External"/><Relationship Id="rId4" Type="http://schemas.openxmlformats.org/officeDocument/2006/relationships/hyperlink" Target="https://en.wikipedia.org/wiki/Mercury_(element)"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r>
              <a:rPr lang="en-US" dirty="0"/>
              <a:t>"The Alchemist in Search of the Philosopher’s Stone" by Joseph Wright of Derby (1771)</a:t>
            </a:r>
          </a:p>
          <a:p>
            <a:endParaRPr lang="en-US" dirty="0"/>
          </a:p>
          <a:p>
            <a:r>
              <a:rPr lang="en-US" b="0" i="0" dirty="0">
                <a:solidFill>
                  <a:srgbClr val="202122"/>
                </a:solidFill>
                <a:effectLst/>
                <a:latin typeface="Arial" panose="020B0604020202020204" pitchFamily="34" charset="0"/>
              </a:rPr>
              <a:t>substance capable of turning </a:t>
            </a:r>
            <a:r>
              <a:rPr lang="en-US" b="0" i="0" u="none" strike="noStrike" dirty="0">
                <a:effectLst/>
                <a:latin typeface="Arial" panose="020B0604020202020204" pitchFamily="34" charset="0"/>
                <a:hlinkClick r:id="rId3" tooltip="Base metal"/>
              </a:rPr>
              <a:t>base metals</a:t>
            </a:r>
            <a:r>
              <a:rPr lang="en-US" b="0" i="0" dirty="0">
                <a:solidFill>
                  <a:srgbClr val="202122"/>
                </a:solidFill>
                <a:effectLst/>
                <a:latin typeface="Arial" panose="020B0604020202020204" pitchFamily="34" charset="0"/>
              </a:rPr>
              <a:t> such as </a:t>
            </a:r>
            <a:r>
              <a:rPr lang="en-US" b="0" i="0" u="none" strike="noStrike" dirty="0">
                <a:effectLst/>
                <a:latin typeface="Arial" panose="020B0604020202020204" pitchFamily="34" charset="0"/>
                <a:hlinkClick r:id="rId4" tooltip="Mercury (element)"/>
              </a:rPr>
              <a:t>mercury</a:t>
            </a:r>
            <a:r>
              <a:rPr lang="en-US" b="0" i="0" dirty="0">
                <a:solidFill>
                  <a:srgbClr val="202122"/>
                </a:solidFill>
                <a:effectLst/>
                <a:latin typeface="Arial" panose="020B0604020202020204" pitchFamily="34" charset="0"/>
              </a:rPr>
              <a:t> into gold or silver</a:t>
            </a:r>
            <a:r>
              <a:rPr lang="en-US" b="0" i="0" u="sng" baseline="30000" dirty="0">
                <a:solidFill>
                  <a:srgbClr val="202122"/>
                </a:solidFill>
                <a:effectLst/>
                <a:latin typeface="Arial" panose="020B0604020202020204" pitchFamily="34" charset="0"/>
                <a:hlinkClick r:id="rId5"/>
              </a:rPr>
              <a:t>[</a:t>
            </a:r>
            <a:endParaRPr lang="en-US" dirty="0"/>
          </a:p>
          <a:p>
            <a:endParaRPr lang="en-US" dirty="0"/>
          </a:p>
          <a:p>
            <a:r>
              <a:rPr lang="en-US" dirty="0"/>
              <a:t>In this work, Wright captures an alchemist conducting an experiment with a crucible in search of the philosopher’s stone. The painting portrays a moment of discovery and highlights the experimental process central to early chemistry, before the formalization of modern science.</a:t>
            </a:r>
            <a:endParaRPr lang="en-GB" dirty="0"/>
          </a:p>
        </p:txBody>
      </p:sp>
      <p:sp>
        <p:nvSpPr>
          <p:cNvPr id="4" name="Foliennummernplatzhalter 3"/>
          <p:cNvSpPr>
            <a:spLocks noGrp="1"/>
          </p:cNvSpPr>
          <p:nvPr>
            <p:ph type="sldNum" sz="quarter" idx="5"/>
          </p:nvPr>
        </p:nvSpPr>
        <p:spPr/>
        <p:txBody>
          <a:bodyPr/>
          <a:lstStyle/>
          <a:p>
            <a:fld id="{160CD836-151D-406C-BB8C-1AD153EDB684}" type="slidenum">
              <a:rPr lang="de-DE" smtClean="0"/>
              <a:pPr/>
              <a:t>1</a:t>
            </a:fld>
            <a:endParaRPr lang="de-DE" dirty="0"/>
          </a:p>
        </p:txBody>
      </p:sp>
    </p:spTree>
    <p:extLst>
      <p:ext uri="{BB962C8B-B14F-4D97-AF65-F5344CB8AC3E}">
        <p14:creationId xmlns:p14="http://schemas.microsoft.com/office/powerpoint/2010/main" val="165498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B134760B-3763-4458-991D-CD3579C771E2}" type="slidenum">
              <a:rPr kumimoji="0" lang="de-AT" sz="1200" b="0" i="0" u="none" strike="noStrike" kern="1200" cap="none" spc="0" normalizeH="0" baseline="0" noProof="0" smtClean="0">
                <a:ln>
                  <a:noFill/>
                </a:ln>
                <a:solidFill>
                  <a:prstClr val="black"/>
                </a:solidFill>
                <a:effectLst/>
                <a:uLnTx/>
                <a:uFillTx/>
                <a:latin typeface="Arial" charset="0"/>
                <a:ea typeface="ＭＳ Ｐゴシック" pitchFamily="-10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36</a:t>
            </a:fld>
            <a:endParaRPr kumimoji="0" lang="de-AT" sz="1200" b="0" i="0" u="none" strike="noStrike" kern="1200" cap="none" spc="0" normalizeH="0" baseline="0" noProof="0" dirty="0">
              <a:ln>
                <a:noFill/>
              </a:ln>
              <a:solidFill>
                <a:prstClr val="black"/>
              </a:solidFill>
              <a:effectLst/>
              <a:uLnTx/>
              <a:uFillTx/>
              <a:latin typeface="Arial" charset="0"/>
              <a:ea typeface="ＭＳ Ｐゴシック" pitchFamily="-104" charset="-128"/>
              <a:cs typeface="+mn-cs"/>
            </a:endParaRPr>
          </a:p>
        </p:txBody>
      </p:sp>
    </p:spTree>
    <p:extLst>
      <p:ext uri="{BB962C8B-B14F-4D97-AF65-F5344CB8AC3E}">
        <p14:creationId xmlns:p14="http://schemas.microsoft.com/office/powerpoint/2010/main" val="900935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6F255-EB54-B51F-8D71-C835428441F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6A92E89-3F55-7DFC-68AC-7CFC58D7CC2D}"/>
              </a:ext>
            </a:extLst>
          </p:cNvPr>
          <p:cNvSpPr>
            <a:spLocks noGrp="1" noRot="1" noChangeAspect="1"/>
          </p:cNvSpPr>
          <p:nvPr>
            <p:ph type="sldImg"/>
          </p:nvPr>
        </p:nvSpPr>
        <p:spPr>
          <a:xfrm>
            <a:off x="479425" y="828675"/>
            <a:ext cx="5903913" cy="3321050"/>
          </a:xfrm>
        </p:spPr>
      </p:sp>
      <p:sp>
        <p:nvSpPr>
          <p:cNvPr id="3" name="Notizenplatzhalter 2">
            <a:extLst>
              <a:ext uri="{FF2B5EF4-FFF2-40B4-BE49-F238E27FC236}">
                <a16:creationId xmlns:a16="http://schemas.microsoft.com/office/drawing/2014/main" id="{847983FD-805C-27DA-6A58-D3489CCE0413}"/>
              </a:ext>
            </a:extLst>
          </p:cNvPr>
          <p:cNvSpPr>
            <a:spLocks noGrp="1"/>
          </p:cNvSpPr>
          <p:nvPr>
            <p:ph type="body" idx="1"/>
          </p:nvPr>
        </p:nvSpPr>
        <p:spPr/>
        <p:txBody>
          <a:bodyPr/>
          <a:lstStyle/>
          <a:p>
            <a:r>
              <a:rPr lang="en-GB" dirty="0"/>
              <a:t>N: 27</a:t>
            </a:r>
          </a:p>
        </p:txBody>
      </p:sp>
      <p:sp>
        <p:nvSpPr>
          <p:cNvPr id="4" name="Foliennummernplatzhalter 3">
            <a:extLst>
              <a:ext uri="{FF2B5EF4-FFF2-40B4-BE49-F238E27FC236}">
                <a16:creationId xmlns:a16="http://schemas.microsoft.com/office/drawing/2014/main" id="{C553E1E5-6842-B554-775A-4BBC6BF9FC9A}"/>
              </a:ext>
            </a:extLst>
          </p:cNvPr>
          <p:cNvSpPr>
            <a:spLocks noGrp="1"/>
          </p:cNvSpPr>
          <p:nvPr>
            <p:ph type="sldNum" sz="quarter" idx="5"/>
          </p:nvPr>
        </p:nvSpPr>
        <p:spPr/>
        <p:txBody>
          <a:bodyPr/>
          <a:lstStyle/>
          <a:p>
            <a:fld id="{160CD836-151D-406C-BB8C-1AD153EDB684}" type="slidenum">
              <a:rPr lang="de-DE" smtClean="0"/>
              <a:pPr/>
              <a:t>67</a:t>
            </a:fld>
            <a:endParaRPr lang="de-DE" dirty="0"/>
          </a:p>
        </p:txBody>
      </p:sp>
    </p:spTree>
    <p:extLst>
      <p:ext uri="{BB962C8B-B14F-4D97-AF65-F5344CB8AC3E}">
        <p14:creationId xmlns:p14="http://schemas.microsoft.com/office/powerpoint/2010/main" val="1725614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479425" y="828675"/>
            <a:ext cx="5903913" cy="3321050"/>
          </a:xfrm>
        </p:spPr>
      </p:sp>
      <p:sp>
        <p:nvSpPr>
          <p:cNvPr id="3" name="Notizenplatzhalter 2"/>
          <p:cNvSpPr>
            <a:spLocks noGrp="1"/>
          </p:cNvSpPr>
          <p:nvPr>
            <p:ph type="body" idx="1"/>
          </p:nvPr>
        </p:nvSpPr>
        <p:spPr/>
        <p:txBody>
          <a:bodyPr/>
          <a:lstStyle/>
          <a:p>
            <a:r>
              <a:rPr lang="en-GB" dirty="0"/>
              <a:t>N: 27</a:t>
            </a:r>
          </a:p>
        </p:txBody>
      </p:sp>
      <p:sp>
        <p:nvSpPr>
          <p:cNvPr id="4" name="Foliennummernplatzhalter 3"/>
          <p:cNvSpPr>
            <a:spLocks noGrp="1"/>
          </p:cNvSpPr>
          <p:nvPr>
            <p:ph type="sldNum" sz="quarter" idx="5"/>
          </p:nvPr>
        </p:nvSpPr>
        <p:spPr/>
        <p:txBody>
          <a:bodyPr/>
          <a:lstStyle/>
          <a:p>
            <a:fld id="{160CD836-151D-406C-BB8C-1AD153EDB684}" type="slidenum">
              <a:rPr lang="de-DE" smtClean="0"/>
              <a:pPr/>
              <a:t>68</a:t>
            </a:fld>
            <a:endParaRPr lang="de-DE" dirty="0"/>
          </a:p>
        </p:txBody>
      </p:sp>
    </p:spTree>
    <p:extLst>
      <p:ext uri="{BB962C8B-B14F-4D97-AF65-F5344CB8AC3E}">
        <p14:creationId xmlns:p14="http://schemas.microsoft.com/office/powerpoint/2010/main" val="17574004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imcfhkrems.sharepoint.com/sites/courseware?lvaid=74908#/studentsattendancecheck" TargetMode="External"/><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upload.wikimedia.org/wikipedia/commons/2/22/Kandinsky_-_Gelb-Rot-Blau%2C_1925.png" TargetMode="External"/><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Intro">
    <p:bg>
      <p:bgPr>
        <a:solidFill>
          <a:schemeClr val="bg2"/>
        </a:solidFill>
        <a:effectLst/>
      </p:bgPr>
    </p:bg>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8F1F7F88-BAC0-9AE2-3D8F-85F032C645A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3576000" y="2088630"/>
            <a:ext cx="5040000" cy="2680740"/>
          </a:xfrm>
          <a:prstGeom prst="rect">
            <a:avLst/>
          </a:prstGeom>
        </p:spPr>
      </p:pic>
    </p:spTree>
    <p:extLst>
      <p:ext uri="{BB962C8B-B14F-4D97-AF65-F5344CB8AC3E}">
        <p14:creationId xmlns:p14="http://schemas.microsoft.com/office/powerpoint/2010/main" val="25641399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solidFill>
          <a:schemeClr val="bg2"/>
        </a:solidFill>
        <a:effectLst/>
      </p:bgPr>
    </p:bg>
    <p:spTree>
      <p:nvGrpSpPr>
        <p:cNvPr id="1" name=""/>
        <p:cNvGrpSpPr/>
        <p:nvPr/>
      </p:nvGrpSpPr>
      <p:grpSpPr>
        <a:xfrm>
          <a:off x="0" y="0"/>
          <a:ext cx="0" cy="0"/>
          <a:chOff x="0" y="0"/>
          <a:chExt cx="0" cy="0"/>
        </a:xfrm>
      </p:grpSpPr>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95326" y="1917700"/>
            <a:ext cx="5400674" cy="2663300"/>
          </a:xfrm>
        </p:spPr>
        <p:txBody>
          <a:bodyPr anchor="b"/>
          <a:lstStyle>
            <a:lvl1pPr algn="l">
              <a:defRPr sz="4000" baseline="0">
                <a:solidFill>
                  <a:schemeClr val="bg1"/>
                </a:solidFill>
              </a:defRPr>
            </a:lvl1pPr>
          </a:lstStyle>
          <a:p>
            <a:r>
              <a:rPr lang="de-DE"/>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a:prstGeom prst="rect">
            <a:avLst/>
          </a:prstGeo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a:t>Untertitel der Präsentation</a:t>
            </a:r>
          </a:p>
        </p:txBody>
      </p:sp>
      <p:pic>
        <p:nvPicPr>
          <p:cNvPr id="10" name="Logo">
            <a:extLst>
              <a:ext uri="{FF2B5EF4-FFF2-40B4-BE49-F238E27FC236}">
                <a16:creationId xmlns:a16="http://schemas.microsoft.com/office/drawing/2014/main" id="{88FE6F79-2335-5254-9250-1A749D8130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a:prstGeom prst="rect">
            <a:avLst/>
          </a:prstGeo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a:t>Autor • Datum • Ort</a:t>
            </a:r>
          </a:p>
        </p:txBody>
      </p:sp>
    </p:spTree>
    <p:extLst>
      <p:ext uri="{BB962C8B-B14F-4D97-AF65-F5344CB8AC3E}">
        <p14:creationId xmlns:p14="http://schemas.microsoft.com/office/powerpoint/2010/main" val="1229188569"/>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 vollflächiges Bild">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12192000" cy="6858000"/>
          </a:xfrm>
          <a:prstGeom prst="rect">
            <a:avLst/>
          </a:prstGeom>
          <a:solidFill>
            <a:srgbClr val="E4E7E9"/>
          </a:solidFill>
        </p:spPr>
        <p:txBody>
          <a:bodyPr lIns="6552000" tIns="1080000" rIns="864000" bIns="288000" anchor="ctr" anchorCtr="0"/>
          <a:lstStyle>
            <a:lvl1pPr marL="0" indent="0" algn="l">
              <a:spcBef>
                <a:spcPts val="0"/>
              </a:spcBef>
              <a:spcAft>
                <a:spcPts val="0"/>
              </a:spcAft>
              <a:buNone/>
              <a:defRPr sz="1200" b="0">
                <a:solidFill>
                  <a:schemeClr val="tx1"/>
                </a:solidFill>
                <a:latin typeface="+mn-lt"/>
              </a:defRPr>
            </a:lvl1pPr>
            <a:lvl2pPr marL="0" indent="0" algn="l">
              <a:spcBef>
                <a:spcPts val="0"/>
              </a:spcBef>
              <a:spcAft>
                <a:spcPts val="0"/>
              </a:spcAft>
              <a:buNone/>
              <a:defRPr sz="1200" b="0">
                <a:solidFill>
                  <a:schemeClr val="tx1"/>
                </a:solidFill>
                <a:latin typeface="+mn-lt"/>
              </a:defRPr>
            </a:lvl2pPr>
            <a:lvl3pPr marL="0" indent="0" algn="l">
              <a:spcBef>
                <a:spcPts val="0"/>
              </a:spcBef>
              <a:spcAft>
                <a:spcPts val="0"/>
              </a:spcAft>
              <a:buNone/>
              <a:defRPr sz="1200" b="0">
                <a:solidFill>
                  <a:schemeClr val="tx1"/>
                </a:solidFill>
                <a:latin typeface="+mn-lt"/>
              </a:defRPr>
            </a:lvl3pPr>
            <a:lvl4pPr marL="0" indent="0" algn="l">
              <a:spcBef>
                <a:spcPts val="0"/>
              </a:spcBef>
              <a:spcAft>
                <a:spcPts val="0"/>
              </a:spcAft>
              <a:buNone/>
              <a:defRPr sz="1200" b="0">
                <a:solidFill>
                  <a:schemeClr val="tx1"/>
                </a:solidFill>
                <a:latin typeface="+mn-lt"/>
              </a:defRPr>
            </a:lvl4pPr>
            <a:lvl5pPr marL="0" indent="0" algn="l">
              <a:spcBef>
                <a:spcPts val="0"/>
              </a:spcBef>
              <a:spcAft>
                <a:spcPts val="0"/>
              </a:spcAft>
              <a:buNone/>
              <a:defRPr sz="1200" b="0">
                <a:solidFill>
                  <a:schemeClr val="tx1"/>
                </a:solidFill>
                <a:latin typeface="+mn-lt"/>
              </a:defRPr>
            </a:lvl5pPr>
            <a:lvl6pPr marL="0" indent="0" algn="l">
              <a:spcBef>
                <a:spcPts val="0"/>
              </a:spcBef>
              <a:spcAft>
                <a:spcPts val="0"/>
              </a:spcAft>
              <a:buNone/>
              <a:defRPr sz="1200" b="0">
                <a:solidFill>
                  <a:schemeClr val="tx1"/>
                </a:solidFill>
                <a:latin typeface="+mn-lt"/>
              </a:defRPr>
            </a:lvl6pPr>
            <a:lvl7pPr marL="0" indent="0" algn="l">
              <a:spcBef>
                <a:spcPts val="0"/>
              </a:spcBef>
              <a:spcAft>
                <a:spcPts val="0"/>
              </a:spcAft>
              <a:buNone/>
              <a:defRPr sz="1200" b="0">
                <a:solidFill>
                  <a:schemeClr val="tx1"/>
                </a:solidFill>
                <a:latin typeface="+mn-lt"/>
              </a:defRPr>
            </a:lvl7pPr>
            <a:lvl8pPr marL="0" indent="0" algn="l">
              <a:spcBef>
                <a:spcPts val="0"/>
              </a:spcBef>
              <a:spcAft>
                <a:spcPts val="0"/>
              </a:spcAft>
              <a:buNone/>
              <a:defRPr sz="1200" b="0">
                <a:solidFill>
                  <a:schemeClr val="tx1"/>
                </a:solidFill>
                <a:latin typeface="+mn-lt"/>
              </a:defRPr>
            </a:lvl8pPr>
            <a:lvl9pPr marL="0" indent="0" algn="l">
              <a:spcBef>
                <a:spcPts val="0"/>
              </a:spcBef>
              <a:spcAft>
                <a:spcPts val="0"/>
              </a:spcAft>
              <a:buNone/>
              <a:defRPr sz="1200" b="0">
                <a:solidFill>
                  <a:schemeClr val="tx1"/>
                </a:solidFill>
                <a:latin typeface="+mn-lt"/>
              </a:defRPr>
            </a:lvl9pPr>
          </a:lstStyle>
          <a:p>
            <a:pPr lvl="0"/>
            <a:r>
              <a:rPr lang="de-DE" sz="1200"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6" name="Transparenz">
            <a:extLst>
              <a:ext uri="{FF2B5EF4-FFF2-40B4-BE49-F238E27FC236}">
                <a16:creationId xmlns:a16="http://schemas.microsoft.com/office/drawing/2014/main" id="{7165EB65-F10E-50DF-D5F7-78DB8E024405}"/>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a:t> </a:t>
            </a:r>
          </a:p>
        </p:txBody>
      </p:sp>
      <p:sp>
        <p:nvSpPr>
          <p:cNvPr id="9" name="Logo">
            <a:extLst>
              <a:ext uri="{FF2B5EF4-FFF2-40B4-BE49-F238E27FC236}">
                <a16:creationId xmlns:a16="http://schemas.microsoft.com/office/drawing/2014/main" id="{CD799FFE-7F94-C709-ABDB-FF3379E6AE1E}"/>
              </a:ext>
              <a:ext uri="{C183D7F6-B498-43B3-948B-1728B52AA6E4}">
                <adec:decorative xmlns:adec="http://schemas.microsoft.com/office/drawing/2017/decorative" val="1"/>
              </a:ext>
            </a:extLst>
          </p:cNvPr>
          <p:cNvSpPr>
            <a:spLocks noGrp="1"/>
          </p:cNvSpPr>
          <p:nvPr>
            <p:ph type="body" sz="quarter" idx="13" hasCustomPrompt="1"/>
          </p:nvPr>
        </p:nvSpPr>
        <p:spPr bwMode="gray">
          <a:xfrm>
            <a:off x="9861600" y="621000"/>
            <a:ext cx="1706400" cy="2160000"/>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gray">
          <a:xfrm>
            <a:off x="695326" y="1917700"/>
            <a:ext cx="5400674" cy="2663300"/>
          </a:xfrm>
        </p:spPr>
        <p:txBody>
          <a:bodyPr anchor="b"/>
          <a:lstStyle>
            <a:lvl1pPr algn="l">
              <a:defRPr sz="4000" baseline="0">
                <a:solidFill>
                  <a:schemeClr val="bg1"/>
                </a:solidFill>
              </a:defRPr>
            </a:lvl1pPr>
          </a:lstStyle>
          <a:p>
            <a:r>
              <a:rPr lang="de-DE"/>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95326" y="4797000"/>
            <a:ext cx="5400674" cy="720000"/>
          </a:xfrm>
          <a:prstGeom prst="rect">
            <a:avLst/>
          </a:prstGeom>
        </p:spPr>
        <p:txBody>
          <a:bodyPr>
            <a:noAutofit/>
          </a:bodyPr>
          <a:lstStyle>
            <a:lvl1pPr marL="0" indent="0" algn="l">
              <a:spcBef>
                <a:spcPts val="0"/>
              </a:spcBef>
              <a:spcAft>
                <a:spcPts val="0"/>
              </a:spcAft>
              <a:buNone/>
              <a:defRPr sz="2000" b="0">
                <a:solidFill>
                  <a:schemeClr val="tx1"/>
                </a:solidFill>
                <a:latin typeface="+mn-lt"/>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de-DE"/>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96000" y="5876999"/>
            <a:ext cx="5400674" cy="288000"/>
          </a:xfrm>
          <a:prstGeom prst="rect">
            <a:avLst/>
          </a:prstGeom>
        </p:spPr>
        <p:txBody>
          <a:bodyPr/>
          <a:lstStyle>
            <a:lvl1pPr marL="0" indent="0">
              <a:spcBef>
                <a:spcPts val="0"/>
              </a:spcBef>
              <a:spcAft>
                <a:spcPts val="0"/>
              </a:spcAft>
              <a:buFontTx/>
              <a:buNone/>
              <a:defRPr sz="1600" b="0">
                <a:solidFill>
                  <a:schemeClr val="tx1"/>
                </a:solidFill>
                <a:latin typeface="+mn-lt"/>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de-DE"/>
              <a:t>Autor • Datum • Ort</a:t>
            </a:r>
          </a:p>
        </p:txBody>
      </p:sp>
    </p:spTree>
    <p:extLst>
      <p:ext uri="{BB962C8B-B14F-4D97-AF65-F5344CB8AC3E}">
        <p14:creationId xmlns:p14="http://schemas.microsoft.com/office/powerpoint/2010/main" val="3356405246"/>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438" userDrawn="1">
          <p15:clr>
            <a:srgbClr val="FBAE40"/>
          </p15:clr>
        </p15:guide>
        <p15:guide id="3" pos="3840" userDrawn="1">
          <p15:clr>
            <a:srgbClr val="FBAE40"/>
          </p15:clr>
        </p15:guide>
        <p15:guide id="4" orient="horz" pos="12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 Bild">
    <p:bg>
      <p:bgPr>
        <a:solidFill>
          <a:schemeClr val="bg2"/>
        </a:solidFill>
        <a:effectLst/>
      </p:bgPr>
    </p:bg>
    <p:spTree>
      <p:nvGrpSpPr>
        <p:cNvPr id="1" name=""/>
        <p:cNvGrpSpPr/>
        <p:nvPr/>
      </p:nvGrpSpPr>
      <p:grpSpPr>
        <a:xfrm>
          <a:off x="0" y="0"/>
          <a:ext cx="0" cy="0"/>
          <a:chOff x="0" y="0"/>
          <a:chExt cx="0" cy="0"/>
        </a:xfrm>
      </p:grpSpPr>
      <p:sp>
        <p:nvSpPr>
          <p:cNvPr id="4" name="Bildplatzhalter">
            <a:extLst>
              <a:ext uri="{FF2B5EF4-FFF2-40B4-BE49-F238E27FC236}">
                <a16:creationId xmlns:a16="http://schemas.microsoft.com/office/drawing/2014/main" id="{ED3CDC4F-05B1-B76F-5EA7-189E7169CC46}"/>
              </a:ext>
              <a:ext uri="{C183D7F6-B498-43B3-948B-1728B52AA6E4}">
                <adec:decorative xmlns:adec="http://schemas.microsoft.com/office/drawing/2017/decorative" val="1"/>
              </a:ext>
            </a:extLst>
          </p:cNvPr>
          <p:cNvSpPr>
            <a:spLocks noGrp="1"/>
          </p:cNvSpPr>
          <p:nvPr>
            <p:ph type="pic" idx="11" hasCustomPrompt="1"/>
          </p:nvPr>
        </p:nvSpPr>
        <p:spPr bwMode="gray">
          <a:xfrm>
            <a:off x="0" y="0"/>
            <a:ext cx="5880100" cy="6858000"/>
          </a:xfrm>
          <a:prstGeom prst="rect">
            <a:avLst/>
          </a:prstGeom>
          <a:solidFill>
            <a:srgbClr val="E4E7E9"/>
          </a:solidFill>
          <a:ln w="50800">
            <a:solidFill>
              <a:schemeClr val="bg1"/>
            </a:solidFill>
          </a:ln>
          <a:effectLst>
            <a:outerShdw blurRad="254000" dist="107763" dir="2699994" algn="tl">
              <a:prstClr val="black">
                <a:alpha val="40000"/>
              </a:prstClr>
            </a:outerShdw>
          </a:effectLst>
        </p:spPr>
        <p:txBody>
          <a:bodyPr lIns="288000" tIns="0" rIns="288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Titel">
            <a:extLst>
              <a:ext uri="{FF2B5EF4-FFF2-40B4-BE49-F238E27FC236}">
                <a16:creationId xmlns:a16="http://schemas.microsoft.com/office/drawing/2014/main" id="{D1BDE9CD-498E-8C0C-DD46-31832628F30D}"/>
              </a:ext>
            </a:extLst>
          </p:cNvPr>
          <p:cNvSpPr>
            <a:spLocks noGrp="1"/>
          </p:cNvSpPr>
          <p:nvPr>
            <p:ph type="ctrTitle" hasCustomPrompt="1"/>
          </p:nvPr>
        </p:nvSpPr>
        <p:spPr bwMode="invGray">
          <a:xfrm>
            <a:off x="6528000" y="2564904"/>
            <a:ext cx="4967326" cy="1440000"/>
          </a:xfrm>
        </p:spPr>
        <p:txBody>
          <a:bodyPr anchor="ctr">
            <a:noAutofit/>
          </a:bodyPr>
          <a:lstStyle>
            <a:lvl1pPr algn="r">
              <a:defRPr sz="3200" baseline="0">
                <a:solidFill>
                  <a:schemeClr val="bg1"/>
                </a:solidFill>
              </a:defRPr>
            </a:lvl1pPr>
          </a:lstStyle>
          <a:p>
            <a:r>
              <a:rPr lang="en-GB"/>
              <a:t>Titel der Präsentation</a:t>
            </a:r>
          </a:p>
        </p:txBody>
      </p:sp>
      <p:sp>
        <p:nvSpPr>
          <p:cNvPr id="3" name="Untertitel">
            <a:extLst>
              <a:ext uri="{FF2B5EF4-FFF2-40B4-BE49-F238E27FC236}">
                <a16:creationId xmlns:a16="http://schemas.microsoft.com/office/drawing/2014/main" id="{6BCC98A8-5053-B10A-35A9-DD68B5FBADC7}"/>
              </a:ext>
            </a:extLst>
          </p:cNvPr>
          <p:cNvSpPr>
            <a:spLocks noGrp="1"/>
          </p:cNvSpPr>
          <p:nvPr>
            <p:ph type="subTitle" idx="1" hasCustomPrompt="1"/>
          </p:nvPr>
        </p:nvSpPr>
        <p:spPr bwMode="gray">
          <a:xfrm>
            <a:off x="6528000" y="4581208"/>
            <a:ext cx="4967326" cy="720000"/>
          </a:xfrm>
          <a:prstGeom prst="rect">
            <a:avLst/>
          </a:prstGeom>
        </p:spPr>
        <p:txBody>
          <a:bodyPr anchor="ctr">
            <a:noAutofit/>
          </a:bodyPr>
          <a:lstStyle>
            <a:lvl1pPr marL="0" indent="0" algn="r">
              <a:spcBef>
                <a:spcPts val="0"/>
              </a:spcBef>
              <a:spcAft>
                <a:spcPts val="0"/>
              </a:spcAft>
              <a:buNone/>
              <a:defRPr sz="20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a:spcBef>
                <a:spcPts val="0"/>
              </a:spcBef>
              <a:spcAft>
                <a:spcPts val="0"/>
              </a:spcAft>
              <a:buNone/>
              <a:defRPr sz="2000" b="0">
                <a:solidFill>
                  <a:schemeClr val="tx1"/>
                </a:solidFill>
                <a:latin typeface="+mn-lt"/>
              </a:defRPr>
            </a:lvl2pPr>
            <a:lvl3pPr marL="0" indent="0" algn="l">
              <a:spcBef>
                <a:spcPts val="0"/>
              </a:spcBef>
              <a:spcAft>
                <a:spcPts val="0"/>
              </a:spcAft>
              <a:buNone/>
              <a:defRPr sz="2000" b="0">
                <a:solidFill>
                  <a:schemeClr val="tx1"/>
                </a:solidFill>
                <a:latin typeface="+mn-lt"/>
              </a:defRPr>
            </a:lvl3pPr>
            <a:lvl4pPr marL="0" indent="0" algn="l">
              <a:spcBef>
                <a:spcPts val="0"/>
              </a:spcBef>
              <a:spcAft>
                <a:spcPts val="0"/>
              </a:spcAft>
              <a:buNone/>
              <a:defRPr sz="2000" b="0">
                <a:solidFill>
                  <a:schemeClr val="tx1"/>
                </a:solidFill>
                <a:latin typeface="+mn-lt"/>
              </a:defRPr>
            </a:lvl4pPr>
            <a:lvl5pPr marL="0" indent="0" algn="l">
              <a:spcBef>
                <a:spcPts val="0"/>
              </a:spcBef>
              <a:spcAft>
                <a:spcPts val="0"/>
              </a:spcAft>
              <a:buNone/>
              <a:defRPr sz="2000" b="0">
                <a:solidFill>
                  <a:schemeClr val="tx1"/>
                </a:solidFill>
                <a:latin typeface="+mn-lt"/>
              </a:defRPr>
            </a:lvl5pPr>
            <a:lvl6pPr marL="0" indent="0" algn="l">
              <a:spcBef>
                <a:spcPts val="0"/>
              </a:spcBef>
              <a:spcAft>
                <a:spcPts val="0"/>
              </a:spcAft>
              <a:buNone/>
              <a:defRPr sz="2000" b="0">
                <a:solidFill>
                  <a:schemeClr val="tx1"/>
                </a:solidFill>
                <a:latin typeface="+mn-lt"/>
              </a:defRPr>
            </a:lvl6pPr>
            <a:lvl7pPr marL="0" indent="0" algn="l">
              <a:spcBef>
                <a:spcPts val="0"/>
              </a:spcBef>
              <a:spcAft>
                <a:spcPts val="0"/>
              </a:spcAft>
              <a:buNone/>
              <a:defRPr sz="2000" b="0">
                <a:solidFill>
                  <a:schemeClr val="tx1"/>
                </a:solidFill>
                <a:latin typeface="+mn-lt"/>
              </a:defRPr>
            </a:lvl7pPr>
            <a:lvl8pPr marL="0" indent="0" algn="l">
              <a:spcBef>
                <a:spcPts val="0"/>
              </a:spcBef>
              <a:spcAft>
                <a:spcPts val="0"/>
              </a:spcAft>
              <a:buNone/>
              <a:defRPr sz="2000" b="0">
                <a:solidFill>
                  <a:schemeClr val="tx1"/>
                </a:solidFill>
                <a:latin typeface="+mn-lt"/>
              </a:defRPr>
            </a:lvl8pPr>
            <a:lvl9pPr marL="0" indent="0" algn="l">
              <a:spcBef>
                <a:spcPts val="0"/>
              </a:spcBef>
              <a:spcAft>
                <a:spcPts val="0"/>
              </a:spcAft>
              <a:buNone/>
              <a:defRPr sz="2000" b="0">
                <a:solidFill>
                  <a:schemeClr val="tx1"/>
                </a:solidFill>
                <a:latin typeface="+mn-lt"/>
              </a:defRPr>
            </a:lvl9pPr>
          </a:lstStyle>
          <a:p>
            <a:pPr lvl="0"/>
            <a:r>
              <a:rPr lang="en-GB"/>
              <a:t>Untertitel der Präsentation</a:t>
            </a:r>
          </a:p>
        </p:txBody>
      </p:sp>
      <p:sp>
        <p:nvSpPr>
          <p:cNvPr id="15" name="Textplatzhalter">
            <a:extLst>
              <a:ext uri="{FF2B5EF4-FFF2-40B4-BE49-F238E27FC236}">
                <a16:creationId xmlns:a16="http://schemas.microsoft.com/office/drawing/2014/main" id="{888E75FC-8DAA-C7C9-155B-D6FCAFE49437}"/>
              </a:ext>
            </a:extLst>
          </p:cNvPr>
          <p:cNvSpPr>
            <a:spLocks noGrp="1"/>
          </p:cNvSpPr>
          <p:nvPr>
            <p:ph type="body" sz="quarter" idx="10" hasCustomPrompt="1"/>
          </p:nvPr>
        </p:nvSpPr>
        <p:spPr bwMode="gray">
          <a:xfrm>
            <a:off x="6528674" y="6021000"/>
            <a:ext cx="4967326" cy="288000"/>
          </a:xfrm>
          <a:prstGeom prst="rect">
            <a:avLst/>
          </a:prstGeom>
        </p:spPr>
        <p:txBody>
          <a:bodyPr>
            <a:noAutofit/>
          </a:bodyPr>
          <a:lstStyle>
            <a:lvl1pPr marL="0" indent="0" algn="r">
              <a:spcBef>
                <a:spcPts val="0"/>
              </a:spcBef>
              <a:spcAft>
                <a:spcPts val="0"/>
              </a:spcAft>
              <a:buFontTx/>
              <a:buNone/>
              <a:defRPr sz="1600" b="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spcBef>
                <a:spcPts val="0"/>
              </a:spcBef>
              <a:spcAft>
                <a:spcPts val="0"/>
              </a:spcAft>
              <a:buFontTx/>
              <a:buNone/>
              <a:defRPr sz="1600" b="0">
                <a:solidFill>
                  <a:schemeClr val="tx1"/>
                </a:solidFill>
                <a:latin typeface="+mn-lt"/>
              </a:defRPr>
            </a:lvl2pPr>
            <a:lvl3pPr marL="0" indent="0">
              <a:spcBef>
                <a:spcPts val="0"/>
              </a:spcBef>
              <a:spcAft>
                <a:spcPts val="0"/>
              </a:spcAft>
              <a:buFontTx/>
              <a:buNone/>
              <a:defRPr sz="1600" b="0">
                <a:solidFill>
                  <a:schemeClr val="tx1"/>
                </a:solidFill>
                <a:latin typeface="+mn-lt"/>
              </a:defRPr>
            </a:lvl3pPr>
            <a:lvl4pPr marL="0" indent="0">
              <a:spcBef>
                <a:spcPts val="0"/>
              </a:spcBef>
              <a:spcAft>
                <a:spcPts val="0"/>
              </a:spcAft>
              <a:buFontTx/>
              <a:buNone/>
              <a:defRPr sz="1600" b="0">
                <a:solidFill>
                  <a:schemeClr val="tx1"/>
                </a:solidFill>
                <a:latin typeface="+mn-lt"/>
              </a:defRPr>
            </a:lvl4pPr>
            <a:lvl5pPr marL="0" indent="0">
              <a:spcBef>
                <a:spcPts val="0"/>
              </a:spcBef>
              <a:spcAft>
                <a:spcPts val="0"/>
              </a:spcAft>
              <a:buFontTx/>
              <a:buNone/>
              <a:defRPr sz="1600" b="0">
                <a:solidFill>
                  <a:schemeClr val="tx1"/>
                </a:solidFill>
                <a:latin typeface="+mn-lt"/>
              </a:defRPr>
            </a:lvl5pPr>
            <a:lvl6pPr marL="0" indent="0">
              <a:spcBef>
                <a:spcPts val="0"/>
              </a:spcBef>
              <a:spcAft>
                <a:spcPts val="0"/>
              </a:spcAft>
              <a:buFontTx/>
              <a:buNone/>
              <a:defRPr sz="1600" b="0">
                <a:solidFill>
                  <a:schemeClr val="tx1"/>
                </a:solidFill>
                <a:latin typeface="+mn-lt"/>
              </a:defRPr>
            </a:lvl6pPr>
            <a:lvl7pPr marL="0" indent="0">
              <a:spcBef>
                <a:spcPts val="0"/>
              </a:spcBef>
              <a:spcAft>
                <a:spcPts val="0"/>
              </a:spcAft>
              <a:buFontTx/>
              <a:buNone/>
              <a:defRPr sz="1600" b="0">
                <a:solidFill>
                  <a:schemeClr val="tx1"/>
                </a:solidFill>
                <a:latin typeface="+mn-lt"/>
              </a:defRPr>
            </a:lvl7pPr>
            <a:lvl8pPr marL="0" indent="0">
              <a:spcBef>
                <a:spcPts val="0"/>
              </a:spcBef>
              <a:spcAft>
                <a:spcPts val="0"/>
              </a:spcAft>
              <a:buFontTx/>
              <a:buNone/>
              <a:defRPr sz="1600" b="0">
                <a:solidFill>
                  <a:schemeClr val="tx1"/>
                </a:solidFill>
                <a:latin typeface="+mn-lt"/>
              </a:defRPr>
            </a:lvl8pPr>
            <a:lvl9pPr marL="0" indent="0">
              <a:spcBef>
                <a:spcPts val="0"/>
              </a:spcBef>
              <a:spcAft>
                <a:spcPts val="0"/>
              </a:spcAft>
              <a:buFontTx/>
              <a:buNone/>
              <a:defRPr sz="1600" b="0">
                <a:solidFill>
                  <a:schemeClr val="tx1"/>
                </a:solidFill>
                <a:latin typeface="+mn-lt"/>
              </a:defRPr>
            </a:lvl9pPr>
          </a:lstStyle>
          <a:p>
            <a:pPr lvl="0"/>
            <a:r>
              <a:rPr lang="en-GB"/>
              <a:t>Kami Höferl</a:t>
            </a:r>
          </a:p>
        </p:txBody>
      </p:sp>
      <p:pic>
        <p:nvPicPr>
          <p:cNvPr id="7" name="Logo">
            <a:hlinkClick r:id="rId2"/>
            <a:extLst>
              <a:ext uri="{FF2B5EF4-FFF2-40B4-BE49-F238E27FC236}">
                <a16:creationId xmlns:a16="http://schemas.microsoft.com/office/drawing/2014/main" id="{DD57F011-932E-8635-AC0A-D3AEB599E34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gray">
          <a:xfrm>
            <a:off x="10344000" y="621001"/>
            <a:ext cx="1224000" cy="1548976"/>
          </a:xfrm>
          <a:prstGeom prst="rect">
            <a:avLst/>
          </a:prstGeom>
        </p:spPr>
      </p:pic>
    </p:spTree>
    <p:extLst>
      <p:ext uri="{BB962C8B-B14F-4D97-AF65-F5344CB8AC3E}">
        <p14:creationId xmlns:p14="http://schemas.microsoft.com/office/powerpoint/2010/main" val="2772534688"/>
      </p:ext>
    </p:extLst>
  </p:cSld>
  <p:clrMapOvr>
    <a:masterClrMapping/>
  </p:clrMapOvr>
  <p:extLst>
    <p:ext uri="{DCECCB84-F9BA-43D5-87BE-67443E8EF086}">
      <p15:sldGuideLst xmlns:p15="http://schemas.microsoft.com/office/powerpoint/2012/main">
        <p15:guide id="1" orient="horz" pos="2886" userDrawn="1">
          <p15:clr>
            <a:srgbClr val="FBAE40"/>
          </p15:clr>
        </p15:guide>
        <p15:guide id="2" pos="3976" userDrawn="1">
          <p15:clr>
            <a:srgbClr val="FBAE40"/>
          </p15:clr>
        </p15:guide>
        <p15:guide id="3" pos="7242" userDrawn="1">
          <p15:clr>
            <a:srgbClr val="FBAE40"/>
          </p15:clr>
        </p15:guide>
        <p15:guide id="4" orient="horz" pos="197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renner">
    <p:bg>
      <p:bgPr>
        <a:solidFill>
          <a:schemeClr val="bg2"/>
        </a:solidFill>
        <a:effectLst/>
      </p:bgPr>
    </p:bg>
    <p:spTree>
      <p:nvGrpSpPr>
        <p:cNvPr id="1" name=""/>
        <p:cNvGrpSpPr/>
        <p:nvPr/>
      </p:nvGrpSpPr>
      <p:grpSpPr>
        <a:xfrm>
          <a:off x="0" y="0"/>
          <a:ext cx="0" cy="0"/>
          <a:chOff x="0" y="0"/>
          <a:chExt cx="0" cy="0"/>
        </a:xfrm>
      </p:grpSpPr>
      <p:sp>
        <p:nvSpPr>
          <p:cNvPr id="12" name="Kapitelnummer">
            <a:extLst>
              <a:ext uri="{FF2B5EF4-FFF2-40B4-BE49-F238E27FC236}">
                <a16:creationId xmlns:a16="http://schemas.microsoft.com/office/drawing/2014/main" id="{77236AAD-C3D7-19B7-D74C-ED45ED69B362}"/>
              </a:ext>
            </a:extLst>
          </p:cNvPr>
          <p:cNvSpPr>
            <a:spLocks noGrp="1"/>
          </p:cNvSpPr>
          <p:nvPr>
            <p:ph type="body" sz="quarter" idx="10" hasCustomPrompt="1"/>
          </p:nvPr>
        </p:nvSpPr>
        <p:spPr bwMode="invGray">
          <a:xfrm>
            <a:off x="696000" y="3357000"/>
            <a:ext cx="2376000" cy="1152000"/>
          </a:xfrm>
          <a:prstGeom prst="rect">
            <a:avLst/>
          </a:prstGeom>
        </p:spPr>
        <p:txBody>
          <a:bodyPr anchor="ctr" anchorCtr="0"/>
          <a:lstStyle>
            <a:lvl1pPr marL="0" indent="0" algn="r">
              <a:lnSpc>
                <a:spcPct val="100000"/>
              </a:lnSpc>
              <a:spcBef>
                <a:spcPts val="0"/>
              </a:spcBef>
              <a:spcAft>
                <a:spcPts val="0"/>
              </a:spcAft>
              <a:buFontTx/>
              <a:buNone/>
              <a:defRPr sz="10000" b="1">
                <a:solidFill>
                  <a:schemeClr val="bg1"/>
                </a:solidFill>
                <a:latin typeface="+mj-lt"/>
              </a:defRPr>
            </a:lvl1pPr>
            <a:lvl2pPr marL="0" indent="0" algn="r">
              <a:lnSpc>
                <a:spcPct val="100000"/>
              </a:lnSpc>
              <a:spcBef>
                <a:spcPts val="0"/>
              </a:spcBef>
              <a:spcAft>
                <a:spcPts val="0"/>
              </a:spcAft>
              <a:buFontTx/>
              <a:buNone/>
              <a:defRPr sz="10000" b="1">
                <a:solidFill>
                  <a:schemeClr val="bg1"/>
                </a:solidFill>
                <a:latin typeface="+mj-lt"/>
              </a:defRPr>
            </a:lvl2pPr>
            <a:lvl3pPr marL="0" indent="0" algn="r">
              <a:lnSpc>
                <a:spcPct val="100000"/>
              </a:lnSpc>
              <a:spcBef>
                <a:spcPts val="0"/>
              </a:spcBef>
              <a:spcAft>
                <a:spcPts val="0"/>
              </a:spcAft>
              <a:buFontTx/>
              <a:buNone/>
              <a:defRPr sz="10000" b="1">
                <a:solidFill>
                  <a:schemeClr val="bg1"/>
                </a:solidFill>
                <a:latin typeface="+mj-lt"/>
              </a:defRPr>
            </a:lvl3pPr>
            <a:lvl4pPr marL="0" indent="0" algn="r">
              <a:lnSpc>
                <a:spcPct val="100000"/>
              </a:lnSpc>
              <a:spcBef>
                <a:spcPts val="0"/>
              </a:spcBef>
              <a:spcAft>
                <a:spcPts val="0"/>
              </a:spcAft>
              <a:buFontTx/>
              <a:buNone/>
              <a:defRPr sz="10000" b="1">
                <a:solidFill>
                  <a:schemeClr val="bg1"/>
                </a:solidFill>
                <a:latin typeface="+mj-lt"/>
              </a:defRPr>
            </a:lvl4pPr>
            <a:lvl5pPr marL="0" indent="0" algn="r">
              <a:lnSpc>
                <a:spcPct val="100000"/>
              </a:lnSpc>
              <a:spcBef>
                <a:spcPts val="0"/>
              </a:spcBef>
              <a:spcAft>
                <a:spcPts val="0"/>
              </a:spcAft>
              <a:buFontTx/>
              <a:buNone/>
              <a:defRPr sz="10000" b="1">
                <a:solidFill>
                  <a:schemeClr val="bg1"/>
                </a:solidFill>
                <a:latin typeface="+mj-lt"/>
              </a:defRPr>
            </a:lvl5pPr>
            <a:lvl6pPr marL="0" indent="0" algn="r">
              <a:lnSpc>
                <a:spcPct val="100000"/>
              </a:lnSpc>
              <a:spcBef>
                <a:spcPts val="0"/>
              </a:spcBef>
              <a:spcAft>
                <a:spcPts val="0"/>
              </a:spcAft>
              <a:buFontTx/>
              <a:buNone/>
              <a:defRPr sz="10000" b="1">
                <a:solidFill>
                  <a:schemeClr val="bg1"/>
                </a:solidFill>
                <a:latin typeface="+mj-lt"/>
              </a:defRPr>
            </a:lvl6pPr>
            <a:lvl7pPr marL="0" indent="0" algn="r">
              <a:lnSpc>
                <a:spcPct val="100000"/>
              </a:lnSpc>
              <a:spcBef>
                <a:spcPts val="0"/>
              </a:spcBef>
              <a:spcAft>
                <a:spcPts val="0"/>
              </a:spcAft>
              <a:buFontTx/>
              <a:buNone/>
              <a:defRPr sz="10000" b="1">
                <a:solidFill>
                  <a:schemeClr val="bg1"/>
                </a:solidFill>
                <a:latin typeface="+mj-lt"/>
              </a:defRPr>
            </a:lvl7pPr>
            <a:lvl8pPr marL="0" indent="0" algn="r">
              <a:lnSpc>
                <a:spcPct val="100000"/>
              </a:lnSpc>
              <a:spcBef>
                <a:spcPts val="0"/>
              </a:spcBef>
              <a:spcAft>
                <a:spcPts val="0"/>
              </a:spcAft>
              <a:buFontTx/>
              <a:buNone/>
              <a:defRPr sz="10000" b="1">
                <a:solidFill>
                  <a:schemeClr val="bg1"/>
                </a:solidFill>
                <a:latin typeface="+mj-lt"/>
              </a:defRPr>
            </a:lvl8pPr>
            <a:lvl9pPr marL="0" indent="0" algn="r">
              <a:lnSpc>
                <a:spcPct val="100000"/>
              </a:lnSpc>
              <a:spcBef>
                <a:spcPts val="0"/>
              </a:spcBef>
              <a:spcAft>
                <a:spcPts val="0"/>
              </a:spcAft>
              <a:buFontTx/>
              <a:buNone/>
              <a:defRPr sz="10000" b="1">
                <a:solidFill>
                  <a:schemeClr val="bg1"/>
                </a:solidFill>
                <a:latin typeface="+mj-lt"/>
              </a:defRPr>
            </a:lvl9pPr>
          </a:lstStyle>
          <a:p>
            <a:pPr lvl="0"/>
            <a:r>
              <a:rPr lang="en-GB"/>
              <a:t>XX</a:t>
            </a:r>
          </a:p>
        </p:txBody>
      </p:sp>
      <p:sp>
        <p:nvSpPr>
          <p:cNvPr id="2" name="Titel">
            <a:extLst>
              <a:ext uri="{FF2B5EF4-FFF2-40B4-BE49-F238E27FC236}">
                <a16:creationId xmlns:a16="http://schemas.microsoft.com/office/drawing/2014/main" id="{7437C5DC-0C5B-DB74-37B2-6FF9FCEF1A0D}"/>
              </a:ext>
            </a:extLst>
          </p:cNvPr>
          <p:cNvSpPr>
            <a:spLocks noGrp="1"/>
          </p:cNvSpPr>
          <p:nvPr>
            <p:ph type="title" hasCustomPrompt="1"/>
          </p:nvPr>
        </p:nvSpPr>
        <p:spPr bwMode="invGray">
          <a:xfrm>
            <a:off x="3504000" y="2709000"/>
            <a:ext cx="5184388" cy="1800000"/>
          </a:xfrm>
        </p:spPr>
        <p:txBody>
          <a:bodyPr anchor="b" anchorCtr="0"/>
          <a:lstStyle>
            <a:lvl1pPr>
              <a:defRPr sz="4000">
                <a:solidFill>
                  <a:schemeClr val="bg1"/>
                </a:solidFill>
              </a:defRPr>
            </a:lvl1pPr>
          </a:lstStyle>
          <a:p>
            <a:r>
              <a:rPr lang="en-GB"/>
              <a:t>Name des Kapitels</a:t>
            </a:r>
          </a:p>
        </p:txBody>
      </p:sp>
      <p:sp>
        <p:nvSpPr>
          <p:cNvPr id="3" name="Textplatzhalter">
            <a:extLst>
              <a:ext uri="{FF2B5EF4-FFF2-40B4-BE49-F238E27FC236}">
                <a16:creationId xmlns:a16="http://schemas.microsoft.com/office/drawing/2014/main" id="{55E385CE-2652-72AF-0FEC-689A81B82752}"/>
              </a:ext>
            </a:extLst>
          </p:cNvPr>
          <p:cNvSpPr>
            <a:spLocks noGrp="1"/>
          </p:cNvSpPr>
          <p:nvPr>
            <p:ph type="body" idx="1" hasCustomPrompt="1"/>
          </p:nvPr>
        </p:nvSpPr>
        <p:spPr bwMode="gray">
          <a:xfrm>
            <a:off x="3504000" y="4725001"/>
            <a:ext cx="5184388" cy="720000"/>
          </a:xfrm>
          <a:prstGeom prst="rect">
            <a:avLst/>
          </a:prstGeom>
        </p:spPr>
        <p:txBody>
          <a:bodyPr/>
          <a:lstStyle>
            <a:lvl1pPr marL="0" indent="0">
              <a:spcBef>
                <a:spcPts val="0"/>
              </a:spcBef>
              <a:spcAft>
                <a:spcPts val="0"/>
              </a:spcAft>
              <a:buNone/>
              <a:defRPr sz="2000" b="0">
                <a:solidFill>
                  <a:schemeClr val="tx1"/>
                </a:solidFill>
                <a:latin typeface="+mn-lt"/>
              </a:defRPr>
            </a:lvl1pPr>
            <a:lvl2pPr marL="0" indent="0">
              <a:spcBef>
                <a:spcPts val="0"/>
              </a:spcBef>
              <a:spcAft>
                <a:spcPts val="0"/>
              </a:spcAft>
              <a:buNone/>
              <a:defRPr sz="2000" b="0">
                <a:solidFill>
                  <a:schemeClr val="tx1"/>
                </a:solidFill>
                <a:latin typeface="+mn-lt"/>
              </a:defRPr>
            </a:lvl2pPr>
            <a:lvl3pPr marL="0" indent="0">
              <a:spcBef>
                <a:spcPts val="0"/>
              </a:spcBef>
              <a:spcAft>
                <a:spcPts val="0"/>
              </a:spcAft>
              <a:buNone/>
              <a:defRPr sz="2000" b="0">
                <a:solidFill>
                  <a:schemeClr val="tx1"/>
                </a:solidFill>
                <a:latin typeface="+mn-lt"/>
              </a:defRPr>
            </a:lvl3pPr>
            <a:lvl4pPr marL="0" indent="0">
              <a:spcBef>
                <a:spcPts val="0"/>
              </a:spcBef>
              <a:spcAft>
                <a:spcPts val="0"/>
              </a:spcAft>
              <a:buNone/>
              <a:defRPr sz="2000" b="0">
                <a:solidFill>
                  <a:schemeClr val="tx1"/>
                </a:solidFill>
                <a:latin typeface="+mn-lt"/>
              </a:defRPr>
            </a:lvl4pPr>
            <a:lvl5pPr marL="0" indent="0">
              <a:spcBef>
                <a:spcPts val="0"/>
              </a:spcBef>
              <a:spcAft>
                <a:spcPts val="0"/>
              </a:spcAft>
              <a:buNone/>
              <a:defRPr sz="2000" b="0">
                <a:solidFill>
                  <a:schemeClr val="tx1"/>
                </a:solidFill>
                <a:latin typeface="+mn-lt"/>
              </a:defRPr>
            </a:lvl5pPr>
            <a:lvl6pPr marL="0" indent="0">
              <a:spcBef>
                <a:spcPts val="0"/>
              </a:spcBef>
              <a:spcAft>
                <a:spcPts val="0"/>
              </a:spcAft>
              <a:buNone/>
              <a:defRPr sz="2000" b="0">
                <a:solidFill>
                  <a:schemeClr val="tx1"/>
                </a:solidFill>
                <a:latin typeface="+mn-lt"/>
              </a:defRPr>
            </a:lvl6pPr>
            <a:lvl7pPr marL="0" indent="0">
              <a:spcBef>
                <a:spcPts val="0"/>
              </a:spcBef>
              <a:spcAft>
                <a:spcPts val="0"/>
              </a:spcAft>
              <a:buNone/>
              <a:defRPr sz="2000" b="0">
                <a:solidFill>
                  <a:schemeClr val="tx1"/>
                </a:solidFill>
                <a:latin typeface="+mn-lt"/>
              </a:defRPr>
            </a:lvl7pPr>
            <a:lvl8pPr marL="0" indent="0">
              <a:spcBef>
                <a:spcPts val="0"/>
              </a:spcBef>
              <a:spcAft>
                <a:spcPts val="0"/>
              </a:spcAft>
              <a:buNone/>
              <a:defRPr sz="2000" b="0">
                <a:solidFill>
                  <a:schemeClr val="tx1"/>
                </a:solidFill>
                <a:latin typeface="+mn-lt"/>
              </a:defRPr>
            </a:lvl8pPr>
            <a:lvl9pPr marL="0" indent="0">
              <a:spcBef>
                <a:spcPts val="0"/>
              </a:spcBef>
              <a:spcAft>
                <a:spcPts val="0"/>
              </a:spcAft>
              <a:buNone/>
              <a:defRPr sz="2000" b="0">
                <a:solidFill>
                  <a:schemeClr val="tx1"/>
                </a:solidFill>
                <a:latin typeface="+mn-lt"/>
              </a:defRPr>
            </a:lvl9pPr>
          </a:lstStyle>
          <a:p>
            <a:pPr lvl="0"/>
            <a:r>
              <a:rPr lang="en-GB"/>
              <a:t>Optionale Kurzbeschreibung</a:t>
            </a:r>
          </a:p>
        </p:txBody>
      </p:sp>
      <p:pic>
        <p:nvPicPr>
          <p:cNvPr id="16" name="Logo">
            <a:extLst>
              <a:ext uri="{FF2B5EF4-FFF2-40B4-BE49-F238E27FC236}">
                <a16:creationId xmlns:a16="http://schemas.microsoft.com/office/drawing/2014/main" id="{7C8043C2-3095-4704-440B-79B554FBDB2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Tree>
    <p:extLst>
      <p:ext uri="{BB962C8B-B14F-4D97-AF65-F5344CB8AC3E}">
        <p14:creationId xmlns:p14="http://schemas.microsoft.com/office/powerpoint/2010/main" val="1313537673"/>
      </p:ext>
    </p:extLst>
  </p:cSld>
  <p:clrMapOvr>
    <a:masterClrMapping/>
  </p:clrMapOvr>
  <p:extLst>
    <p:ext uri="{DCECCB84-F9BA-43D5-87BE-67443E8EF086}">
      <p15:sldGuideLst xmlns:p15="http://schemas.microsoft.com/office/powerpoint/2012/main">
        <p15:guide id="1" orient="horz" pos="1706" userDrawn="1">
          <p15:clr>
            <a:srgbClr val="FBAE40"/>
          </p15:clr>
        </p15:guide>
        <p15:guide id="2" pos="5473" userDrawn="1">
          <p15:clr>
            <a:srgbClr val="FBAE40"/>
          </p15:clr>
        </p15:guide>
        <p15:guide id="3" pos="2207" userDrawn="1">
          <p15:clr>
            <a:srgbClr val="FBAE40"/>
          </p15:clr>
        </p15:guide>
        <p15:guide id="4" orient="horz" pos="2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ren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CC95B4E-4D0C-D73A-1E99-7A95FDCB6C07}"/>
              </a:ext>
            </a:extLst>
          </p:cNvPr>
          <p:cNvSpPr>
            <a:spLocks noGrp="1"/>
          </p:cNvSpPr>
          <p:nvPr>
            <p:ph type="title"/>
          </p:nvPr>
        </p:nvSpPr>
        <p:spPr>
          <a:xfrm>
            <a:off x="3503662" y="1881000"/>
            <a:ext cx="5184675" cy="3096000"/>
          </a:xfrm>
          <a:prstGeom prst="roundRect">
            <a:avLst/>
          </a:prstGeom>
          <a:solidFill>
            <a:schemeClr val="bg1"/>
          </a:solidFill>
          <a:ln w="76200">
            <a:solidFill>
              <a:schemeClr val="tx2"/>
            </a:solidFill>
          </a:ln>
        </p:spPr>
        <p:txBody>
          <a:bodyPr anchor="ctr"/>
          <a:lstStyle>
            <a:lvl1pPr algn="ctr">
              <a:defRPr sz="4400">
                <a:solidFill>
                  <a:schemeClr val="tx2"/>
                </a:solidFill>
              </a:defRPr>
            </a:lvl1pPr>
          </a:lstStyle>
          <a:p>
            <a:r>
              <a:rPr lang="de-DE"/>
              <a:t>Mastertitelformat bearbeiten</a:t>
            </a:r>
            <a:endParaRPr lang="de-AT"/>
          </a:p>
        </p:txBody>
      </p:sp>
      <p:sp>
        <p:nvSpPr>
          <p:cNvPr id="3" name="Rechteck 2">
            <a:hlinkClick r:id="rId3"/>
            <a:extLst>
              <a:ext uri="{FF2B5EF4-FFF2-40B4-BE49-F238E27FC236}">
                <a16:creationId xmlns:a16="http://schemas.microsoft.com/office/drawing/2014/main" id="{607E287C-868F-731F-D059-C1E6804CF025}"/>
              </a:ext>
            </a:extLst>
          </p:cNvPr>
          <p:cNvSpPr/>
          <p:nvPr userDrawn="1"/>
        </p:nvSpPr>
        <p:spPr>
          <a:xfrm>
            <a:off x="296673" y="6560073"/>
            <a:ext cx="4572000" cy="200055"/>
          </a:xfrm>
          <a:prstGeom prst="rect">
            <a:avLst/>
          </a:prstGeom>
        </p:spPr>
        <p:txBody>
          <a:bodyPr>
            <a:spAutoFit/>
          </a:bodyPr>
          <a:lstStyle/>
          <a:p>
            <a:pPr defTabSz="457200"/>
            <a:r>
              <a:rPr lang="de-AT" sz="700" dirty="0">
                <a:solidFill>
                  <a:schemeClr val="tx1"/>
                </a:solidFill>
                <a:cs typeface="Calibri" panose="020F0502020204030204" pitchFamily="34" charset="0"/>
              </a:rPr>
              <a:t>(Kandinsky, PD, Wikimedia)</a:t>
            </a:r>
          </a:p>
        </p:txBody>
      </p:sp>
    </p:spTree>
    <p:extLst>
      <p:ext uri="{BB962C8B-B14F-4D97-AF65-F5344CB8AC3E}">
        <p14:creationId xmlns:p14="http://schemas.microsoft.com/office/powerpoint/2010/main" val="1433558114"/>
      </p:ext>
    </p:extLst>
  </p:cSld>
  <p:clrMapOvr>
    <a:masterClrMapping/>
  </p:clrMapOvr>
  <p:extLst>
    <p:ext uri="{DCECCB84-F9BA-43D5-87BE-67443E8EF086}">
      <p15:sldGuideLst xmlns:p15="http://schemas.microsoft.com/office/powerpoint/2012/main">
        <p15:guide id="1" orient="horz" pos="1706">
          <p15:clr>
            <a:srgbClr val="FBAE40"/>
          </p15:clr>
        </p15:guide>
        <p15:guide id="2" pos="5473">
          <p15:clr>
            <a:srgbClr val="FBAE40"/>
          </p15:clr>
        </p15:guide>
        <p15:guide id="3" pos="2207">
          <p15:clr>
            <a:srgbClr val="FBAE40"/>
          </p15:clr>
        </p15:guide>
        <p15:guide id="4" orient="horz" pos="2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Ein Inhalt">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74D3227D-CF66-3BD2-DB96-30ED8B37ACEF}"/>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150745D7-A4C0-C2AF-8372-A7A8F52F8206}"/>
              </a:ext>
            </a:extLst>
          </p:cNvPr>
          <p:cNvSpPr>
            <a:spLocks noGrp="1"/>
          </p:cNvSpPr>
          <p:nvPr>
            <p:ph type="title" hasCustomPrompt="1"/>
          </p:nvPr>
        </p:nvSpPr>
        <p:spPr bwMode="gray">
          <a:xfrm>
            <a:off x="695326" y="476672"/>
            <a:ext cx="8928100" cy="792000"/>
          </a:xfrm>
        </p:spPr>
        <p:txBody>
          <a:bodyPr/>
          <a:lstStyle/>
          <a:p>
            <a:r>
              <a:rPr lang="en-GB" noProof="0" err="1"/>
              <a:t>Folientitel</a:t>
            </a:r>
            <a:endParaRPr lang="en-GB" noProof="0"/>
          </a:p>
        </p:txBody>
      </p:sp>
      <p:sp>
        <p:nvSpPr>
          <p:cNvPr id="3" name="Inhaltsplatzhalter">
            <a:extLst>
              <a:ext uri="{FF2B5EF4-FFF2-40B4-BE49-F238E27FC236}">
                <a16:creationId xmlns:a16="http://schemas.microsoft.com/office/drawing/2014/main" id="{30AF8B8C-65ED-A652-C3D6-15F54289CA21}"/>
              </a:ext>
            </a:extLst>
          </p:cNvPr>
          <p:cNvSpPr>
            <a:spLocks noGrp="1"/>
          </p:cNvSpPr>
          <p:nvPr>
            <p:ph idx="1" hasCustomPrompt="1"/>
          </p:nvPr>
        </p:nvSpPr>
        <p:spPr bwMode="gray">
          <a:xfrm>
            <a:off x="695324" y="1556793"/>
            <a:ext cx="10800675" cy="4607472"/>
          </a:xfrm>
          <a:prstGeom prst="rect">
            <a:avLst/>
          </a:prstGeom>
        </p:spPr>
        <p:txBody>
          <a:bodyPr anchor="ctr"/>
          <a:lstStyle/>
          <a:p>
            <a:pPr lvl="0"/>
            <a:r>
              <a:rPr lang="en-GB" noProof="0"/>
              <a:t>Das </a:t>
            </a:r>
            <a:r>
              <a:rPr lang="en-GB" noProof="0" err="1"/>
              <a:t>ist</a:t>
            </a:r>
            <a:r>
              <a:rPr lang="en-GB" noProof="0"/>
              <a:t> </a:t>
            </a:r>
            <a:r>
              <a:rPr lang="en-GB" noProof="0" err="1"/>
              <a:t>ein</a:t>
            </a:r>
            <a:r>
              <a:rPr lang="en-GB" noProof="0"/>
              <a:t> </a:t>
            </a:r>
            <a:r>
              <a:rPr lang="en-GB" noProof="0" err="1"/>
              <a:t>Fließtext</a:t>
            </a:r>
            <a:r>
              <a:rPr lang="en-GB" noProof="0"/>
              <a:t>. </a:t>
            </a:r>
            <a:r>
              <a:rPr lang="en-GB" noProof="0" err="1"/>
              <a:t>Nutzen</a:t>
            </a:r>
            <a:r>
              <a:rPr lang="en-GB" noProof="0"/>
              <a:t> Sie die </a:t>
            </a:r>
            <a:r>
              <a:rPr lang="en-GB" noProof="0" err="1"/>
              <a:t>Schaltflächen</a:t>
            </a:r>
            <a:r>
              <a:rPr lang="en-GB" noProof="0"/>
              <a:t> „</a:t>
            </a:r>
            <a:r>
              <a:rPr lang="en-GB" noProof="0" err="1"/>
              <a:t>Listenebene</a:t>
            </a:r>
            <a:r>
              <a:rPr lang="en-GB" noProof="0"/>
              <a:t> </a:t>
            </a:r>
            <a:r>
              <a:rPr lang="en-GB" noProof="0" err="1"/>
              <a:t>erhöhen</a:t>
            </a:r>
            <a:r>
              <a:rPr lang="en-GB" noProof="0"/>
              <a:t>“ </a:t>
            </a:r>
            <a:r>
              <a:rPr lang="en-GB" noProof="0" err="1"/>
              <a:t>bzw</a:t>
            </a:r>
            <a:r>
              <a:rPr lang="en-GB" noProof="0"/>
              <a:t>. „</a:t>
            </a:r>
            <a:r>
              <a:rPr lang="en-GB" noProof="0" err="1"/>
              <a:t>verringern</a:t>
            </a:r>
            <a:r>
              <a:rPr lang="en-GB" noProof="0"/>
              <a:t>“ (auf der </a:t>
            </a:r>
            <a:r>
              <a:rPr lang="en-GB" noProof="0" err="1"/>
              <a:t>Registerlasche</a:t>
            </a:r>
            <a:r>
              <a:rPr lang="en-GB" noProof="0"/>
              <a:t> „Start“), um die </a:t>
            </a:r>
            <a:r>
              <a:rPr lang="en-GB" noProof="0" err="1"/>
              <a:t>vordefinierten</a:t>
            </a:r>
            <a:r>
              <a:rPr lang="en-GB" noProof="0"/>
              <a:t> </a:t>
            </a:r>
            <a:r>
              <a:rPr lang="en-GB" noProof="0" err="1"/>
              <a:t>Textformatierungen</a:t>
            </a:r>
            <a:r>
              <a:rPr lang="en-GB" noProof="0"/>
              <a:t> </a:t>
            </a:r>
            <a:r>
              <a:rPr lang="en-GB" noProof="0" err="1"/>
              <a:t>anzusteuern</a:t>
            </a:r>
            <a:r>
              <a:rPr lang="en-GB" noProof="0"/>
              <a:t>.</a:t>
            </a:r>
          </a:p>
          <a:p>
            <a:pPr lvl="1"/>
            <a:r>
              <a:rPr lang="en-GB" noProof="0" err="1"/>
              <a:t>Zweite</a:t>
            </a:r>
            <a:r>
              <a:rPr lang="en-GB" noProof="0"/>
              <a:t> Ebene</a:t>
            </a:r>
          </a:p>
          <a:p>
            <a:pPr lvl="2"/>
            <a:r>
              <a:rPr lang="en-GB" noProof="0" err="1"/>
              <a:t>Dritte</a:t>
            </a:r>
            <a:r>
              <a:rPr lang="en-GB" noProof="0"/>
              <a:t> Ebene</a:t>
            </a:r>
          </a:p>
          <a:p>
            <a:pPr lvl="3"/>
            <a:r>
              <a:rPr lang="en-GB" noProof="0" err="1"/>
              <a:t>Vierte</a:t>
            </a:r>
            <a:r>
              <a:rPr lang="en-GB" noProof="0"/>
              <a:t> Ebene</a:t>
            </a:r>
          </a:p>
        </p:txBody>
      </p:sp>
      <p:sp>
        <p:nvSpPr>
          <p:cNvPr id="4" name="Datum">
            <a:extLst>
              <a:ext uri="{FF2B5EF4-FFF2-40B4-BE49-F238E27FC236}">
                <a16:creationId xmlns:a16="http://schemas.microsoft.com/office/drawing/2014/main" id="{ADA380CC-EB11-4907-814A-374A8738070D}"/>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5" name="Fußzeile">
            <a:extLst>
              <a:ext uri="{FF2B5EF4-FFF2-40B4-BE49-F238E27FC236}">
                <a16:creationId xmlns:a16="http://schemas.microsoft.com/office/drawing/2014/main" id="{188A2690-C068-BA18-C8A9-131C0659FB52}"/>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Tree>
    <p:extLst>
      <p:ext uri="{BB962C8B-B14F-4D97-AF65-F5344CB8AC3E}">
        <p14:creationId xmlns:p14="http://schemas.microsoft.com/office/powerpoint/2010/main" val="3232414894"/>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438" userDrawn="1">
          <p15:clr>
            <a:srgbClr val="FBAE40"/>
          </p15:clr>
        </p15:guide>
        <p15:guide id="3" pos="6062" userDrawn="1">
          <p15:clr>
            <a:srgbClr val="FBAE40"/>
          </p15:clr>
        </p15:guide>
        <p15:guide id="4" orient="horz" pos="388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Ein Inhalt mit Marginali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en-GB" err="1"/>
              <a:t>Folientitel</a:t>
            </a:r>
            <a:endParaRPr lang="en-GB"/>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7056438" cy="4320000"/>
          </a:xfrm>
          <a:prstGeom prst="rect">
            <a:avLst/>
          </a:prstGeom>
        </p:spPr>
        <p:txBody>
          <a:bodyPr anchor="ctr"/>
          <a:lstStyle>
            <a:lvl5pPr>
              <a:defRPr/>
            </a:lvl5pPr>
          </a:lstStyle>
          <a:p>
            <a:pPr lvl="0"/>
            <a:r>
              <a:rPr lang="en-GB"/>
              <a:t>Das </a:t>
            </a:r>
            <a:r>
              <a:rPr lang="en-GB" err="1"/>
              <a:t>ist</a:t>
            </a:r>
            <a:r>
              <a:rPr lang="en-GB"/>
              <a:t> </a:t>
            </a:r>
            <a:r>
              <a:rPr lang="en-GB" err="1"/>
              <a:t>ein</a:t>
            </a:r>
            <a:r>
              <a:rPr lang="en-GB"/>
              <a:t> </a:t>
            </a:r>
            <a:r>
              <a:rPr lang="en-GB" err="1"/>
              <a:t>Fließtext</a:t>
            </a:r>
            <a:r>
              <a:rPr lang="en-GB"/>
              <a:t>. </a:t>
            </a:r>
            <a:r>
              <a:rPr lang="en-GB" err="1"/>
              <a:t>Nutzen</a:t>
            </a:r>
            <a:r>
              <a:rPr lang="en-GB"/>
              <a:t> Sie die </a:t>
            </a:r>
            <a:r>
              <a:rPr lang="en-GB" err="1"/>
              <a:t>Schaltflächen</a:t>
            </a:r>
            <a:r>
              <a:rPr lang="en-GB"/>
              <a:t> „</a:t>
            </a:r>
            <a:r>
              <a:rPr lang="en-GB" err="1"/>
              <a:t>Listenebene</a:t>
            </a:r>
            <a:r>
              <a:rPr lang="en-GB"/>
              <a:t> </a:t>
            </a:r>
            <a:r>
              <a:rPr lang="en-GB" err="1"/>
              <a:t>erhöhen</a:t>
            </a:r>
            <a:r>
              <a:rPr lang="en-GB"/>
              <a:t>“ </a:t>
            </a:r>
            <a:r>
              <a:rPr lang="en-GB" err="1"/>
              <a:t>bzw</a:t>
            </a:r>
            <a:r>
              <a:rPr lang="en-GB"/>
              <a:t>. „</a:t>
            </a:r>
            <a:r>
              <a:rPr lang="en-GB" err="1"/>
              <a:t>verringern</a:t>
            </a:r>
            <a:r>
              <a:rPr lang="en-GB"/>
              <a:t>“ (auf der </a:t>
            </a:r>
            <a:r>
              <a:rPr lang="en-GB" err="1"/>
              <a:t>Registerlasche</a:t>
            </a:r>
            <a:r>
              <a:rPr lang="en-GB"/>
              <a:t> „Start“), um die </a:t>
            </a:r>
            <a:r>
              <a:rPr lang="en-GB" err="1"/>
              <a:t>vordefinierten</a:t>
            </a:r>
            <a:r>
              <a:rPr lang="en-GB"/>
              <a:t> </a:t>
            </a:r>
            <a:r>
              <a:rPr lang="en-GB" err="1"/>
              <a:t>Textformatierungen</a:t>
            </a:r>
            <a:r>
              <a:rPr lang="en-GB"/>
              <a:t> </a:t>
            </a:r>
            <a:r>
              <a:rPr lang="en-GB" err="1"/>
              <a:t>anzusteuern</a:t>
            </a:r>
            <a:r>
              <a:rPr lang="en-GB"/>
              <a:t>.</a:t>
            </a:r>
          </a:p>
          <a:p>
            <a:pPr lvl="1"/>
            <a:r>
              <a:rPr lang="en-GB" err="1"/>
              <a:t>Zweite</a:t>
            </a:r>
            <a:r>
              <a:rPr lang="en-GB"/>
              <a:t> Ebene</a:t>
            </a:r>
          </a:p>
          <a:p>
            <a:pPr lvl="2"/>
            <a:r>
              <a:rPr lang="en-GB" err="1"/>
              <a:t>Dritte</a:t>
            </a:r>
            <a:r>
              <a:rPr lang="en-GB"/>
              <a:t> Ebene</a:t>
            </a:r>
          </a:p>
          <a:p>
            <a:pPr lvl="3"/>
            <a:r>
              <a:rPr lang="en-GB" err="1"/>
              <a:t>Vierte</a:t>
            </a:r>
            <a:r>
              <a:rPr lang="en-GB"/>
              <a:t> Ebene</a:t>
            </a:r>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8183562" y="1845000"/>
            <a:ext cx="3313113" cy="4320000"/>
          </a:xfrm>
          <a:prstGeom prst="rect">
            <a:avLst/>
          </a:prstGeom>
        </p:spPr>
        <p:txBody>
          <a:bodyPr anchor="ctr"/>
          <a:lstStyle>
            <a:lvl5pPr>
              <a:defRPr/>
            </a:lvl5pPr>
          </a:lstStyle>
          <a:p>
            <a:pPr lvl="0"/>
            <a:r>
              <a:rPr lang="de-DE"/>
              <a:t>Das ist ein Fließtext. Nutzen Sie die Schaltflächen „Listenebene erhöhen“ bzw. „verringern“ (auf der Registerlasche „Start“), um die vordefinierten Textformatierungen anzusteuern.</a:t>
            </a:r>
          </a:p>
          <a:p>
            <a:pPr lvl="1"/>
            <a:r>
              <a:rPr lang="de-DE"/>
              <a:t>Zweite Ebene</a:t>
            </a:r>
          </a:p>
          <a:p>
            <a:pPr lvl="2"/>
            <a:r>
              <a:rPr lang="de-DE"/>
              <a:t>Dritte Ebene</a:t>
            </a:r>
          </a:p>
          <a:p>
            <a:pPr lvl="3"/>
            <a:r>
              <a:rPr lang="de-DE"/>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Tree>
    <p:extLst>
      <p:ext uri="{BB962C8B-B14F-4D97-AF65-F5344CB8AC3E}">
        <p14:creationId xmlns:p14="http://schemas.microsoft.com/office/powerpoint/2010/main" val="177052816"/>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5155" userDrawn="1">
          <p15:clr>
            <a:srgbClr val="FBAE40"/>
          </p15:clr>
        </p15:guide>
        <p15:guide id="3" pos="438" userDrawn="1">
          <p15:clr>
            <a:srgbClr val="FBAE40"/>
          </p15:clr>
        </p15:guide>
        <p15:guide id="4" pos="4883"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7" name="Seitenzahl">
            <a:extLst>
              <a:ext uri="{FF2B5EF4-FFF2-40B4-BE49-F238E27FC236}">
                <a16:creationId xmlns:a16="http://schemas.microsoft.com/office/drawing/2014/main" id="{EF1AFF7A-4585-76F7-733F-5E6531ECE8C1}"/>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p:txBody>
          <a:bodyPr/>
          <a:lstStyle/>
          <a:p>
            <a:r>
              <a:rPr lang="en-GB"/>
              <a:t>Folientitel</a:t>
            </a:r>
          </a:p>
        </p:txBody>
      </p:sp>
      <p:sp>
        <p:nvSpPr>
          <p:cNvPr id="3" name="Inhaltsplatzhalter 1">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5184775" cy="4320000"/>
          </a:xfrm>
          <a:prstGeom prst="rect">
            <a:avLst/>
          </a:prstGeom>
        </p:spPr>
        <p:txBody>
          <a:bodyPr anchor="ctr"/>
          <a:lstStyle>
            <a:lvl5pPr>
              <a:defRPr/>
            </a:lvl5pPr>
          </a:lstStyle>
          <a:p>
            <a:pPr lvl="0"/>
            <a:r>
              <a:rPr lang="en-GB"/>
              <a:t>Das ist ein Fließtext. Nutzen Sie die Schaltflächen „Listenebene erhöhen“ bzw. „verringern“ (auf der Registerlasche „Start“), um die vordefinierten Textformatierungen anzusteuern.</a:t>
            </a:r>
          </a:p>
          <a:p>
            <a:pPr lvl="1"/>
            <a:r>
              <a:rPr lang="en-GB"/>
              <a:t>Zweite Ebene</a:t>
            </a:r>
          </a:p>
          <a:p>
            <a:pPr lvl="2"/>
            <a:r>
              <a:rPr lang="en-GB"/>
              <a:t>Dritte Ebene</a:t>
            </a:r>
          </a:p>
          <a:p>
            <a:pPr lvl="3"/>
            <a:r>
              <a:rPr lang="en-GB"/>
              <a:t>Vierte Ebene</a:t>
            </a:r>
          </a:p>
        </p:txBody>
      </p:sp>
      <p:sp>
        <p:nvSpPr>
          <p:cNvPr id="4" name="Inhaltsplatzhalter 2">
            <a:extLst>
              <a:ext uri="{FF2B5EF4-FFF2-40B4-BE49-F238E27FC236}">
                <a16:creationId xmlns:a16="http://schemas.microsoft.com/office/drawing/2014/main" id="{02207B24-6E6F-3E0B-0B80-7991B818D746}"/>
              </a:ext>
            </a:extLst>
          </p:cNvPr>
          <p:cNvSpPr>
            <a:spLocks noGrp="1"/>
          </p:cNvSpPr>
          <p:nvPr>
            <p:ph sz="half" idx="2" hasCustomPrompt="1"/>
          </p:nvPr>
        </p:nvSpPr>
        <p:spPr bwMode="gray">
          <a:xfrm>
            <a:off x="6311900" y="1845000"/>
            <a:ext cx="5184775" cy="4320000"/>
          </a:xfrm>
          <a:prstGeom prst="rect">
            <a:avLst/>
          </a:prstGeom>
        </p:spPr>
        <p:txBody>
          <a:bodyPr anchor="ctr"/>
          <a:lstStyle>
            <a:lvl5pPr>
              <a:defRPr/>
            </a:lvl5pPr>
          </a:lstStyle>
          <a:p>
            <a:pPr lvl="0"/>
            <a:r>
              <a:rPr lang="en-GB"/>
              <a:t>Das ist ein Fließtext. Nutzen Sie die Schaltflächen „Listenebene erhöhen“ bzw. „verringern“ (auf der Registerlasche „Start“), um die vordefinierten Textformatierungen anzusteuern.</a:t>
            </a:r>
          </a:p>
          <a:p>
            <a:pPr lvl="1"/>
            <a:r>
              <a:rPr lang="en-GB"/>
              <a:t>Zweite Ebene</a:t>
            </a:r>
          </a:p>
          <a:p>
            <a:pPr lvl="2"/>
            <a:r>
              <a:rPr lang="en-GB"/>
              <a:t>Dritte Ebene</a:t>
            </a:r>
          </a:p>
          <a:p>
            <a:pPr lvl="3"/>
            <a:r>
              <a:rPr lang="en-GB"/>
              <a:t>Vierte Ebene</a:t>
            </a:r>
          </a:p>
        </p:txBody>
      </p:sp>
      <p:sp>
        <p:nvSpPr>
          <p:cNvPr id="5" name="Datum">
            <a:extLst>
              <a:ext uri="{FF2B5EF4-FFF2-40B4-BE49-F238E27FC236}">
                <a16:creationId xmlns:a16="http://schemas.microsoft.com/office/drawing/2014/main" id="{E83F9E42-7406-F5E4-1F1F-65560C8C7A20}"/>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6" name="Fußzeile">
            <a:extLst>
              <a:ext uri="{FF2B5EF4-FFF2-40B4-BE49-F238E27FC236}">
                <a16:creationId xmlns:a16="http://schemas.microsoft.com/office/drawing/2014/main" id="{851D40C1-7189-7EBF-D7A5-A84045DB92DC}"/>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Tree>
    <p:extLst>
      <p:ext uri="{BB962C8B-B14F-4D97-AF65-F5344CB8AC3E}">
        <p14:creationId xmlns:p14="http://schemas.microsoft.com/office/powerpoint/2010/main" val="3888075122"/>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3976" userDrawn="1">
          <p15:clr>
            <a:srgbClr val="FBAE40"/>
          </p15:clr>
        </p15:guide>
        <p15:guide id="3" pos="438" userDrawn="1">
          <p15:clr>
            <a:srgbClr val="FBAE40"/>
          </p15:clr>
        </p15:guide>
        <p15:guide id="4" pos="3704" userDrawn="1">
          <p15:clr>
            <a:srgbClr val="FBAE40"/>
          </p15:clr>
        </p15:guide>
        <p15:guide id="5" orient="horz" pos="3883" userDrawn="1">
          <p15:clr>
            <a:srgbClr val="FBAE40"/>
          </p15:clr>
        </p15:guide>
        <p15:guide id="6" pos="724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5" name="Seitenzahl">
            <a:extLst>
              <a:ext uri="{FF2B5EF4-FFF2-40B4-BE49-F238E27FC236}">
                <a16:creationId xmlns:a16="http://schemas.microsoft.com/office/drawing/2014/main" id="{D7647B63-C144-DF75-9699-C0B5D11920AB}"/>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
        <p:nvSpPr>
          <p:cNvPr id="2" name="Titel">
            <a:extLst>
              <a:ext uri="{FF2B5EF4-FFF2-40B4-BE49-F238E27FC236}">
                <a16:creationId xmlns:a16="http://schemas.microsoft.com/office/drawing/2014/main" id="{D42305C9-B889-1D8B-6063-010E8F13C653}"/>
              </a:ext>
            </a:extLst>
          </p:cNvPr>
          <p:cNvSpPr>
            <a:spLocks noGrp="1"/>
          </p:cNvSpPr>
          <p:nvPr>
            <p:ph type="title" hasCustomPrompt="1"/>
          </p:nvPr>
        </p:nvSpPr>
        <p:spPr bwMode="gray"/>
        <p:txBody>
          <a:bodyPr/>
          <a:lstStyle/>
          <a:p>
            <a:r>
              <a:rPr lang="en-GB" err="1"/>
              <a:t>Folientitel</a:t>
            </a:r>
            <a:endParaRPr lang="en-GB"/>
          </a:p>
        </p:txBody>
      </p:sp>
      <p:sp>
        <p:nvSpPr>
          <p:cNvPr id="3" name="Datum">
            <a:extLst>
              <a:ext uri="{FF2B5EF4-FFF2-40B4-BE49-F238E27FC236}">
                <a16:creationId xmlns:a16="http://schemas.microsoft.com/office/drawing/2014/main" id="{C1BF8782-6672-A080-DFAD-B6A598EC7C75}"/>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4" name="Fußzeile">
            <a:extLst>
              <a:ext uri="{FF2B5EF4-FFF2-40B4-BE49-F238E27FC236}">
                <a16:creationId xmlns:a16="http://schemas.microsoft.com/office/drawing/2014/main" id="{C02F2B38-8079-2DD7-8093-1AAF5F97A3D0}"/>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Tree>
    <p:extLst>
      <p:ext uri="{BB962C8B-B14F-4D97-AF65-F5344CB8AC3E}">
        <p14:creationId xmlns:p14="http://schemas.microsoft.com/office/powerpoint/2010/main" val="644845398"/>
      </p:ext>
    </p:extLst>
  </p:cSld>
  <p:clrMapOvr>
    <a:masterClrMapping/>
  </p:clrMapOvr>
  <p:extLst>
    <p:ext uri="{DCECCB84-F9BA-43D5-87BE-67443E8EF086}">
      <p15:sldGuideLst xmlns:p15="http://schemas.microsoft.com/office/powerpoint/2012/main">
        <p15:guide id="1" orient="horz" pos="1162" userDrawn="1">
          <p15:clr>
            <a:srgbClr val="FBAE40"/>
          </p15:clr>
        </p15:guide>
        <p15:guide id="2" pos="7242" userDrawn="1">
          <p15:clr>
            <a:srgbClr val="FBAE40"/>
          </p15:clr>
        </p15:guide>
        <p15:guide id="3" pos="438" userDrawn="1">
          <p15:clr>
            <a:srgbClr val="FBAE40"/>
          </p15:clr>
        </p15:guide>
        <p15:guide id="4" orient="horz" pos="388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p:ph type="dt" sz="half" idx="10"/>
          </p:nvPr>
        </p:nvSpPr>
        <p:spPr bwMode="gray"/>
        <p:txBody>
          <a:bodyPr/>
          <a:lstStyle/>
          <a:p>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p:ph type="ftr" sz="quarter" idx="11"/>
          </p:nvPr>
        </p:nvSpPr>
        <p:spPr bwMode="gray"/>
        <p:txBody>
          <a:bodyPr/>
          <a:lstStyle/>
          <a:p>
            <a:r>
              <a:rPr lang="de-DE" dirty="0"/>
              <a:t>KMH | IL Scientific Method</a:t>
            </a:r>
          </a:p>
        </p:txBody>
      </p:sp>
      <p:sp>
        <p:nvSpPr>
          <p:cNvPr id="4" name="Seitenzahl">
            <a:extLst>
              <a:ext uri="{FF2B5EF4-FFF2-40B4-BE49-F238E27FC236}">
                <a16:creationId xmlns:a16="http://schemas.microsoft.com/office/drawing/2014/main" id="{DDD4A764-0924-9D33-56B6-137296B573A9}"/>
              </a:ext>
              <a:ext uri="{C183D7F6-B498-43B3-948B-1728B52AA6E4}">
                <adec:decorative xmlns:adec="http://schemas.microsoft.com/office/drawing/2017/decorative" val="0"/>
              </a:ext>
            </a:extLst>
          </p:cNvPr>
          <p:cNvSpPr>
            <a:spLocks noGrp="1"/>
          </p:cNvSpPr>
          <p:nvPr>
            <p:ph type="sldNum" sz="quarter" idx="12"/>
          </p:nvPr>
        </p:nvSpPr>
        <p:spPr bwMode="gray">
          <a:xfrm>
            <a:off x="10992000" y="6439500"/>
            <a:ext cx="504000" cy="144000"/>
          </a:xfrm>
          <a:prstGeom prst="rect">
            <a:avLst/>
          </a:prstGeom>
        </p:spPr>
        <p:txBody>
          <a:bodyPr/>
          <a:lstStyle/>
          <a:p>
            <a:fld id="{D836C0FE-70CA-4950-82D6-CF602CC2B770}" type="slidenum">
              <a:rPr lang="de-DE" smtClean="0"/>
              <a:t>‹Nr.›</a:t>
            </a:fld>
            <a:endParaRPr lang="de-DE" dirty="0"/>
          </a:p>
        </p:txBody>
      </p:sp>
    </p:spTree>
    <p:extLst>
      <p:ext uri="{BB962C8B-B14F-4D97-AF65-F5344CB8AC3E}">
        <p14:creationId xmlns:p14="http://schemas.microsoft.com/office/powerpoint/2010/main" val="3626698971"/>
      </p:ext>
    </p:extLst>
  </p:cSld>
  <p:clrMapOvr>
    <a:masterClrMapping/>
  </p:clrMapOvr>
  <p:extLst>
    <p:ext uri="{DCECCB84-F9BA-43D5-87BE-67443E8EF086}">
      <p15:sldGuideLst xmlns:p15="http://schemas.microsoft.com/office/powerpoint/2012/main">
        <p15:guide id="1" orient="horz" pos="437" userDrawn="1">
          <p15:clr>
            <a:srgbClr val="FBAE40"/>
          </p15:clr>
        </p15:guide>
        <p15:guide id="2" pos="438" userDrawn="1">
          <p15:clr>
            <a:srgbClr val="FBAE40"/>
          </p15:clr>
        </p15:guide>
        <p15:guide id="3" pos="7242" userDrawn="1">
          <p15:clr>
            <a:srgbClr val="FBAE40"/>
          </p15:clr>
        </p15:guide>
        <p15:guide id="4" orient="horz" pos="388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3 Inhalt | 1/3 Bild | Plakativ">
    <p:spTree>
      <p:nvGrpSpPr>
        <p:cNvPr id="1" name=""/>
        <p:cNvGrpSpPr/>
        <p:nvPr/>
      </p:nvGrpSpPr>
      <p:grpSpPr>
        <a:xfrm>
          <a:off x="0" y="0"/>
          <a:ext cx="0" cy="0"/>
          <a:chOff x="0" y="0"/>
          <a:chExt cx="0" cy="0"/>
        </a:xfrm>
      </p:grpSpPr>
      <p:sp>
        <p:nvSpPr>
          <p:cNvPr id="19" name="Seitenzahl">
            <a:extLst>
              <a:ext uri="{FF2B5EF4-FFF2-40B4-BE49-F238E27FC236}">
                <a16:creationId xmlns:a16="http://schemas.microsoft.com/office/drawing/2014/main" id="{1FE84F85-E87D-A7F5-E6B5-FACAE49239DB}"/>
              </a:ext>
              <a:ext uri="{C183D7F6-B498-43B3-948B-1728B52AA6E4}">
                <adec:decorative xmlns:adec="http://schemas.microsoft.com/office/drawing/2017/decorative" val="0"/>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6" y="693000"/>
            <a:ext cx="6553200" cy="1656000"/>
          </a:xfrm>
        </p:spPr>
        <p:txBody>
          <a:bodyPr anchor="ctr" anchorCtr="0"/>
          <a:lstStyle>
            <a:lvl1pPr>
              <a:lnSpc>
                <a:spcPct val="100000"/>
              </a:lnSpc>
              <a:defRPr sz="3600"/>
            </a:lvl1pPr>
          </a:lstStyle>
          <a:p>
            <a:r>
              <a:rPr lang="en-GB"/>
              <a:t>Folientitel</a:t>
            </a:r>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2780999"/>
            <a:ext cx="6553200" cy="3383263"/>
          </a:xfrm>
          <a:prstGeom prst="rect">
            <a:avLst/>
          </a:prstGeom>
        </p:spPr>
        <p:txBody>
          <a:bodyPr anchor="ctr"/>
          <a:lstStyle>
            <a:lvl5pPr>
              <a:defRPr/>
            </a:lvl5pPr>
          </a:lstStyle>
          <a:p>
            <a:pPr lvl="0"/>
            <a:r>
              <a:rPr lang="en-GB"/>
              <a:t>Das </a:t>
            </a:r>
            <a:r>
              <a:rPr lang="en-GB" err="1"/>
              <a:t>ist</a:t>
            </a:r>
            <a:r>
              <a:rPr lang="en-GB"/>
              <a:t> </a:t>
            </a:r>
            <a:r>
              <a:rPr lang="en-GB" err="1"/>
              <a:t>ein</a:t>
            </a:r>
            <a:r>
              <a:rPr lang="en-GB"/>
              <a:t> </a:t>
            </a:r>
            <a:r>
              <a:rPr lang="en-GB" err="1"/>
              <a:t>Fließtext</a:t>
            </a:r>
            <a:r>
              <a:rPr lang="en-GB"/>
              <a:t>. </a:t>
            </a:r>
            <a:r>
              <a:rPr lang="en-GB" err="1"/>
              <a:t>Nutzen</a:t>
            </a:r>
            <a:r>
              <a:rPr lang="en-GB"/>
              <a:t> Sie die </a:t>
            </a:r>
            <a:r>
              <a:rPr lang="en-GB" err="1"/>
              <a:t>Schaltflächen</a:t>
            </a:r>
            <a:r>
              <a:rPr lang="en-GB"/>
              <a:t> „</a:t>
            </a:r>
            <a:r>
              <a:rPr lang="en-GB" err="1"/>
              <a:t>Listenebene</a:t>
            </a:r>
            <a:r>
              <a:rPr lang="en-GB"/>
              <a:t> </a:t>
            </a:r>
            <a:r>
              <a:rPr lang="en-GB" err="1"/>
              <a:t>erhöhen</a:t>
            </a:r>
            <a:r>
              <a:rPr lang="en-GB"/>
              <a:t>“ </a:t>
            </a:r>
            <a:r>
              <a:rPr lang="en-GB" err="1"/>
              <a:t>bzw</a:t>
            </a:r>
            <a:r>
              <a:rPr lang="en-GB"/>
              <a:t>. „</a:t>
            </a:r>
            <a:r>
              <a:rPr lang="en-GB" err="1"/>
              <a:t>verringern</a:t>
            </a:r>
            <a:r>
              <a:rPr lang="en-GB"/>
              <a:t>“ (auf der </a:t>
            </a:r>
            <a:r>
              <a:rPr lang="en-GB" err="1"/>
              <a:t>Registerlasche</a:t>
            </a:r>
            <a:r>
              <a:rPr lang="en-GB"/>
              <a:t> „Start“), um die </a:t>
            </a:r>
            <a:r>
              <a:rPr lang="en-GB" err="1"/>
              <a:t>vordefinierten</a:t>
            </a:r>
            <a:r>
              <a:rPr lang="en-GB"/>
              <a:t> </a:t>
            </a:r>
            <a:r>
              <a:rPr lang="en-GB" err="1"/>
              <a:t>Textformatierungen</a:t>
            </a:r>
            <a:r>
              <a:rPr lang="en-GB"/>
              <a:t> </a:t>
            </a:r>
            <a:r>
              <a:rPr lang="en-GB" err="1"/>
              <a:t>anzusteuern</a:t>
            </a:r>
            <a:r>
              <a:rPr lang="en-GB"/>
              <a:t>.</a:t>
            </a:r>
          </a:p>
          <a:p>
            <a:pPr lvl="1"/>
            <a:r>
              <a:rPr lang="en-GB" err="1"/>
              <a:t>Zweite</a:t>
            </a:r>
            <a:r>
              <a:rPr lang="en-GB"/>
              <a:t> Ebene</a:t>
            </a:r>
          </a:p>
          <a:p>
            <a:pPr lvl="2"/>
            <a:r>
              <a:rPr lang="en-GB" err="1"/>
              <a:t>Dritte</a:t>
            </a:r>
            <a:r>
              <a:rPr lang="en-GB"/>
              <a:t> Ebene</a:t>
            </a:r>
          </a:p>
          <a:p>
            <a:pPr lvl="3"/>
            <a:r>
              <a:rPr lang="en-GB" err="1"/>
              <a:t>Vierte</a:t>
            </a:r>
            <a:r>
              <a:rPr lang="en-GB"/>
              <a:t> Ebene</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8184000" y="0"/>
            <a:ext cx="4008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7" name="Datum">
            <a:extLst>
              <a:ext uri="{FF2B5EF4-FFF2-40B4-BE49-F238E27FC236}">
                <a16:creationId xmlns:a16="http://schemas.microsoft.com/office/drawing/2014/main" id="{35C59BB5-79BC-E0E7-BA01-48006270CC92}"/>
              </a:ext>
              <a:ext uri="{C183D7F6-B498-43B3-948B-1728B52AA6E4}">
                <adec:decorative xmlns:adec="http://schemas.microsoft.com/office/drawing/2017/decorative" val="1"/>
              </a:ext>
            </a:extLst>
          </p:cNvPr>
          <p:cNvSpPr>
            <a:spLocks noGrp="1"/>
          </p:cNvSpPr>
          <p:nvPr>
            <p:ph type="dt" sz="half" idx="15"/>
          </p:nvPr>
        </p:nvSpPr>
        <p:spPr bwMode="gray"/>
        <p:txBody>
          <a:bodyPr/>
          <a:lstStyle/>
          <a:p>
            <a:endParaRPr lang="de-DE" dirty="0"/>
          </a:p>
        </p:txBody>
      </p:sp>
      <p:sp>
        <p:nvSpPr>
          <p:cNvPr id="18" name="Fußzeile">
            <a:extLst>
              <a:ext uri="{FF2B5EF4-FFF2-40B4-BE49-F238E27FC236}">
                <a16:creationId xmlns:a16="http://schemas.microsoft.com/office/drawing/2014/main" id="{AC3E8207-98FD-1844-85F2-0ACEE244789B}"/>
              </a:ext>
              <a:ext uri="{C183D7F6-B498-43B3-948B-1728B52AA6E4}">
                <adec:decorative xmlns:adec="http://schemas.microsoft.com/office/drawing/2017/decorative" val="1"/>
              </a:ext>
            </a:extLst>
          </p:cNvPr>
          <p:cNvSpPr>
            <a:spLocks noGrp="1"/>
          </p:cNvSpPr>
          <p:nvPr>
            <p:ph type="ftr" sz="quarter" idx="16"/>
          </p:nvPr>
        </p:nvSpPr>
        <p:spPr bwMode="gray">
          <a:xfrm>
            <a:off x="1560000" y="6439500"/>
            <a:ext cx="5688000" cy="144000"/>
          </a:xfrm>
        </p:spPr>
        <p:txBody>
          <a:bodyPr/>
          <a:lstStyle/>
          <a:p>
            <a:r>
              <a:rPr lang="de-DE" dirty="0"/>
              <a:t>KMH | IL Scientific Method</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1"/>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2605531153"/>
      </p:ext>
    </p:extLst>
  </p:cSld>
  <p:clrMapOvr>
    <a:masterClrMapping/>
  </p:clrMapOvr>
  <p:extLst>
    <p:ext uri="{DCECCB84-F9BA-43D5-87BE-67443E8EF086}">
      <p15:sldGuideLst xmlns:p15="http://schemas.microsoft.com/office/powerpoint/2012/main">
        <p15:guide id="1" orient="horz" pos="437" userDrawn="1">
          <p15:clr>
            <a:srgbClr val="FBAE40"/>
          </p15:clr>
        </p15:guide>
        <p15:guide id="3" pos="438" userDrawn="1">
          <p15:clr>
            <a:srgbClr val="FBAE40"/>
          </p15:clr>
        </p15:guide>
        <p15:guide id="4" pos="4566" userDrawn="1">
          <p15:clr>
            <a:srgbClr val="FBAE40"/>
          </p15:clr>
        </p15:guide>
        <p15:guide id="5" orient="horz" pos="3883"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in Inhalt | drei Bilder">
    <p:spTree>
      <p:nvGrpSpPr>
        <p:cNvPr id="1" name=""/>
        <p:cNvGrpSpPr/>
        <p:nvPr/>
      </p:nvGrpSpPr>
      <p:grpSpPr>
        <a:xfrm>
          <a:off x="0" y="0"/>
          <a:ext cx="0" cy="0"/>
          <a:chOff x="0" y="0"/>
          <a:chExt cx="0" cy="0"/>
        </a:xfrm>
      </p:grpSpPr>
      <p:sp>
        <p:nvSpPr>
          <p:cNvPr id="36" name="Seitenzahl">
            <a:extLst>
              <a:ext uri="{FF2B5EF4-FFF2-40B4-BE49-F238E27FC236}">
                <a16:creationId xmlns:a16="http://schemas.microsoft.com/office/drawing/2014/main" id="{7CF479F3-EFF6-EAE7-4DE8-3E81275A2131}"/>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9DF58D4-EDD5-F6A1-40AB-072664955C9D}"/>
              </a:ext>
            </a:extLst>
          </p:cNvPr>
          <p:cNvSpPr>
            <a:spLocks noGrp="1"/>
          </p:cNvSpPr>
          <p:nvPr>
            <p:ph type="title" hasCustomPrompt="1"/>
          </p:nvPr>
        </p:nvSpPr>
        <p:spPr bwMode="gray">
          <a:xfrm>
            <a:off x="695325" y="693000"/>
            <a:ext cx="3744913" cy="792000"/>
          </a:xfrm>
        </p:spPr>
        <p:txBody>
          <a:bodyPr/>
          <a:lstStyle/>
          <a:p>
            <a:r>
              <a:rPr lang="en-GB" err="1"/>
              <a:t>Folientitel</a:t>
            </a:r>
            <a:endParaRPr lang="en-GB"/>
          </a:p>
        </p:txBody>
      </p:sp>
      <p:sp>
        <p:nvSpPr>
          <p:cNvPr id="3" name="Inhaltsplatzhalter">
            <a:extLst>
              <a:ext uri="{FF2B5EF4-FFF2-40B4-BE49-F238E27FC236}">
                <a16:creationId xmlns:a16="http://schemas.microsoft.com/office/drawing/2014/main" id="{E5E0B544-4A84-D596-5088-7E62DC3A72EA}"/>
              </a:ext>
            </a:extLst>
          </p:cNvPr>
          <p:cNvSpPr>
            <a:spLocks noGrp="1"/>
          </p:cNvSpPr>
          <p:nvPr>
            <p:ph sz="half" idx="1" hasCustomPrompt="1"/>
          </p:nvPr>
        </p:nvSpPr>
        <p:spPr bwMode="gray">
          <a:xfrm>
            <a:off x="695325" y="1845000"/>
            <a:ext cx="3744913" cy="4320000"/>
          </a:xfrm>
          <a:prstGeom prst="rect">
            <a:avLst/>
          </a:prstGeom>
        </p:spPr>
        <p:txBody>
          <a:bodyPr anchor="ctr"/>
          <a:lstStyle>
            <a:lvl5pPr>
              <a:defRPr/>
            </a:lvl5pPr>
          </a:lstStyle>
          <a:p>
            <a:pPr lvl="0"/>
            <a:r>
              <a:rPr lang="en-GB"/>
              <a:t>Das </a:t>
            </a:r>
            <a:r>
              <a:rPr lang="en-GB" err="1"/>
              <a:t>ist</a:t>
            </a:r>
            <a:r>
              <a:rPr lang="en-GB"/>
              <a:t> </a:t>
            </a:r>
            <a:r>
              <a:rPr lang="en-GB" err="1"/>
              <a:t>ein</a:t>
            </a:r>
            <a:r>
              <a:rPr lang="en-GB"/>
              <a:t> </a:t>
            </a:r>
            <a:r>
              <a:rPr lang="en-GB" err="1"/>
              <a:t>Fließtext</a:t>
            </a:r>
            <a:r>
              <a:rPr lang="en-GB"/>
              <a:t>. </a:t>
            </a:r>
            <a:r>
              <a:rPr lang="en-GB" err="1"/>
              <a:t>Nutzen</a:t>
            </a:r>
            <a:r>
              <a:rPr lang="en-GB"/>
              <a:t> Sie die </a:t>
            </a:r>
            <a:r>
              <a:rPr lang="en-GB" err="1"/>
              <a:t>Schaltflächen</a:t>
            </a:r>
            <a:r>
              <a:rPr lang="en-GB"/>
              <a:t> „</a:t>
            </a:r>
            <a:r>
              <a:rPr lang="en-GB" err="1"/>
              <a:t>Listenebene</a:t>
            </a:r>
            <a:r>
              <a:rPr lang="en-GB"/>
              <a:t> </a:t>
            </a:r>
            <a:r>
              <a:rPr lang="en-GB" err="1"/>
              <a:t>erhöhen</a:t>
            </a:r>
            <a:r>
              <a:rPr lang="en-GB"/>
              <a:t>“ </a:t>
            </a:r>
            <a:r>
              <a:rPr lang="en-GB" err="1"/>
              <a:t>bzw</a:t>
            </a:r>
            <a:r>
              <a:rPr lang="en-GB"/>
              <a:t>. „</a:t>
            </a:r>
            <a:r>
              <a:rPr lang="en-GB" err="1"/>
              <a:t>verringern</a:t>
            </a:r>
            <a:r>
              <a:rPr lang="en-GB"/>
              <a:t>“ (auf der </a:t>
            </a:r>
            <a:r>
              <a:rPr lang="en-GB" err="1"/>
              <a:t>Registerlasche</a:t>
            </a:r>
            <a:r>
              <a:rPr lang="en-GB"/>
              <a:t> „Start“), um die </a:t>
            </a:r>
            <a:r>
              <a:rPr lang="en-GB" err="1"/>
              <a:t>vordefinierten</a:t>
            </a:r>
            <a:r>
              <a:rPr lang="en-GB"/>
              <a:t> </a:t>
            </a:r>
            <a:r>
              <a:rPr lang="en-GB" err="1"/>
              <a:t>Textformatierungen</a:t>
            </a:r>
            <a:r>
              <a:rPr lang="en-GB"/>
              <a:t> </a:t>
            </a:r>
            <a:r>
              <a:rPr lang="en-GB" err="1"/>
              <a:t>anzusteuern</a:t>
            </a:r>
            <a:r>
              <a:rPr lang="en-GB"/>
              <a:t>.</a:t>
            </a:r>
          </a:p>
          <a:p>
            <a:pPr lvl="1"/>
            <a:r>
              <a:rPr lang="en-GB" err="1"/>
              <a:t>Zweite</a:t>
            </a:r>
            <a:r>
              <a:rPr lang="en-GB"/>
              <a:t> Ebene</a:t>
            </a:r>
          </a:p>
          <a:p>
            <a:pPr lvl="2"/>
            <a:r>
              <a:rPr lang="en-GB" err="1"/>
              <a:t>Dritte</a:t>
            </a:r>
            <a:r>
              <a:rPr lang="en-GB"/>
              <a:t> Ebene</a:t>
            </a:r>
          </a:p>
          <a:p>
            <a:pPr lvl="3"/>
            <a:r>
              <a:rPr lang="en-GB" err="1"/>
              <a:t>Vierte</a:t>
            </a:r>
            <a:r>
              <a:rPr lang="en-GB"/>
              <a:t> Ebene</a:t>
            </a:r>
          </a:p>
        </p:txBody>
      </p:sp>
      <p:sp>
        <p:nvSpPr>
          <p:cNvPr id="21" name="Bildplatzhalter 1">
            <a:extLst>
              <a:ext uri="{FF2B5EF4-FFF2-40B4-BE49-F238E27FC236}">
                <a16:creationId xmlns:a16="http://schemas.microsoft.com/office/drawing/2014/main" id="{AF836F0C-AB23-0834-52F8-488CDB969108}"/>
              </a:ext>
            </a:extLst>
          </p:cNvPr>
          <p:cNvSpPr>
            <a:spLocks noGrp="1"/>
          </p:cNvSpPr>
          <p:nvPr>
            <p:ph type="pic" idx="13" hasCustomPrompt="1"/>
          </p:nvPr>
        </p:nvSpPr>
        <p:spPr bwMode="gray">
          <a:xfrm>
            <a:off x="5376001" y="0"/>
            <a:ext cx="3383999"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9" name="Bildplatzhalter 2">
            <a:extLst>
              <a:ext uri="{FF2B5EF4-FFF2-40B4-BE49-F238E27FC236}">
                <a16:creationId xmlns:a16="http://schemas.microsoft.com/office/drawing/2014/main" id="{0F65B358-CE70-23FB-E16C-13EADA50F311}"/>
              </a:ext>
            </a:extLst>
          </p:cNvPr>
          <p:cNvSpPr>
            <a:spLocks noGrp="1"/>
          </p:cNvSpPr>
          <p:nvPr>
            <p:ph type="pic" idx="17" hasCustomPrompt="1"/>
          </p:nvPr>
        </p:nvSpPr>
        <p:spPr bwMode="gray">
          <a:xfrm>
            <a:off x="8832000" y="0"/>
            <a:ext cx="3360000" cy="3357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0" name="Bildplatzhalter 3">
            <a:extLst>
              <a:ext uri="{FF2B5EF4-FFF2-40B4-BE49-F238E27FC236}">
                <a16:creationId xmlns:a16="http://schemas.microsoft.com/office/drawing/2014/main" id="{09C26D89-9D23-A9D8-BB76-CC49822F1DFD}"/>
              </a:ext>
            </a:extLst>
          </p:cNvPr>
          <p:cNvSpPr>
            <a:spLocks noGrp="1"/>
          </p:cNvSpPr>
          <p:nvPr>
            <p:ph type="pic" idx="18" hasCustomPrompt="1"/>
          </p:nvPr>
        </p:nvSpPr>
        <p:spPr bwMode="gray">
          <a:xfrm>
            <a:off x="8832000" y="3429000"/>
            <a:ext cx="3360000" cy="3429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34" name="Datum">
            <a:extLst>
              <a:ext uri="{FF2B5EF4-FFF2-40B4-BE49-F238E27FC236}">
                <a16:creationId xmlns:a16="http://schemas.microsoft.com/office/drawing/2014/main" id="{EA4C7831-6E8D-936E-ACD1-6EB2EDDB54B1}"/>
              </a:ext>
              <a:ext uri="{C183D7F6-B498-43B3-948B-1728B52AA6E4}">
                <adec:decorative xmlns:adec="http://schemas.microsoft.com/office/drawing/2017/decorative" val="1"/>
              </a:ext>
            </a:extLst>
          </p:cNvPr>
          <p:cNvSpPr>
            <a:spLocks noGrp="1"/>
          </p:cNvSpPr>
          <p:nvPr>
            <p:ph type="dt" sz="half" idx="20"/>
          </p:nvPr>
        </p:nvSpPr>
        <p:spPr bwMode="gray"/>
        <p:txBody>
          <a:bodyPr/>
          <a:lstStyle/>
          <a:p>
            <a:endParaRPr lang="de-DE" dirty="0"/>
          </a:p>
        </p:txBody>
      </p:sp>
      <p:sp>
        <p:nvSpPr>
          <p:cNvPr id="35" name="Fußzeile">
            <a:extLst>
              <a:ext uri="{FF2B5EF4-FFF2-40B4-BE49-F238E27FC236}">
                <a16:creationId xmlns:a16="http://schemas.microsoft.com/office/drawing/2014/main" id="{E776CB81-10D0-E4F7-207B-6142F18CCDC1}"/>
              </a:ext>
              <a:ext uri="{C183D7F6-B498-43B3-948B-1728B52AA6E4}">
                <adec:decorative xmlns:adec="http://schemas.microsoft.com/office/drawing/2017/decorative" val="1"/>
              </a:ext>
            </a:extLst>
          </p:cNvPr>
          <p:cNvSpPr>
            <a:spLocks noGrp="1"/>
          </p:cNvSpPr>
          <p:nvPr>
            <p:ph type="ftr" sz="quarter" idx="21"/>
          </p:nvPr>
        </p:nvSpPr>
        <p:spPr bwMode="gray">
          <a:xfrm>
            <a:off x="1560000" y="6439500"/>
            <a:ext cx="2880000" cy="144000"/>
          </a:xfrm>
        </p:spPr>
        <p:txBody>
          <a:bodyPr/>
          <a:lstStyle/>
          <a:p>
            <a:r>
              <a:rPr lang="de-DE" dirty="0"/>
              <a:t>KMH | IL Scientific Method</a:t>
            </a:r>
          </a:p>
        </p:txBody>
      </p:sp>
      <p:sp>
        <p:nvSpPr>
          <p:cNvPr id="31" name="Logo">
            <a:extLst>
              <a:ext uri="{FF2B5EF4-FFF2-40B4-BE49-F238E27FC236}">
                <a16:creationId xmlns:a16="http://schemas.microsoft.com/office/drawing/2014/main" id="{220E6700-012A-BBA8-B56B-B2DC0E4CF31B}"/>
              </a:ext>
              <a:ext uri="{C183D7F6-B498-43B3-948B-1728B52AA6E4}">
                <adec:decorative xmlns:adec="http://schemas.microsoft.com/office/drawing/2017/decorative" val="1"/>
              </a:ext>
            </a:extLst>
          </p:cNvPr>
          <p:cNvSpPr>
            <a:spLocks noGrp="1" noChangeAspect="1"/>
          </p:cNvSpPr>
          <p:nvPr>
            <p:ph type="body" sz="quarter" idx="19"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328228728"/>
      </p:ext>
    </p:extLst>
  </p:cSld>
  <p:clrMapOvr>
    <a:masterClrMapping/>
  </p:clrMapOvr>
  <p:extLst>
    <p:ext uri="{DCECCB84-F9BA-43D5-87BE-67443E8EF086}">
      <p15:sldGuideLst xmlns:p15="http://schemas.microsoft.com/office/powerpoint/2012/main">
        <p15:guide id="1" orient="horz" pos="1162" userDrawn="1">
          <p15:clr>
            <a:srgbClr val="FBAE40"/>
          </p15:clr>
        </p15:guide>
        <p15:guide id="3" pos="438" userDrawn="1">
          <p15:clr>
            <a:srgbClr val="FBAE40"/>
          </p15:clr>
        </p15:guide>
        <p15:guide id="4" pos="2797" userDrawn="1">
          <p15:clr>
            <a:srgbClr val="FBAE40"/>
          </p15:clr>
        </p15:guide>
        <p15:guide id="5" orient="horz" pos="388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ollflächiges Bild">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0"/>
            <a:ext cx="12192000" cy="6858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78166529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in Bild mit Text">
    <p:spTree>
      <p:nvGrpSpPr>
        <p:cNvPr id="1" name=""/>
        <p:cNvGrpSpPr/>
        <p:nvPr/>
      </p:nvGrpSpPr>
      <p:grpSpPr>
        <a:xfrm>
          <a:off x="0" y="0"/>
          <a:ext cx="0" cy="0"/>
          <a:chOff x="0" y="0"/>
          <a:chExt cx="0" cy="0"/>
        </a:xfrm>
      </p:grpSpPr>
      <p:sp>
        <p:nvSpPr>
          <p:cNvPr id="14" name="Datum">
            <a:extLst>
              <a:ext uri="{FF2B5EF4-FFF2-40B4-BE49-F238E27FC236}">
                <a16:creationId xmlns:a16="http://schemas.microsoft.com/office/drawing/2014/main" id="{E2266BD2-5D48-750F-9E5B-9908CB1B3BE9}"/>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15" name="Fußzeile">
            <a:extLst>
              <a:ext uri="{FF2B5EF4-FFF2-40B4-BE49-F238E27FC236}">
                <a16:creationId xmlns:a16="http://schemas.microsoft.com/office/drawing/2014/main" id="{BB812F79-C277-1EDF-A8FA-F87C0BFE0644}"/>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16" name="Seitenzahl">
            <a:extLst>
              <a:ext uri="{FF2B5EF4-FFF2-40B4-BE49-F238E27FC236}">
                <a16:creationId xmlns:a16="http://schemas.microsoft.com/office/drawing/2014/main" id="{EE17E10C-A7AF-74BB-0D2B-65E7D6C8B3B2}"/>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gray"/>
        <p:txBody>
          <a:bodyPr/>
          <a:lstStyle/>
          <a:p>
            <a:r>
              <a:rPr lang="en-GB"/>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Das ist ein Fließtext. Nutzen Sie die Schaltflächen „Listenebene erhöhen“ bzw. „verringern“ (auf der Registerlasche „Start“), um die vordefinierten Textformatierungen anzusteuern.</a:t>
            </a:r>
          </a:p>
          <a:p>
            <a:pPr lvl="1"/>
            <a:r>
              <a:rPr lang="en-GB"/>
              <a:t>Zweite Ebene</a:t>
            </a:r>
          </a:p>
          <a:p>
            <a:pPr lvl="2"/>
            <a:r>
              <a:rPr lang="en-GB"/>
              <a:t>Dritte Ebene</a:t>
            </a:r>
          </a:p>
          <a:p>
            <a:pPr lvl="3"/>
            <a:r>
              <a:rPr lang="en-GB"/>
              <a:t>Vierte Ebene</a:t>
            </a:r>
          </a:p>
        </p:txBody>
      </p:sp>
    </p:spTree>
    <p:extLst>
      <p:ext uri="{BB962C8B-B14F-4D97-AF65-F5344CB8AC3E}">
        <p14:creationId xmlns:p14="http://schemas.microsoft.com/office/powerpoint/2010/main" val="2215380905"/>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7" name="Datum">
            <a:extLst>
              <a:ext uri="{FF2B5EF4-FFF2-40B4-BE49-F238E27FC236}">
                <a16:creationId xmlns:a16="http://schemas.microsoft.com/office/drawing/2014/main" id="{ABDF3D13-9526-C050-0073-BBA0EB9356AD}"/>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endParaRPr lang="de-DE" dirty="0"/>
          </a:p>
        </p:txBody>
      </p:sp>
      <p:sp>
        <p:nvSpPr>
          <p:cNvPr id="18" name="Fußzeile">
            <a:extLst>
              <a:ext uri="{FF2B5EF4-FFF2-40B4-BE49-F238E27FC236}">
                <a16:creationId xmlns:a16="http://schemas.microsoft.com/office/drawing/2014/main" id="{F8059C70-1BE9-82F2-89E5-917632A008BC}"/>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de-DE" dirty="0"/>
              <a:t>KMH | IL Scientific Method</a:t>
            </a:r>
          </a:p>
        </p:txBody>
      </p:sp>
      <p:sp>
        <p:nvSpPr>
          <p:cNvPr id="19" name="Seitenzahl">
            <a:extLst>
              <a:ext uri="{FF2B5EF4-FFF2-40B4-BE49-F238E27FC236}">
                <a16:creationId xmlns:a16="http://schemas.microsoft.com/office/drawing/2014/main" id="{87E688EA-AC44-9F1B-7BAE-E47B491E7420}"/>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968468996"/>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3449F117-7C5B-E999-46EB-D6D7E7ACAA88}"/>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2C8A6FB8-E0FF-4ED6-3D34-62BAEB628970}"/>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de-DE" dirty="0"/>
              <a:t>KMH | IL Scientific Method</a:t>
            </a:r>
          </a:p>
        </p:txBody>
      </p:sp>
      <p:sp>
        <p:nvSpPr>
          <p:cNvPr id="8" name="Seitenzahl">
            <a:extLst>
              <a:ext uri="{FF2B5EF4-FFF2-40B4-BE49-F238E27FC236}">
                <a16:creationId xmlns:a16="http://schemas.microsoft.com/office/drawing/2014/main" id="{26037196-1AAA-6A1F-3F59-5790731AE36E}"/>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9820009"/>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er Bilder">
    <p:spTree>
      <p:nvGrpSpPr>
        <p:cNvPr id="1" name=""/>
        <p:cNvGrpSpPr/>
        <p:nvPr/>
      </p:nvGrpSpPr>
      <p:grpSpPr>
        <a:xfrm>
          <a:off x="0" y="0"/>
          <a:ext cx="0" cy="0"/>
          <a:chOff x="0" y="0"/>
          <a:chExt cx="0" cy="0"/>
        </a:xfrm>
      </p:grpSpPr>
      <p:sp>
        <p:nvSpPr>
          <p:cNvPr id="9" name="Datum">
            <a:extLst>
              <a:ext uri="{FF2B5EF4-FFF2-40B4-BE49-F238E27FC236}">
                <a16:creationId xmlns:a16="http://schemas.microsoft.com/office/drawing/2014/main" id="{5D0A630D-7251-2C21-FEFA-25484339C80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endParaRPr lang="de-DE" dirty="0"/>
          </a:p>
        </p:txBody>
      </p:sp>
      <p:sp>
        <p:nvSpPr>
          <p:cNvPr id="10" name="Fußzeile">
            <a:extLst>
              <a:ext uri="{FF2B5EF4-FFF2-40B4-BE49-F238E27FC236}">
                <a16:creationId xmlns:a16="http://schemas.microsoft.com/office/drawing/2014/main" id="{5662F66F-DB6E-979D-98B6-DF66F204F7C5}"/>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de-DE" dirty="0"/>
              <a:t>KMH | IL Scientific Method</a:t>
            </a:r>
          </a:p>
        </p:txBody>
      </p:sp>
      <p:sp>
        <p:nvSpPr>
          <p:cNvPr id="12" name="Seitenzahl">
            <a:extLst>
              <a:ext uri="{FF2B5EF4-FFF2-40B4-BE49-F238E27FC236}">
                <a16:creationId xmlns:a16="http://schemas.microsoft.com/office/drawing/2014/main" id="{B0BCC005-5F95-1D4D-C7D9-C6A7D0B75FAE}"/>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gray"/>
        <p:txBody>
          <a:body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186376688"/>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n Bild mit Text | Blaugrau">
    <p:bg>
      <p:bgPr>
        <a:solidFill>
          <a:schemeClr val="bg2"/>
        </a:solidFill>
        <a:effectLst/>
      </p:bgPr>
    </p:bg>
    <p:spTree>
      <p:nvGrpSpPr>
        <p:cNvPr id="1" name=""/>
        <p:cNvGrpSpPr/>
        <p:nvPr/>
      </p:nvGrpSpPr>
      <p:grpSpPr>
        <a:xfrm>
          <a:off x="0" y="0"/>
          <a:ext cx="0" cy="0"/>
          <a:chOff x="0" y="0"/>
          <a:chExt cx="0" cy="0"/>
        </a:xfrm>
      </p:grpSpPr>
      <p:sp>
        <p:nvSpPr>
          <p:cNvPr id="4" name="Datum">
            <a:extLst>
              <a:ext uri="{FF2B5EF4-FFF2-40B4-BE49-F238E27FC236}">
                <a16:creationId xmlns:a16="http://schemas.microsoft.com/office/drawing/2014/main" id="{CEAEF033-4CFF-0CAC-EDCE-4AF76DE3483D}"/>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9" name="Fußzeile">
            <a:extLst>
              <a:ext uri="{FF2B5EF4-FFF2-40B4-BE49-F238E27FC236}">
                <a16:creationId xmlns:a16="http://schemas.microsoft.com/office/drawing/2014/main" id="{6FD3C00F-10BD-2FF0-BB84-A4D9FEE4747B}"/>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10" name="Seitenzahl">
            <a:extLst>
              <a:ext uri="{FF2B5EF4-FFF2-40B4-BE49-F238E27FC236}">
                <a16:creationId xmlns:a16="http://schemas.microsoft.com/office/drawing/2014/main" id="{2735F53F-6FCA-074F-50BC-A8593EA75957}"/>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2" name="Titel">
            <a:extLst>
              <a:ext uri="{FF2B5EF4-FFF2-40B4-BE49-F238E27FC236}">
                <a16:creationId xmlns:a16="http://schemas.microsoft.com/office/drawing/2014/main" id="{5B6403BF-8676-47B0-A57F-13E28F67CEC2}"/>
              </a:ext>
            </a:extLst>
          </p:cNvPr>
          <p:cNvSpPr>
            <a:spLocks noGrp="1"/>
          </p:cNvSpPr>
          <p:nvPr>
            <p:ph type="title" hasCustomPrompt="1"/>
          </p:nvPr>
        </p:nvSpPr>
        <p:spPr bwMode="invGray"/>
        <p:txBody>
          <a:bodyPr/>
          <a:lstStyle>
            <a:lvl1pPr>
              <a:defRPr>
                <a:solidFill>
                  <a:schemeClr val="bg1"/>
                </a:solidFill>
              </a:defRPr>
            </a:lvl1pPr>
          </a:lstStyle>
          <a:p>
            <a:r>
              <a:rPr lang="en-GB"/>
              <a:t>Folientitel</a:t>
            </a:r>
          </a:p>
        </p:txBody>
      </p:sp>
      <p:sp>
        <p:nvSpPr>
          <p:cNvPr id="11" name="Bildplatzhalter">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12192000" cy="5013000"/>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Textplatzhalter">
            <a:extLst>
              <a:ext uri="{FF2B5EF4-FFF2-40B4-BE49-F238E27FC236}">
                <a16:creationId xmlns:a16="http://schemas.microsoft.com/office/drawing/2014/main" id="{1C47F70D-E672-4F7E-7495-7F0743A6E8E5}"/>
              </a:ext>
            </a:extLst>
          </p:cNvPr>
          <p:cNvSpPr>
            <a:spLocks noGrp="1"/>
          </p:cNvSpPr>
          <p:nvPr>
            <p:ph type="body" sz="quarter" idx="14" hasCustomPrompt="1"/>
          </p:nvPr>
        </p:nvSpPr>
        <p:spPr bwMode="gray">
          <a:xfrm>
            <a:off x="8184000" y="2492999"/>
            <a:ext cx="3312000" cy="3671264"/>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Das ist ein Fließtext. Nutzen Sie die Schaltflächen „Listenebene erhöhen“ bzw. „verringern“ (auf der Registerlasche „Start“), um die vordefinierten Textformatierungen anzusteuern.</a:t>
            </a:r>
          </a:p>
          <a:p>
            <a:pPr lvl="1"/>
            <a:r>
              <a:rPr lang="en-GB"/>
              <a:t>Zweite Ebene</a:t>
            </a:r>
          </a:p>
          <a:p>
            <a:pPr lvl="2"/>
            <a:r>
              <a:rPr lang="en-GB"/>
              <a:t>Dritte Ebene</a:t>
            </a:r>
          </a:p>
          <a:p>
            <a:pPr lvl="3"/>
            <a:r>
              <a:rPr lang="en-GB"/>
              <a:t>Vierte Ebene</a:t>
            </a:r>
          </a:p>
        </p:txBody>
      </p:sp>
    </p:spTree>
    <p:extLst>
      <p:ext uri="{BB962C8B-B14F-4D97-AF65-F5344CB8AC3E}">
        <p14:creationId xmlns:p14="http://schemas.microsoft.com/office/powerpoint/2010/main" val="1880015319"/>
      </p:ext>
    </p:extLst>
  </p:cSld>
  <p:clrMapOvr>
    <a:masterClrMapping/>
  </p:clrMapOvr>
  <p:extLst>
    <p:ext uri="{DCECCB84-F9BA-43D5-87BE-67443E8EF086}">
      <p15:sldGuideLst xmlns:p15="http://schemas.microsoft.com/office/powerpoint/2012/main">
        <p15:guide id="1" orient="horz" pos="1570" userDrawn="1">
          <p15:clr>
            <a:srgbClr val="FBAE40"/>
          </p15:clr>
        </p15:guide>
        <p15:guide id="3" pos="7242" userDrawn="1">
          <p15:clr>
            <a:srgbClr val="FBAE40"/>
          </p15:clr>
        </p15:guide>
        <p15:guide id="4" pos="438" userDrawn="1">
          <p15:clr>
            <a:srgbClr val="FBAE40"/>
          </p15:clr>
        </p15:guide>
        <p15:guide id="5" orient="horz" pos="3883"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Bilder | Blaugrau">
    <p:bg>
      <p:bgPr>
        <a:solidFill>
          <a:schemeClr val="bg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421C8727-9DB4-D509-7970-DA87F653771E}"/>
              </a:ext>
              <a:ext uri="{C183D7F6-B498-43B3-948B-1728B52AA6E4}">
                <adec:decorative xmlns:adec="http://schemas.microsoft.com/office/drawing/2017/decorative" val="1"/>
              </a:ext>
            </a:extLst>
          </p:cNvPr>
          <p:cNvSpPr>
            <a:spLocks noGrp="1"/>
          </p:cNvSpPr>
          <p:nvPr>
            <p:ph type="dt" sz="half" idx="18"/>
          </p:nvPr>
        </p:nvSpPr>
        <p:spPr bwMode="gray"/>
        <p:txBody>
          <a:bodyPr/>
          <a:lstStyle>
            <a:lvl1pPr>
              <a:defRPr>
                <a:solidFill>
                  <a:schemeClr val="tx1">
                    <a:alpha val="0"/>
                  </a:schemeClr>
                </a:solidFill>
              </a:defRPr>
            </a:lvl1pPr>
          </a:lstStyle>
          <a:p>
            <a:endParaRPr lang="de-DE" dirty="0"/>
          </a:p>
        </p:txBody>
      </p:sp>
      <p:sp>
        <p:nvSpPr>
          <p:cNvPr id="9" name="Fußzeile">
            <a:extLst>
              <a:ext uri="{FF2B5EF4-FFF2-40B4-BE49-F238E27FC236}">
                <a16:creationId xmlns:a16="http://schemas.microsoft.com/office/drawing/2014/main" id="{36128DE3-C039-C247-20CB-565C35B1C502}"/>
              </a:ext>
              <a:ext uri="{C183D7F6-B498-43B3-948B-1728B52AA6E4}">
                <adec:decorative xmlns:adec="http://schemas.microsoft.com/office/drawing/2017/decorative" val="1"/>
              </a:ext>
            </a:extLst>
          </p:cNvPr>
          <p:cNvSpPr>
            <a:spLocks noGrp="1"/>
          </p:cNvSpPr>
          <p:nvPr>
            <p:ph type="ftr" sz="quarter" idx="19"/>
          </p:nvPr>
        </p:nvSpPr>
        <p:spPr bwMode="gray"/>
        <p:txBody>
          <a:bodyPr/>
          <a:lstStyle>
            <a:lvl1pPr>
              <a:defRPr>
                <a:solidFill>
                  <a:schemeClr val="tx1">
                    <a:alpha val="0"/>
                  </a:schemeClr>
                </a:solidFill>
              </a:defRPr>
            </a:lvl1pPr>
          </a:lstStyle>
          <a:p>
            <a:r>
              <a:rPr lang="de-DE" dirty="0"/>
              <a:t>KMH | IL Scientific Method</a:t>
            </a:r>
          </a:p>
        </p:txBody>
      </p:sp>
      <p:sp>
        <p:nvSpPr>
          <p:cNvPr id="10" name="Seitenzahl">
            <a:extLst>
              <a:ext uri="{FF2B5EF4-FFF2-40B4-BE49-F238E27FC236}">
                <a16:creationId xmlns:a16="http://schemas.microsoft.com/office/drawing/2014/main" id="{E4AE5A04-4E3E-39C8-41BE-BE4DFA83436C}"/>
              </a:ext>
            </a:extLst>
          </p:cNvPr>
          <p:cNvSpPr>
            <a:spLocks noGrp="1"/>
          </p:cNvSpPr>
          <p:nvPr>
            <p:ph type="sldNum" sz="quarter" idx="20"/>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6132000" y="1845000"/>
            <a:ext cx="606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459233984"/>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rei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911F7BEC-B5A2-06A5-1D49-BB0D820FF77E}"/>
              </a:ext>
              <a:ext uri="{C183D7F6-B498-43B3-948B-1728B52AA6E4}">
                <adec:decorative xmlns:adec="http://schemas.microsoft.com/office/drawing/2017/decorative" val="1"/>
              </a:ext>
            </a:extLst>
          </p:cNvPr>
          <p:cNvSpPr>
            <a:spLocks noGrp="1"/>
          </p:cNvSpPr>
          <p:nvPr>
            <p:ph type="dt" sz="half" idx="19"/>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83947F2E-F548-B202-A3F8-63685EA6C813}"/>
              </a:ext>
              <a:ext uri="{C183D7F6-B498-43B3-948B-1728B52AA6E4}">
                <adec:decorative xmlns:adec="http://schemas.microsoft.com/office/drawing/2017/decorative" val="1"/>
              </a:ext>
            </a:extLst>
          </p:cNvPr>
          <p:cNvSpPr>
            <a:spLocks noGrp="1"/>
          </p:cNvSpPr>
          <p:nvPr>
            <p:ph type="ftr" sz="quarter" idx="20"/>
          </p:nvPr>
        </p:nvSpPr>
        <p:spPr bwMode="gray"/>
        <p:txBody>
          <a:bodyPr/>
          <a:lstStyle>
            <a:lvl1pPr>
              <a:defRPr>
                <a:solidFill>
                  <a:schemeClr val="tx1">
                    <a:alpha val="0"/>
                  </a:schemeClr>
                </a:solidFill>
              </a:defRPr>
            </a:lvl1pPr>
          </a:lstStyle>
          <a:p>
            <a:r>
              <a:rPr lang="de-DE" dirty="0"/>
              <a:t>KMH | IL Scientific Method</a:t>
            </a:r>
          </a:p>
        </p:txBody>
      </p:sp>
      <p:sp>
        <p:nvSpPr>
          <p:cNvPr id="8" name="Seitenzahl">
            <a:extLst>
              <a:ext uri="{FF2B5EF4-FFF2-40B4-BE49-F238E27FC236}">
                <a16:creationId xmlns:a16="http://schemas.microsoft.com/office/drawing/2014/main" id="{9339CF06-7C56-EF72-73AD-18759FF7B8DD}"/>
              </a:ext>
            </a:extLst>
          </p:cNvPr>
          <p:cNvSpPr>
            <a:spLocks noGrp="1"/>
          </p:cNvSpPr>
          <p:nvPr>
            <p:ph type="sldNum" sz="quarter" idx="21"/>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4080000" y="1844675"/>
            <a:ext cx="4032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8184000" y="1844675"/>
            <a:ext cx="400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548565317"/>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er Bilder | Blaugrau">
    <p:bg>
      <p:bgPr>
        <a:solidFill>
          <a:schemeClr val="bg2"/>
        </a:solidFill>
        <a:effectLst/>
      </p:bgPr>
    </p:bg>
    <p:spTree>
      <p:nvGrpSpPr>
        <p:cNvPr id="1" name=""/>
        <p:cNvGrpSpPr/>
        <p:nvPr/>
      </p:nvGrpSpPr>
      <p:grpSpPr>
        <a:xfrm>
          <a:off x="0" y="0"/>
          <a:ext cx="0" cy="0"/>
          <a:chOff x="0" y="0"/>
          <a:chExt cx="0" cy="0"/>
        </a:xfrm>
      </p:grpSpPr>
      <p:sp>
        <p:nvSpPr>
          <p:cNvPr id="3" name="Datum">
            <a:extLst>
              <a:ext uri="{FF2B5EF4-FFF2-40B4-BE49-F238E27FC236}">
                <a16:creationId xmlns:a16="http://schemas.microsoft.com/office/drawing/2014/main" id="{17EE8F1F-854F-6353-1511-DDFAEE3C0590}"/>
              </a:ext>
              <a:ext uri="{C183D7F6-B498-43B3-948B-1728B52AA6E4}">
                <adec:decorative xmlns:adec="http://schemas.microsoft.com/office/drawing/2017/decorative" val="1"/>
              </a:ext>
            </a:extLst>
          </p:cNvPr>
          <p:cNvSpPr>
            <a:spLocks noGrp="1"/>
          </p:cNvSpPr>
          <p:nvPr>
            <p:ph type="dt" sz="half" idx="20"/>
          </p:nvPr>
        </p:nvSpPr>
        <p:spPr bwMode="gray"/>
        <p:txBody>
          <a:bodyPr/>
          <a:lstStyle>
            <a:lvl1pPr>
              <a:defRPr>
                <a:solidFill>
                  <a:schemeClr val="tx1">
                    <a:alpha val="0"/>
                  </a:schemeClr>
                </a:solidFill>
              </a:defRPr>
            </a:lvl1pPr>
          </a:lstStyle>
          <a:p>
            <a:endParaRPr lang="de-DE" dirty="0"/>
          </a:p>
        </p:txBody>
      </p:sp>
      <p:sp>
        <p:nvSpPr>
          <p:cNvPr id="4" name="Fußzeile">
            <a:extLst>
              <a:ext uri="{FF2B5EF4-FFF2-40B4-BE49-F238E27FC236}">
                <a16:creationId xmlns:a16="http://schemas.microsoft.com/office/drawing/2014/main" id="{BF5029A9-20DF-0901-58FF-3E1AADA843F9}"/>
              </a:ext>
              <a:ext uri="{C183D7F6-B498-43B3-948B-1728B52AA6E4}">
                <adec:decorative xmlns:adec="http://schemas.microsoft.com/office/drawing/2017/decorative" val="1"/>
              </a:ext>
            </a:extLst>
          </p:cNvPr>
          <p:cNvSpPr>
            <a:spLocks noGrp="1"/>
          </p:cNvSpPr>
          <p:nvPr>
            <p:ph type="ftr" sz="quarter" idx="21"/>
          </p:nvPr>
        </p:nvSpPr>
        <p:spPr bwMode="gray"/>
        <p:txBody>
          <a:bodyPr/>
          <a:lstStyle>
            <a:lvl1pPr>
              <a:defRPr>
                <a:solidFill>
                  <a:schemeClr val="tx1">
                    <a:alpha val="0"/>
                  </a:schemeClr>
                </a:solidFill>
              </a:defRPr>
            </a:lvl1pPr>
          </a:lstStyle>
          <a:p>
            <a:r>
              <a:rPr lang="de-DE" dirty="0"/>
              <a:t>KMH | IL Scientific Method</a:t>
            </a:r>
          </a:p>
        </p:txBody>
      </p:sp>
      <p:sp>
        <p:nvSpPr>
          <p:cNvPr id="9" name="Seitenzahl">
            <a:extLst>
              <a:ext uri="{FF2B5EF4-FFF2-40B4-BE49-F238E27FC236}">
                <a16:creationId xmlns:a16="http://schemas.microsoft.com/office/drawing/2014/main" id="{FE28D956-DAE2-845F-F36A-1FF7A89D5BFA}"/>
              </a:ext>
            </a:extLst>
          </p:cNvPr>
          <p:cNvSpPr>
            <a:spLocks noGrp="1"/>
          </p:cNvSpPr>
          <p:nvPr>
            <p:ph type="sldNum" sz="quarter" idx="22"/>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5" name="Titel">
            <a:extLst>
              <a:ext uri="{FF2B5EF4-FFF2-40B4-BE49-F238E27FC236}">
                <a16:creationId xmlns:a16="http://schemas.microsoft.com/office/drawing/2014/main" id="{729E722B-A48F-697F-545D-A8CD5D85180E}"/>
              </a:ext>
            </a:extLst>
          </p:cNvPr>
          <p:cNvSpPr>
            <a:spLocks noGrp="1"/>
          </p:cNvSpPr>
          <p:nvPr>
            <p:ph type="title" hasCustomPrompt="1"/>
          </p:nvPr>
        </p:nvSpPr>
        <p:spPr bwMode="invGray"/>
        <p:txBody>
          <a:bodyPr/>
          <a:lstStyle>
            <a:lvl1pPr>
              <a:defRPr>
                <a:solidFill>
                  <a:schemeClr val="bg1"/>
                </a:solidFill>
              </a:defRPr>
            </a:lvl1pPr>
          </a:lstStyle>
          <a:p>
            <a:r>
              <a:rPr lang="en-GB"/>
              <a:t>Folientitel</a:t>
            </a:r>
          </a:p>
        </p:txBody>
      </p:sp>
      <p:sp>
        <p:nvSpPr>
          <p:cNvPr id="11" name="Bildplatzhalter 1">
            <a:extLst>
              <a:ext uri="{FF2B5EF4-FFF2-40B4-BE49-F238E27FC236}">
                <a16:creationId xmlns:a16="http://schemas.microsoft.com/office/drawing/2014/main" id="{FAA5048C-F469-9EBB-1545-BE067778550E}"/>
              </a:ext>
            </a:extLst>
          </p:cNvPr>
          <p:cNvSpPr>
            <a:spLocks noGrp="1"/>
          </p:cNvSpPr>
          <p:nvPr>
            <p:ph type="pic" idx="13" hasCustomPrompt="1"/>
          </p:nvPr>
        </p:nvSpPr>
        <p:spPr bwMode="gray">
          <a:xfrm>
            <a:off x="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Bildplatzhalter 2">
            <a:extLst>
              <a:ext uri="{FF2B5EF4-FFF2-40B4-BE49-F238E27FC236}">
                <a16:creationId xmlns:a16="http://schemas.microsoft.com/office/drawing/2014/main" id="{6F8284E2-0177-2631-BA3D-F3BF1B4E8AA3}"/>
              </a:ext>
            </a:extLst>
          </p:cNvPr>
          <p:cNvSpPr>
            <a:spLocks noGrp="1"/>
          </p:cNvSpPr>
          <p:nvPr>
            <p:ph type="pic" idx="17" hasCustomPrompt="1"/>
          </p:nvPr>
        </p:nvSpPr>
        <p:spPr bwMode="gray">
          <a:xfrm>
            <a:off x="307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2" name="Bildplatzhalter 3">
            <a:extLst>
              <a:ext uri="{FF2B5EF4-FFF2-40B4-BE49-F238E27FC236}">
                <a16:creationId xmlns:a16="http://schemas.microsoft.com/office/drawing/2014/main" id="{0564DB63-B339-6C21-A591-8F083D9D3FBE}"/>
              </a:ext>
            </a:extLst>
          </p:cNvPr>
          <p:cNvSpPr>
            <a:spLocks noGrp="1"/>
          </p:cNvSpPr>
          <p:nvPr>
            <p:ph type="pic" idx="18" hasCustomPrompt="1"/>
          </p:nvPr>
        </p:nvSpPr>
        <p:spPr bwMode="gray">
          <a:xfrm>
            <a:off x="6132000" y="1844675"/>
            <a:ext cx="2988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8" name="Bildplatzhalter 4">
            <a:extLst>
              <a:ext uri="{FF2B5EF4-FFF2-40B4-BE49-F238E27FC236}">
                <a16:creationId xmlns:a16="http://schemas.microsoft.com/office/drawing/2014/main" id="{C5346421-8D62-39A3-73FF-29EA4FC25575}"/>
              </a:ext>
            </a:extLst>
          </p:cNvPr>
          <p:cNvSpPr>
            <a:spLocks noGrp="1"/>
          </p:cNvSpPr>
          <p:nvPr>
            <p:ph type="pic" idx="19" hasCustomPrompt="1"/>
          </p:nvPr>
        </p:nvSpPr>
        <p:spPr bwMode="gray">
          <a:xfrm>
            <a:off x="9192000" y="1844675"/>
            <a:ext cx="3000000" cy="5013325"/>
          </a:xfrm>
          <a:prstGeom prst="rect">
            <a:avLst/>
          </a:prstGeom>
          <a:solidFill>
            <a:srgbClr val="E4E7E9"/>
          </a:solidFill>
        </p:spPr>
        <p:txBody>
          <a:bodyPr lIns="72000" tIns="0" rIns="72000" bIns="648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Tree>
    <p:extLst>
      <p:ext uri="{BB962C8B-B14F-4D97-AF65-F5344CB8AC3E}">
        <p14:creationId xmlns:p14="http://schemas.microsoft.com/office/powerpoint/2010/main" val="290935453"/>
      </p:ext>
    </p:extLst>
  </p:cSld>
  <p:clrMapOvr>
    <a:masterClrMapping/>
  </p:clrMapOvr>
  <p:extLst>
    <p:ext uri="{DCECCB84-F9BA-43D5-87BE-67443E8EF086}">
      <p15:sldGuideLst xmlns:p15="http://schemas.microsoft.com/office/powerpoint/2012/main">
        <p15:guide id="1" orient="horz" pos="116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Zitat">
    <p:bg>
      <p:bgPr>
        <a:solidFill>
          <a:schemeClr val="bg2"/>
        </a:solidFill>
        <a:effectLst/>
      </p:bgPr>
    </p:bg>
    <p:spTree>
      <p:nvGrpSpPr>
        <p:cNvPr id="1" name=""/>
        <p:cNvGrpSpPr/>
        <p:nvPr/>
      </p:nvGrpSpPr>
      <p:grpSpPr>
        <a:xfrm>
          <a:off x="0" y="0"/>
          <a:ext cx="0" cy="0"/>
          <a:chOff x="0" y="0"/>
          <a:chExt cx="0" cy="0"/>
        </a:xfrm>
      </p:grpSpPr>
      <p:sp>
        <p:nvSpPr>
          <p:cNvPr id="5" name="Anführungszeichen">
            <a:extLst>
              <a:ext uri="{FF2B5EF4-FFF2-40B4-BE49-F238E27FC236}">
                <a16:creationId xmlns:a16="http://schemas.microsoft.com/office/drawing/2014/main" id="{672F3328-C8F1-5D82-3D6D-1471636D11D1}"/>
              </a:ext>
              <a:ext uri="{C183D7F6-B498-43B3-948B-1728B52AA6E4}">
                <adec:decorative xmlns:adec="http://schemas.microsoft.com/office/drawing/2017/decorative" val="1"/>
              </a:ext>
            </a:extLst>
          </p:cNvPr>
          <p:cNvSpPr/>
          <p:nvPr userDrawn="1"/>
        </p:nvSpPr>
        <p:spPr bwMode="gray">
          <a:xfrm>
            <a:off x="1399416" y="1952056"/>
            <a:ext cx="467100" cy="432000"/>
          </a:xfrm>
          <a:custGeom>
            <a:avLst/>
            <a:gdLst>
              <a:gd name="connsiteX0" fmla="*/ 293400 w 467100"/>
              <a:gd name="connsiteY0" fmla="*/ 0 h 432000"/>
              <a:gd name="connsiteX1" fmla="*/ 467100 w 467100"/>
              <a:gd name="connsiteY1" fmla="*/ 0 h 432000"/>
              <a:gd name="connsiteX2" fmla="*/ 467100 w 467100"/>
              <a:gd name="connsiteY2" fmla="*/ 148500 h 432000"/>
              <a:gd name="connsiteX3" fmla="*/ 439200 w 467100"/>
              <a:gd name="connsiteY3" fmla="*/ 322200 h 432000"/>
              <a:gd name="connsiteX4" fmla="*/ 318600 w 467100"/>
              <a:gd name="connsiteY4" fmla="*/ 432000 h 432000"/>
              <a:gd name="connsiteX5" fmla="*/ 279000 w 467100"/>
              <a:gd name="connsiteY5" fmla="*/ 368100 h 432000"/>
              <a:gd name="connsiteX6" fmla="*/ 351450 w 467100"/>
              <a:gd name="connsiteY6" fmla="*/ 305550 h 432000"/>
              <a:gd name="connsiteX7" fmla="*/ 378000 w 467100"/>
              <a:gd name="connsiteY7" fmla="*/ 188100 h 432000"/>
              <a:gd name="connsiteX8" fmla="*/ 293400 w 467100"/>
              <a:gd name="connsiteY8" fmla="*/ 188100 h 432000"/>
              <a:gd name="connsiteX9" fmla="*/ 14400 w 467100"/>
              <a:gd name="connsiteY9" fmla="*/ 0 h 432000"/>
              <a:gd name="connsiteX10" fmla="*/ 188100 w 467100"/>
              <a:gd name="connsiteY10" fmla="*/ 0 h 432000"/>
              <a:gd name="connsiteX11" fmla="*/ 188100 w 467100"/>
              <a:gd name="connsiteY11" fmla="*/ 148500 h 432000"/>
              <a:gd name="connsiteX12" fmla="*/ 160200 w 467100"/>
              <a:gd name="connsiteY12" fmla="*/ 322200 h 432000"/>
              <a:gd name="connsiteX13" fmla="*/ 39600 w 467100"/>
              <a:gd name="connsiteY13" fmla="*/ 432000 h 432000"/>
              <a:gd name="connsiteX14" fmla="*/ 0 w 467100"/>
              <a:gd name="connsiteY14" fmla="*/ 368100 h 432000"/>
              <a:gd name="connsiteX15" fmla="*/ 72450 w 467100"/>
              <a:gd name="connsiteY15" fmla="*/ 305550 h 432000"/>
              <a:gd name="connsiteX16" fmla="*/ 99000 w 467100"/>
              <a:gd name="connsiteY16" fmla="*/ 188100 h 432000"/>
              <a:gd name="connsiteX17" fmla="*/ 14400 w 467100"/>
              <a:gd name="connsiteY17" fmla="*/ 188100 h 4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7100" h="432000">
                <a:moveTo>
                  <a:pt x="293400" y="0"/>
                </a:moveTo>
                <a:lnTo>
                  <a:pt x="467100" y="0"/>
                </a:lnTo>
                <a:lnTo>
                  <a:pt x="467100" y="148500"/>
                </a:lnTo>
                <a:cubicBezTo>
                  <a:pt x="467100" y="228900"/>
                  <a:pt x="457800" y="286800"/>
                  <a:pt x="439200" y="322200"/>
                </a:cubicBezTo>
                <a:cubicBezTo>
                  <a:pt x="413399" y="370800"/>
                  <a:pt x="373199" y="407400"/>
                  <a:pt x="318600" y="432000"/>
                </a:cubicBezTo>
                <a:lnTo>
                  <a:pt x="279000" y="368100"/>
                </a:lnTo>
                <a:cubicBezTo>
                  <a:pt x="311400" y="354900"/>
                  <a:pt x="335550" y="334050"/>
                  <a:pt x="351450" y="305550"/>
                </a:cubicBezTo>
                <a:cubicBezTo>
                  <a:pt x="367350" y="277051"/>
                  <a:pt x="376200" y="237901"/>
                  <a:pt x="378000" y="188100"/>
                </a:cubicBezTo>
                <a:lnTo>
                  <a:pt x="293400" y="188100"/>
                </a:lnTo>
                <a:close/>
                <a:moveTo>
                  <a:pt x="14400" y="0"/>
                </a:moveTo>
                <a:lnTo>
                  <a:pt x="188100" y="0"/>
                </a:lnTo>
                <a:lnTo>
                  <a:pt x="188100" y="148500"/>
                </a:lnTo>
                <a:cubicBezTo>
                  <a:pt x="188100" y="228900"/>
                  <a:pt x="178800" y="286800"/>
                  <a:pt x="160200" y="322200"/>
                </a:cubicBezTo>
                <a:cubicBezTo>
                  <a:pt x="134400" y="370800"/>
                  <a:pt x="94200" y="407400"/>
                  <a:pt x="39600" y="432000"/>
                </a:cubicBezTo>
                <a:lnTo>
                  <a:pt x="0" y="368100"/>
                </a:lnTo>
                <a:cubicBezTo>
                  <a:pt x="32400" y="354900"/>
                  <a:pt x="56550" y="334050"/>
                  <a:pt x="72450" y="305550"/>
                </a:cubicBezTo>
                <a:cubicBezTo>
                  <a:pt x="88350" y="277051"/>
                  <a:pt x="97200" y="237901"/>
                  <a:pt x="99000" y="188100"/>
                </a:cubicBezTo>
                <a:lnTo>
                  <a:pt x="14400" y="188100"/>
                </a:lnTo>
                <a:close/>
              </a:path>
            </a:pathLst>
          </a:custGeom>
          <a:solidFill>
            <a:srgbClr val="9CA8B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de-DE" sz="19900" dirty="0">
              <a:solidFill>
                <a:srgbClr val="9CA8B2"/>
              </a:solidFill>
            </a:endParaRPr>
          </a:p>
        </p:txBody>
      </p:sp>
      <p:sp>
        <p:nvSpPr>
          <p:cNvPr id="2" name="Datum">
            <a:extLst>
              <a:ext uri="{FF2B5EF4-FFF2-40B4-BE49-F238E27FC236}">
                <a16:creationId xmlns:a16="http://schemas.microsoft.com/office/drawing/2014/main" id="{5CF0E601-453E-28B9-E4E6-F8EC18CBAC85}"/>
              </a:ext>
              <a:ext uri="{C183D7F6-B498-43B3-948B-1728B52AA6E4}">
                <adec:decorative xmlns:adec="http://schemas.microsoft.com/office/drawing/2017/decorative" val="1"/>
              </a:ext>
            </a:extLst>
          </p:cNvPr>
          <p:cNvSpPr>
            <a:spLocks noGrp="1"/>
          </p:cNvSpPr>
          <p:nvPr userDrawn="1">
            <p:ph type="dt" sz="half" idx="10"/>
          </p:nvPr>
        </p:nvSpPr>
        <p:spPr bwMode="black"/>
        <p:txBody>
          <a:bodyPr/>
          <a:lstStyle>
            <a:lvl1pPr>
              <a:defRPr>
                <a:solidFill>
                  <a:schemeClr val="bg1"/>
                </a:solidFill>
              </a:defRPr>
            </a:lvl1pPr>
          </a:lstStyle>
          <a:p>
            <a:endParaRPr lang="de-DE" dirty="0"/>
          </a:p>
        </p:txBody>
      </p:sp>
      <p:sp>
        <p:nvSpPr>
          <p:cNvPr id="3" name="Fußzeile">
            <a:extLst>
              <a:ext uri="{FF2B5EF4-FFF2-40B4-BE49-F238E27FC236}">
                <a16:creationId xmlns:a16="http://schemas.microsoft.com/office/drawing/2014/main" id="{CE39A9B5-956A-BC4C-93F0-384408458DE5}"/>
              </a:ext>
              <a:ext uri="{C183D7F6-B498-43B3-948B-1728B52AA6E4}">
                <adec:decorative xmlns:adec="http://schemas.microsoft.com/office/drawing/2017/decorative" val="1"/>
              </a:ext>
            </a:extLst>
          </p:cNvPr>
          <p:cNvSpPr>
            <a:spLocks noGrp="1"/>
          </p:cNvSpPr>
          <p:nvPr userDrawn="1">
            <p:ph type="ftr" sz="quarter" idx="11"/>
          </p:nvPr>
        </p:nvSpPr>
        <p:spPr bwMode="black"/>
        <p:txBody>
          <a:bodyPr/>
          <a:lstStyle>
            <a:lvl1pPr>
              <a:defRPr>
                <a:solidFill>
                  <a:schemeClr val="bg1"/>
                </a:solidFill>
              </a:defRPr>
            </a:lvl1pPr>
          </a:lstStyle>
          <a:p>
            <a:r>
              <a:rPr lang="de-DE" dirty="0"/>
              <a:t>KMH | IL Scientific Method</a:t>
            </a:r>
          </a:p>
        </p:txBody>
      </p:sp>
      <p:sp>
        <p:nvSpPr>
          <p:cNvPr id="4" name="Seitenzahl">
            <a:extLst>
              <a:ext uri="{FF2B5EF4-FFF2-40B4-BE49-F238E27FC236}">
                <a16:creationId xmlns:a16="http://schemas.microsoft.com/office/drawing/2014/main" id="{DDD4A764-0924-9D33-56B6-137296B573A9}"/>
              </a:ext>
            </a:extLst>
          </p:cNvPr>
          <p:cNvSpPr>
            <a:spLocks noGrp="1"/>
          </p:cNvSpPr>
          <p:nvPr userDrawn="1">
            <p:ph type="sldNum" sz="quarter" idx="12"/>
          </p:nvPr>
        </p:nvSpPr>
        <p:spPr bwMode="black">
          <a:xfrm>
            <a:off x="10992000" y="6439500"/>
            <a:ext cx="504000" cy="144000"/>
          </a:xfrm>
          <a:prstGeom prst="rect">
            <a:avLst/>
          </a:prstGeom>
        </p:spPr>
        <p:txBody>
          <a:bodyPr/>
          <a:lstStyle>
            <a:lvl1pPr>
              <a:defRPr>
                <a:solidFill>
                  <a:schemeClr val="bg1"/>
                </a:solidFill>
              </a:defRPr>
            </a:lvl1pPr>
          </a:lstStyle>
          <a:p>
            <a:fld id="{D836C0FE-70CA-4950-82D6-CF602CC2B770}" type="slidenum">
              <a:rPr lang="de-DE" smtClean="0"/>
              <a:pPr/>
              <a:t>‹Nr.›</a:t>
            </a:fld>
            <a:endParaRPr lang="de-DE" dirty="0"/>
          </a:p>
        </p:txBody>
      </p:sp>
      <p:sp>
        <p:nvSpPr>
          <p:cNvPr id="7" name="Textplatzhalter">
            <a:extLst>
              <a:ext uri="{FF2B5EF4-FFF2-40B4-BE49-F238E27FC236}">
                <a16:creationId xmlns:a16="http://schemas.microsoft.com/office/drawing/2014/main" id="{C8294393-E674-A8BF-1016-84D7B45BC61E}"/>
              </a:ext>
            </a:extLst>
          </p:cNvPr>
          <p:cNvSpPr>
            <a:spLocks noGrp="1"/>
          </p:cNvSpPr>
          <p:nvPr userDrawn="1">
            <p:ph type="body" sz="quarter" idx="13" hasCustomPrompt="1"/>
          </p:nvPr>
        </p:nvSpPr>
        <p:spPr bwMode="black">
          <a:xfrm>
            <a:off x="1631949" y="2132999"/>
            <a:ext cx="7056439" cy="4031263"/>
          </a:xfrm>
          <a:prstGeom prst="rect">
            <a:avLst/>
          </a:prstGeom>
        </p:spPr>
        <p:txBody>
          <a:bodyPr/>
          <a:lstStyle>
            <a:lvl1pPr>
              <a:lnSpc>
                <a:spcPct val="90000"/>
              </a:lnSpc>
              <a:spcBef>
                <a:spcPts val="0"/>
              </a:spcBef>
              <a:spcAft>
                <a:spcPts val="0"/>
              </a:spcAft>
              <a:defRPr sz="40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1800"/>
              </a:spcBef>
              <a:spcAft>
                <a:spcPts val="0"/>
              </a:spcAft>
              <a:buFontTx/>
              <a:buNone/>
              <a:defRPr sz="1600" b="0">
                <a:solidFill>
                  <a:schemeClr val="tx1"/>
                </a:solidFill>
                <a:latin typeface="+mn-lt"/>
              </a:defRPr>
            </a:lvl3pPr>
            <a:lvl4pPr marL="0" indent="0">
              <a:spcBef>
                <a:spcPts val="1800"/>
              </a:spcBef>
              <a:spcAft>
                <a:spcPts val="0"/>
              </a:spcAft>
              <a:buFontTx/>
              <a:buNone/>
              <a:defRPr sz="1600" b="0">
                <a:solidFill>
                  <a:schemeClr val="tx1"/>
                </a:solidFill>
                <a:latin typeface="+mn-lt"/>
              </a:defRPr>
            </a:lvl4pPr>
            <a:lvl5pPr marL="0" indent="0">
              <a:spcBef>
                <a:spcPts val="1800"/>
              </a:spcBef>
              <a:spcAft>
                <a:spcPts val="0"/>
              </a:spcAft>
              <a:buFontTx/>
              <a:buNone/>
              <a:defRPr sz="1600" b="0">
                <a:solidFill>
                  <a:schemeClr val="tx1"/>
                </a:solidFill>
                <a:latin typeface="+mn-lt"/>
              </a:defRPr>
            </a:lvl5pPr>
            <a:lvl6pPr marL="0" indent="0">
              <a:spcBef>
                <a:spcPts val="1800"/>
              </a:spcBef>
              <a:spcAft>
                <a:spcPts val="0"/>
              </a:spcAft>
              <a:buFontTx/>
              <a:buNone/>
              <a:defRPr sz="1600" b="0">
                <a:solidFill>
                  <a:schemeClr val="tx1"/>
                </a:solidFill>
                <a:latin typeface="+mn-lt"/>
              </a:defRPr>
            </a:lvl6pPr>
            <a:lvl7pPr marL="0" indent="0">
              <a:spcBef>
                <a:spcPts val="1800"/>
              </a:spcBef>
              <a:spcAft>
                <a:spcPts val="0"/>
              </a:spcAft>
              <a:buFontTx/>
              <a:buNone/>
              <a:defRPr sz="1600" b="0">
                <a:solidFill>
                  <a:schemeClr val="tx1"/>
                </a:solidFill>
                <a:latin typeface="+mn-lt"/>
              </a:defRPr>
            </a:lvl7pPr>
            <a:lvl8pPr marL="0" indent="0">
              <a:spcBef>
                <a:spcPts val="1800"/>
              </a:spcBef>
              <a:spcAft>
                <a:spcPts val="0"/>
              </a:spcAft>
              <a:buFontTx/>
              <a:buNone/>
              <a:defRPr sz="1600" b="0">
                <a:solidFill>
                  <a:schemeClr val="tx1"/>
                </a:solidFill>
                <a:latin typeface="+mn-lt"/>
              </a:defRPr>
            </a:lvl8pPr>
            <a:lvl9pPr marL="0" indent="0">
              <a:spcBef>
                <a:spcPts val="1800"/>
              </a:spcBef>
              <a:spcAft>
                <a:spcPts val="0"/>
              </a:spcAft>
              <a:buFontTx/>
              <a:buNone/>
              <a:defRPr sz="1600" b="0">
                <a:solidFill>
                  <a:schemeClr val="tx1"/>
                </a:solidFill>
                <a:latin typeface="+mn-lt"/>
              </a:defRPr>
            </a:lvl9pPr>
          </a:lstStyle>
          <a:p>
            <a:pPr lvl="0"/>
            <a:r>
              <a:rPr lang="en-GB"/>
              <a:t>Hier könnte ein Zitat stehen</a:t>
            </a:r>
            <a:br>
              <a:rPr lang="en-GB"/>
            </a:br>
            <a:r>
              <a:rPr lang="en-GB"/>
              <a:t>(Listenebene 1).</a:t>
            </a:r>
          </a:p>
          <a:p>
            <a:pPr lvl="1"/>
            <a:r>
              <a:rPr lang="en-GB"/>
              <a:t>Eine optionale Autorenzeile ist in der Listenebene 2 vordefiniert.</a:t>
            </a:r>
          </a:p>
        </p:txBody>
      </p:sp>
    </p:spTree>
    <p:extLst>
      <p:ext uri="{BB962C8B-B14F-4D97-AF65-F5344CB8AC3E}">
        <p14:creationId xmlns:p14="http://schemas.microsoft.com/office/powerpoint/2010/main" val="2984370510"/>
      </p:ext>
    </p:extLst>
  </p:cSld>
  <p:clrMapOvr>
    <a:masterClrMapping/>
  </p:clrMapOvr>
  <p:extLst>
    <p:ext uri="{DCECCB84-F9BA-43D5-87BE-67443E8EF086}">
      <p15:sldGuideLst xmlns:p15="http://schemas.microsoft.com/office/powerpoint/2012/main">
        <p15:guide id="1" orient="horz" pos="1344" userDrawn="1">
          <p15:clr>
            <a:srgbClr val="FBAE40"/>
          </p15:clr>
        </p15:guide>
        <p15:guide id="2" pos="1028" userDrawn="1">
          <p15:clr>
            <a:srgbClr val="FBAE40"/>
          </p15:clr>
        </p15:guide>
        <p15:guide id="3" pos="5473" userDrawn="1">
          <p15:clr>
            <a:srgbClr val="FBAE40"/>
          </p15:clr>
        </p15:guide>
        <p15:guide id="4" orient="horz" pos="3883"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Kontakt">
    <p:bg>
      <p:bgPr>
        <a:solidFill>
          <a:schemeClr val="bg2"/>
        </a:solidFill>
        <a:effectLst/>
      </p:bgPr>
    </p:bg>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C99E7B9A-74F7-05CE-4342-2B3FEFBAC82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gray">
          <a:xfrm>
            <a:off x="9861170" y="621000"/>
            <a:ext cx="1706830" cy="2160000"/>
          </a:xfrm>
          <a:prstGeom prst="rect">
            <a:avLst/>
          </a:prstGeom>
        </p:spPr>
      </p:pic>
      <p:sp>
        <p:nvSpPr>
          <p:cNvPr id="9" name="Bildplatzhalter">
            <a:extLst>
              <a:ext uri="{FF2B5EF4-FFF2-40B4-BE49-F238E27FC236}">
                <a16:creationId xmlns:a16="http://schemas.microsoft.com/office/drawing/2014/main" id="{33156A7A-A483-1E0F-0AA3-59F6BE1CB97D}"/>
              </a:ext>
            </a:extLst>
          </p:cNvPr>
          <p:cNvSpPr>
            <a:spLocks noGrp="1"/>
          </p:cNvSpPr>
          <p:nvPr>
            <p:ph type="pic" idx="13" hasCustomPrompt="1"/>
          </p:nvPr>
        </p:nvSpPr>
        <p:spPr bwMode="gray">
          <a:xfrm>
            <a:off x="696000" y="2853000"/>
            <a:ext cx="3312675" cy="3312675"/>
          </a:xfrm>
          <a:prstGeom prst="ellipse">
            <a:avLst/>
          </a:prstGeom>
          <a:solidFill>
            <a:srgbClr val="E4E7E9"/>
          </a:solidFill>
        </p:spPr>
        <p:txBody>
          <a:bodyPr lIns="0" tIns="0" rIns="0" bIns="1476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Bild durch Klick auf das Icon einfügen.</a:t>
            </a:r>
          </a:p>
        </p:txBody>
      </p:sp>
      <p:sp>
        <p:nvSpPr>
          <p:cNvPr id="13" name="Textplatzhalter">
            <a:extLst>
              <a:ext uri="{FF2B5EF4-FFF2-40B4-BE49-F238E27FC236}">
                <a16:creationId xmlns:a16="http://schemas.microsoft.com/office/drawing/2014/main" id="{CFD2BCFD-58F0-19CC-CDBE-A738810BB62D}"/>
              </a:ext>
            </a:extLst>
          </p:cNvPr>
          <p:cNvSpPr>
            <a:spLocks noGrp="1"/>
          </p:cNvSpPr>
          <p:nvPr>
            <p:ph type="body" sz="quarter" idx="14" hasCustomPrompt="1"/>
          </p:nvPr>
        </p:nvSpPr>
        <p:spPr bwMode="black">
          <a:xfrm>
            <a:off x="4440238" y="4221163"/>
            <a:ext cx="4248150" cy="1943100"/>
          </a:xfrm>
          <a:prstGeom prst="rect">
            <a:avLst/>
          </a:prstGeom>
        </p:spPr>
        <p:txBody>
          <a:bodyPr/>
          <a:lstStyle>
            <a:lvl1pPr>
              <a:lnSpc>
                <a:spcPct val="90000"/>
              </a:lnSpc>
              <a:spcBef>
                <a:spcPts val="0"/>
              </a:spcBef>
              <a:spcAft>
                <a:spcPts val="0"/>
              </a:spcAft>
              <a:defRPr sz="2800" b="1">
                <a:solidFill>
                  <a:schemeClr val="bg1"/>
                </a:solidFill>
                <a:latin typeface="+mj-lt"/>
              </a:defRPr>
            </a:lvl1pPr>
            <a:lvl2pPr marL="0" indent="0">
              <a:spcBef>
                <a:spcPts val="1800"/>
              </a:spcBef>
              <a:spcAft>
                <a:spcPts val="0"/>
              </a:spcAft>
              <a:buFontTx/>
              <a:buNone/>
              <a:defRPr sz="1600" b="0">
                <a:solidFill>
                  <a:schemeClr val="tx1"/>
                </a:solidFill>
                <a:latin typeface="+mn-lt"/>
              </a:defRPr>
            </a:lvl2pPr>
            <a:lvl3pPr marL="0" indent="0">
              <a:spcBef>
                <a:spcPts val="200"/>
              </a:spcBef>
              <a:spcAft>
                <a:spcPts val="0"/>
              </a:spcAft>
              <a:buFontTx/>
              <a:buNone/>
              <a:defRPr sz="1200" b="0">
                <a:solidFill>
                  <a:schemeClr val="bg1"/>
                </a:solidFill>
                <a:latin typeface="+mn-lt"/>
              </a:defRPr>
            </a:lvl3pPr>
            <a:lvl4pPr marL="0" indent="0">
              <a:spcBef>
                <a:spcPts val="200"/>
              </a:spcBef>
              <a:spcAft>
                <a:spcPts val="0"/>
              </a:spcAft>
              <a:buFontTx/>
              <a:buNone/>
              <a:defRPr sz="1200" b="0">
                <a:solidFill>
                  <a:schemeClr val="bg1"/>
                </a:solidFill>
                <a:latin typeface="+mn-lt"/>
              </a:defRPr>
            </a:lvl4pPr>
            <a:lvl5pPr marL="0" indent="0">
              <a:spcBef>
                <a:spcPts val="200"/>
              </a:spcBef>
              <a:spcAft>
                <a:spcPts val="0"/>
              </a:spcAft>
              <a:buFontTx/>
              <a:buNone/>
              <a:defRPr sz="1200" b="0">
                <a:solidFill>
                  <a:schemeClr val="bg1"/>
                </a:solidFill>
                <a:latin typeface="+mn-lt"/>
              </a:defRPr>
            </a:lvl5pPr>
            <a:lvl6pPr marL="0" indent="0">
              <a:spcBef>
                <a:spcPts val="200"/>
              </a:spcBef>
              <a:spcAft>
                <a:spcPts val="0"/>
              </a:spcAft>
              <a:buFontTx/>
              <a:buNone/>
              <a:defRPr sz="1200" b="0">
                <a:solidFill>
                  <a:schemeClr val="bg1"/>
                </a:solidFill>
                <a:latin typeface="+mn-lt"/>
              </a:defRPr>
            </a:lvl6pPr>
            <a:lvl7pPr marL="0" indent="0">
              <a:spcBef>
                <a:spcPts val="200"/>
              </a:spcBef>
              <a:spcAft>
                <a:spcPts val="0"/>
              </a:spcAft>
              <a:buFontTx/>
              <a:buNone/>
              <a:defRPr sz="1200" b="0">
                <a:solidFill>
                  <a:schemeClr val="bg1"/>
                </a:solidFill>
                <a:latin typeface="+mn-lt"/>
              </a:defRPr>
            </a:lvl7pPr>
            <a:lvl8pPr marL="0" indent="0">
              <a:spcBef>
                <a:spcPts val="200"/>
              </a:spcBef>
              <a:spcAft>
                <a:spcPts val="0"/>
              </a:spcAft>
              <a:buFontTx/>
              <a:buNone/>
              <a:defRPr sz="1200" b="0">
                <a:solidFill>
                  <a:schemeClr val="bg1"/>
                </a:solidFill>
                <a:latin typeface="+mn-lt"/>
              </a:defRPr>
            </a:lvl8pPr>
            <a:lvl9pPr marL="0" indent="0">
              <a:spcBef>
                <a:spcPts val="200"/>
              </a:spcBef>
              <a:spcAft>
                <a:spcPts val="0"/>
              </a:spcAft>
              <a:buFontTx/>
              <a:buNone/>
              <a:defRPr sz="1200" b="0">
                <a:solidFill>
                  <a:schemeClr val="bg1"/>
                </a:solidFill>
                <a:latin typeface="+mn-lt"/>
              </a:defRPr>
            </a:lvl9pPr>
          </a:lstStyle>
          <a:p>
            <a:pPr lvl="0"/>
            <a:r>
              <a:rPr lang="en-GB"/>
              <a:t>Kontakt</a:t>
            </a:r>
          </a:p>
          <a:p>
            <a:pPr lvl="1"/>
            <a:r>
              <a:rPr lang="en-GB"/>
              <a:t>Position</a:t>
            </a:r>
          </a:p>
          <a:p>
            <a:pPr lvl="2"/>
            <a:r>
              <a:rPr lang="en-GB"/>
              <a:t>Kontaktdaten</a:t>
            </a:r>
          </a:p>
        </p:txBody>
      </p:sp>
    </p:spTree>
    <p:extLst>
      <p:ext uri="{BB962C8B-B14F-4D97-AF65-F5344CB8AC3E}">
        <p14:creationId xmlns:p14="http://schemas.microsoft.com/office/powerpoint/2010/main" val="101969160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ussage">
    <p:spTree>
      <p:nvGrpSpPr>
        <p:cNvPr id="1" name=""/>
        <p:cNvGrpSpPr/>
        <p:nvPr/>
      </p:nvGrpSpPr>
      <p:grpSpPr>
        <a:xfrm>
          <a:off x="0" y="0"/>
          <a:ext cx="0" cy="0"/>
          <a:chOff x="0" y="0"/>
          <a:chExt cx="0" cy="0"/>
        </a:xfrm>
      </p:grpSpPr>
      <p:sp>
        <p:nvSpPr>
          <p:cNvPr id="2" name="Datum">
            <a:extLst>
              <a:ext uri="{FF2B5EF4-FFF2-40B4-BE49-F238E27FC236}">
                <a16:creationId xmlns:a16="http://schemas.microsoft.com/office/drawing/2014/main" id="{5FA0F30C-F811-060A-31E4-9EB1AF3C114B}"/>
              </a:ext>
              <a:ext uri="{C183D7F6-B498-43B3-948B-1728B52AA6E4}">
                <adec:decorative xmlns:adec="http://schemas.microsoft.com/office/drawing/2017/decorative" val="1"/>
              </a:ext>
            </a:extLst>
          </p:cNvPr>
          <p:cNvSpPr>
            <a:spLocks noGrp="1"/>
          </p:cNvSpPr>
          <p:nvPr>
            <p:ph type="dt" sz="half" idx="15"/>
          </p:nvPr>
        </p:nvSpPr>
        <p:spPr bwMode="gray"/>
        <p:txBody>
          <a:bodyPr/>
          <a:lstStyle>
            <a:lvl1pPr>
              <a:defRPr>
                <a:solidFill>
                  <a:schemeClr val="tx1">
                    <a:alpha val="0"/>
                  </a:schemeClr>
                </a:solidFill>
              </a:defRPr>
            </a:lvl1pPr>
          </a:lstStyle>
          <a:p>
            <a:endParaRPr lang="de-DE" dirty="0"/>
          </a:p>
        </p:txBody>
      </p:sp>
      <p:sp>
        <p:nvSpPr>
          <p:cNvPr id="3" name="Fußzeile">
            <a:extLst>
              <a:ext uri="{FF2B5EF4-FFF2-40B4-BE49-F238E27FC236}">
                <a16:creationId xmlns:a16="http://schemas.microsoft.com/office/drawing/2014/main" id="{2B0464A2-F8A8-8F44-9BFE-3C295CD91656}"/>
              </a:ext>
              <a:ext uri="{C183D7F6-B498-43B3-948B-1728B52AA6E4}">
                <adec:decorative xmlns:adec="http://schemas.microsoft.com/office/drawing/2017/decorative" val="1"/>
              </a:ext>
            </a:extLst>
          </p:cNvPr>
          <p:cNvSpPr>
            <a:spLocks noGrp="1"/>
          </p:cNvSpPr>
          <p:nvPr>
            <p:ph type="ftr" sz="quarter" idx="16"/>
          </p:nvPr>
        </p:nvSpPr>
        <p:spPr bwMode="gray"/>
        <p:txBody>
          <a:bodyPr/>
          <a:lstStyle>
            <a:lvl1pPr>
              <a:defRPr>
                <a:solidFill>
                  <a:schemeClr val="tx1">
                    <a:alpha val="0"/>
                  </a:schemeClr>
                </a:solidFill>
              </a:defRPr>
            </a:lvl1pPr>
          </a:lstStyle>
          <a:p>
            <a:r>
              <a:rPr lang="de-DE" dirty="0"/>
              <a:t>KMH | IL Scientific Method</a:t>
            </a:r>
          </a:p>
        </p:txBody>
      </p:sp>
      <p:sp>
        <p:nvSpPr>
          <p:cNvPr id="4" name="Seitenzahl">
            <a:extLst>
              <a:ext uri="{FF2B5EF4-FFF2-40B4-BE49-F238E27FC236}">
                <a16:creationId xmlns:a16="http://schemas.microsoft.com/office/drawing/2014/main" id="{D64E6261-7F8B-549F-4CD0-FBDF0426963A}"/>
              </a:ext>
            </a:extLst>
          </p:cNvPr>
          <p:cNvSpPr>
            <a:spLocks noGrp="1"/>
          </p:cNvSpPr>
          <p:nvPr>
            <p:ph type="sldNum" sz="quarter" idx="17"/>
          </p:nvPr>
        </p:nvSpPr>
        <p:spPr bwMode="gray">
          <a:xfrm>
            <a:off x="10992000" y="6439500"/>
            <a:ext cx="504000" cy="144000"/>
          </a:xfrm>
          <a:prstGeom prst="rect">
            <a:avLst/>
          </a:prstGeom>
        </p:spPr>
        <p:txBody>
          <a:bodyPr/>
          <a:lstStyle>
            <a:lvl1pPr>
              <a:defRPr>
                <a:solidFill>
                  <a:schemeClr val="tx1">
                    <a:alpha val="0"/>
                  </a:schemeClr>
                </a:solidFill>
              </a:defRPr>
            </a:lvl1pPr>
          </a:lstStyle>
          <a:p>
            <a:fld id="{D836C0FE-70CA-4950-82D6-CF602CC2B770}" type="slidenum">
              <a:rPr lang="de-DE" smtClean="0"/>
              <a:pPr/>
              <a:t>‹Nr.›</a:t>
            </a:fld>
            <a:endParaRPr lang="de-DE" dirty="0"/>
          </a:p>
        </p:txBody>
      </p:sp>
      <p:sp>
        <p:nvSpPr>
          <p:cNvPr id="11" name="Bildplatzhalter">
            <a:extLst>
              <a:ext uri="{FF2B5EF4-FFF2-40B4-BE49-F238E27FC236}">
                <a16:creationId xmlns:a16="http://schemas.microsoft.com/office/drawing/2014/main" id="{FAA5048C-F469-9EBB-1545-BE067778550E}"/>
              </a:ext>
              <a:ext uri="{C183D7F6-B498-43B3-948B-1728B52AA6E4}">
                <adec:decorative xmlns:adec="http://schemas.microsoft.com/office/drawing/2017/decorative" val="1"/>
              </a:ext>
            </a:extLst>
          </p:cNvPr>
          <p:cNvSpPr>
            <a:spLocks noGrp="1"/>
          </p:cNvSpPr>
          <p:nvPr>
            <p:ph type="pic" idx="13" hasCustomPrompt="1"/>
          </p:nvPr>
        </p:nvSpPr>
        <p:spPr bwMode="gray">
          <a:xfrm>
            <a:off x="0" y="0"/>
            <a:ext cx="12192000" cy="6858000"/>
          </a:xfrm>
          <a:prstGeom prst="rect">
            <a:avLst/>
          </a:prstGeom>
          <a:solidFill>
            <a:srgbClr val="E4E7E9"/>
          </a:solidFill>
        </p:spPr>
        <p:txBody>
          <a:bodyPr lIns="2160000" tIns="0" rIns="2160000" bIns="1224000" anchor="ctr" anchorCtr="0"/>
          <a:lstStyle>
            <a:lvl1pPr marL="0" indent="0" algn="ctr">
              <a:spcBef>
                <a:spcPts val="0"/>
              </a:spcBef>
              <a:spcAft>
                <a:spcPts val="0"/>
              </a:spcAft>
              <a:buNone/>
              <a:defRPr sz="1200" b="0">
                <a:solidFill>
                  <a:schemeClr val="tx1"/>
                </a:solidFill>
                <a:latin typeface="+mn-lt"/>
              </a:defRPr>
            </a:lvl1pPr>
            <a:lvl2pPr marL="0" indent="0" algn="ctr">
              <a:spcBef>
                <a:spcPts val="0"/>
              </a:spcBef>
              <a:spcAft>
                <a:spcPts val="0"/>
              </a:spcAft>
              <a:buNone/>
              <a:defRPr sz="1200" b="0">
                <a:solidFill>
                  <a:schemeClr val="tx1"/>
                </a:solidFill>
                <a:latin typeface="+mn-lt"/>
              </a:defRPr>
            </a:lvl2pPr>
            <a:lvl3pPr marL="0" indent="0" algn="ctr">
              <a:spcBef>
                <a:spcPts val="0"/>
              </a:spcBef>
              <a:spcAft>
                <a:spcPts val="0"/>
              </a:spcAft>
              <a:buNone/>
              <a:defRPr sz="1200" b="0">
                <a:solidFill>
                  <a:schemeClr val="tx1"/>
                </a:solidFill>
                <a:latin typeface="+mn-lt"/>
              </a:defRPr>
            </a:lvl3pPr>
            <a:lvl4pPr marL="0" indent="0" algn="ctr">
              <a:spcBef>
                <a:spcPts val="0"/>
              </a:spcBef>
              <a:spcAft>
                <a:spcPts val="0"/>
              </a:spcAft>
              <a:buNone/>
              <a:defRPr sz="1200" b="0">
                <a:solidFill>
                  <a:schemeClr val="tx1"/>
                </a:solidFill>
                <a:latin typeface="+mn-lt"/>
              </a:defRPr>
            </a:lvl4pPr>
            <a:lvl5pPr marL="0" indent="0" algn="ctr">
              <a:spcBef>
                <a:spcPts val="0"/>
              </a:spcBef>
              <a:spcAft>
                <a:spcPts val="0"/>
              </a:spcAft>
              <a:buNone/>
              <a:defRPr sz="1200" b="0">
                <a:solidFill>
                  <a:schemeClr val="tx1"/>
                </a:solidFill>
                <a:latin typeface="+mn-lt"/>
              </a:defRPr>
            </a:lvl5pPr>
            <a:lvl6pPr marL="0" indent="0" algn="ctr">
              <a:spcBef>
                <a:spcPts val="0"/>
              </a:spcBef>
              <a:spcAft>
                <a:spcPts val="0"/>
              </a:spcAft>
              <a:buNone/>
              <a:defRPr sz="1200" b="0">
                <a:solidFill>
                  <a:schemeClr val="tx1"/>
                </a:solidFill>
                <a:latin typeface="+mn-lt"/>
              </a:defRPr>
            </a:lvl6pPr>
            <a:lvl7pPr marL="0" indent="0" algn="ctr">
              <a:spcBef>
                <a:spcPts val="0"/>
              </a:spcBef>
              <a:spcAft>
                <a:spcPts val="0"/>
              </a:spcAft>
              <a:buNone/>
              <a:defRPr sz="1200" b="0">
                <a:solidFill>
                  <a:schemeClr val="tx1"/>
                </a:solidFill>
                <a:latin typeface="+mn-lt"/>
              </a:defRPr>
            </a:lvl7pPr>
            <a:lvl8pPr marL="0" indent="0" algn="ctr">
              <a:spcBef>
                <a:spcPts val="0"/>
              </a:spcBef>
              <a:spcAft>
                <a:spcPts val="0"/>
              </a:spcAft>
              <a:buNone/>
              <a:defRPr sz="1200" b="0">
                <a:solidFill>
                  <a:schemeClr val="tx1"/>
                </a:solidFill>
                <a:latin typeface="+mn-lt"/>
              </a:defRPr>
            </a:lvl8pPr>
            <a:lvl9pPr marL="0" indent="0" algn="ctr">
              <a:spcBef>
                <a:spcPts val="0"/>
              </a:spcBef>
              <a:spcAft>
                <a:spcPts val="0"/>
              </a:spcAft>
              <a:buNone/>
              <a:defRPr sz="1200" b="0">
                <a:solidFill>
                  <a:schemeClr val="tx1"/>
                </a:solidFill>
                <a:latin typeface="+mn-lt"/>
              </a:defRPr>
            </a:lvl9pPr>
          </a:lstStyle>
          <a:p>
            <a:pPr lvl="0"/>
            <a:r>
              <a:rPr lang="de-DE" dirty="0"/>
              <a:t>Um ein Bild einzusetzen, klicken Sie bitte auf den Reiter „Einfügen“ und wählen die Schaltfläche „Bilder“. Alternativ können Sie das transparente Element mit der rechten Maustaste in den Hintergrund setzen, auf das Bildplatzhalter-Symbol klicken und ein Bild laden bzw. es so auch bearbeiten. Setzen Sie das Bild wieder in den Hintergrund.</a:t>
            </a:r>
          </a:p>
        </p:txBody>
      </p:sp>
      <p:sp>
        <p:nvSpPr>
          <p:cNvPr id="5" name="Transparenz">
            <a:extLst>
              <a:ext uri="{FF2B5EF4-FFF2-40B4-BE49-F238E27FC236}">
                <a16:creationId xmlns:a16="http://schemas.microsoft.com/office/drawing/2014/main" id="{0E4BA231-F72E-F0AA-757C-F1C95512B7C0}"/>
              </a:ext>
              <a:ext uri="{C183D7F6-B498-43B3-948B-1728B52AA6E4}">
                <adec:decorative xmlns:adec="http://schemas.microsoft.com/office/drawing/2017/decorative" val="1"/>
              </a:ext>
            </a:extLst>
          </p:cNvPr>
          <p:cNvSpPr>
            <a:spLocks noGrp="1"/>
          </p:cNvSpPr>
          <p:nvPr>
            <p:ph type="body" sz="quarter" idx="12" hasCustomPrompt="1"/>
          </p:nvPr>
        </p:nvSpPr>
        <p:spPr bwMode="gray">
          <a:xfrm>
            <a:off x="0" y="0"/>
            <a:ext cx="12192000" cy="6858000"/>
          </a:xfrm>
          <a:prstGeom prst="rect">
            <a:avLst/>
          </a:prstGeom>
          <a:solidFill>
            <a:schemeClr val="bg2">
              <a:alpha val="80000"/>
            </a:schemeClr>
          </a:solidFill>
        </p:spPr>
        <p:txBody>
          <a:bodyPr/>
          <a:lstStyle>
            <a:lvl1pPr marL="0" indent="0">
              <a:spcBef>
                <a:spcPts val="0"/>
              </a:spcBef>
              <a:spcAft>
                <a:spcPts val="0"/>
              </a:spcAft>
              <a:buFontTx/>
              <a:buNone/>
              <a:defRPr sz="100" b="0">
                <a:noFill/>
              </a:defRPr>
            </a:lvl1pPr>
            <a:lvl2pPr marL="0" indent="0">
              <a:spcBef>
                <a:spcPts val="0"/>
              </a:spcBef>
              <a:spcAft>
                <a:spcPts val="0"/>
              </a:spcAft>
              <a:buFontTx/>
              <a:buNone/>
              <a:defRPr sz="100" b="0">
                <a:noFill/>
              </a:defRPr>
            </a:lvl2pPr>
            <a:lvl3pPr marL="0" indent="0">
              <a:spcBef>
                <a:spcPts val="0"/>
              </a:spcBef>
              <a:spcAft>
                <a:spcPts val="0"/>
              </a:spcAft>
              <a:buFontTx/>
              <a:buNone/>
              <a:defRPr sz="100" b="0">
                <a:noFill/>
              </a:defRPr>
            </a:lvl3pPr>
            <a:lvl4pPr marL="0" indent="0">
              <a:spcBef>
                <a:spcPts val="0"/>
              </a:spcBef>
              <a:spcAft>
                <a:spcPts val="0"/>
              </a:spcAft>
              <a:buFontTx/>
              <a:buNone/>
              <a:defRPr sz="100" b="0">
                <a:noFill/>
              </a:defRPr>
            </a:lvl4pPr>
            <a:lvl5pPr marL="0" indent="0">
              <a:spcBef>
                <a:spcPts val="0"/>
              </a:spcBef>
              <a:spcAft>
                <a:spcPts val="0"/>
              </a:spcAft>
              <a:buFontTx/>
              <a:buNone/>
              <a:defRPr sz="100" b="0">
                <a:noFill/>
              </a:defRPr>
            </a:lvl5pPr>
            <a:lvl6pPr marL="0" indent="0">
              <a:spcBef>
                <a:spcPts val="0"/>
              </a:spcBef>
              <a:spcAft>
                <a:spcPts val="0"/>
              </a:spcAft>
              <a:buFontTx/>
              <a:buNone/>
              <a:defRPr sz="100" b="0">
                <a:noFill/>
              </a:defRPr>
            </a:lvl6pPr>
            <a:lvl7pPr marL="0" indent="0">
              <a:spcBef>
                <a:spcPts val="0"/>
              </a:spcBef>
              <a:spcAft>
                <a:spcPts val="0"/>
              </a:spcAft>
              <a:buFontTx/>
              <a:buNone/>
              <a:defRPr sz="100" b="0">
                <a:noFill/>
              </a:defRPr>
            </a:lvl7pPr>
            <a:lvl8pPr marL="0" indent="0">
              <a:spcBef>
                <a:spcPts val="0"/>
              </a:spcBef>
              <a:spcAft>
                <a:spcPts val="0"/>
              </a:spcAft>
              <a:buFontTx/>
              <a:buNone/>
              <a:defRPr sz="100" b="0">
                <a:noFill/>
              </a:defRPr>
            </a:lvl8pPr>
            <a:lvl9pPr marL="0" indent="0">
              <a:spcBef>
                <a:spcPts val="0"/>
              </a:spcBef>
              <a:spcAft>
                <a:spcPts val="0"/>
              </a:spcAft>
              <a:buFontTx/>
              <a:buNone/>
              <a:defRPr sz="100" b="0">
                <a:noFill/>
              </a:defRPr>
            </a:lvl9pPr>
          </a:lstStyle>
          <a:p>
            <a:pPr lvl="0"/>
            <a:r>
              <a:rPr lang="de-DE"/>
              <a:t> </a:t>
            </a:r>
          </a:p>
        </p:txBody>
      </p:sp>
      <p:sp>
        <p:nvSpPr>
          <p:cNvPr id="14" name="Textplatzhalter">
            <a:extLst>
              <a:ext uri="{FF2B5EF4-FFF2-40B4-BE49-F238E27FC236}">
                <a16:creationId xmlns:a16="http://schemas.microsoft.com/office/drawing/2014/main" id="{41CA4ADD-D78B-A046-6D6E-AD8FDE3D8615}"/>
              </a:ext>
            </a:extLst>
          </p:cNvPr>
          <p:cNvSpPr>
            <a:spLocks noGrp="1"/>
          </p:cNvSpPr>
          <p:nvPr>
            <p:ph type="body" sz="quarter" idx="18" hasCustomPrompt="1"/>
          </p:nvPr>
        </p:nvSpPr>
        <p:spPr bwMode="gray">
          <a:xfrm>
            <a:off x="696001" y="5518670"/>
            <a:ext cx="5400000" cy="646331"/>
          </a:xfrm>
          <a:prstGeom prst="rect">
            <a:avLst/>
          </a:prstGeom>
        </p:spPr>
        <p:txBody>
          <a:bodyPr wrap="square" anchor="b" anchorCtr="0">
            <a:spAutoFit/>
          </a:bodyPr>
          <a:lstStyle>
            <a:lvl1pPr marL="0" indent="0">
              <a:lnSpc>
                <a:spcPct val="90000"/>
              </a:lnSpc>
              <a:spcBef>
                <a:spcPts val="0"/>
              </a:spcBef>
              <a:spcAft>
                <a:spcPts val="0"/>
              </a:spcAft>
              <a:buFontTx/>
              <a:buNone/>
              <a:defRPr sz="4000" b="1">
                <a:solidFill>
                  <a:schemeClr val="bg1"/>
                </a:solidFill>
                <a:latin typeface="+mj-lt"/>
              </a:defRPr>
            </a:lvl1pPr>
            <a:lvl2pPr marL="0" indent="0">
              <a:lnSpc>
                <a:spcPct val="90000"/>
              </a:lnSpc>
              <a:spcBef>
                <a:spcPts val="0"/>
              </a:spcBef>
              <a:spcAft>
                <a:spcPts val="0"/>
              </a:spcAft>
              <a:buFontTx/>
              <a:buNone/>
              <a:defRPr sz="4000" b="1">
                <a:solidFill>
                  <a:schemeClr val="bg1"/>
                </a:solidFill>
                <a:latin typeface="+mj-lt"/>
              </a:defRPr>
            </a:lvl2pPr>
            <a:lvl3pPr marL="0" indent="0">
              <a:lnSpc>
                <a:spcPct val="90000"/>
              </a:lnSpc>
              <a:spcBef>
                <a:spcPts val="0"/>
              </a:spcBef>
              <a:spcAft>
                <a:spcPts val="0"/>
              </a:spcAft>
              <a:buFontTx/>
              <a:buNone/>
              <a:defRPr sz="4000" b="1">
                <a:solidFill>
                  <a:schemeClr val="bg1"/>
                </a:solidFill>
                <a:latin typeface="+mj-lt"/>
              </a:defRPr>
            </a:lvl3pPr>
            <a:lvl4pPr marL="0" indent="0">
              <a:lnSpc>
                <a:spcPct val="90000"/>
              </a:lnSpc>
              <a:spcBef>
                <a:spcPts val="0"/>
              </a:spcBef>
              <a:spcAft>
                <a:spcPts val="0"/>
              </a:spcAft>
              <a:buFontTx/>
              <a:buNone/>
              <a:defRPr sz="4000" b="1">
                <a:solidFill>
                  <a:schemeClr val="bg1"/>
                </a:solidFill>
                <a:latin typeface="+mj-lt"/>
              </a:defRPr>
            </a:lvl4pPr>
            <a:lvl5pPr marL="0" indent="0">
              <a:lnSpc>
                <a:spcPct val="90000"/>
              </a:lnSpc>
              <a:spcBef>
                <a:spcPts val="0"/>
              </a:spcBef>
              <a:spcAft>
                <a:spcPts val="0"/>
              </a:spcAft>
              <a:buFontTx/>
              <a:buNone/>
              <a:defRPr sz="4000" b="1">
                <a:solidFill>
                  <a:schemeClr val="bg1"/>
                </a:solidFill>
                <a:latin typeface="+mj-lt"/>
              </a:defRPr>
            </a:lvl5pPr>
            <a:lvl6pPr marL="0" indent="0">
              <a:lnSpc>
                <a:spcPct val="90000"/>
              </a:lnSpc>
              <a:spcBef>
                <a:spcPts val="0"/>
              </a:spcBef>
              <a:spcAft>
                <a:spcPts val="0"/>
              </a:spcAft>
              <a:buFontTx/>
              <a:buNone/>
              <a:defRPr sz="4000" b="1">
                <a:solidFill>
                  <a:schemeClr val="bg1"/>
                </a:solidFill>
                <a:latin typeface="+mj-lt"/>
              </a:defRPr>
            </a:lvl6pPr>
            <a:lvl7pPr marL="0" indent="0">
              <a:lnSpc>
                <a:spcPct val="90000"/>
              </a:lnSpc>
              <a:spcBef>
                <a:spcPts val="0"/>
              </a:spcBef>
              <a:spcAft>
                <a:spcPts val="0"/>
              </a:spcAft>
              <a:buFontTx/>
              <a:buNone/>
              <a:defRPr sz="4000" b="1">
                <a:solidFill>
                  <a:schemeClr val="bg1"/>
                </a:solidFill>
                <a:latin typeface="+mj-lt"/>
              </a:defRPr>
            </a:lvl7pPr>
            <a:lvl8pPr marL="0" indent="0">
              <a:lnSpc>
                <a:spcPct val="90000"/>
              </a:lnSpc>
              <a:spcBef>
                <a:spcPts val="0"/>
              </a:spcBef>
              <a:spcAft>
                <a:spcPts val="0"/>
              </a:spcAft>
              <a:buFontTx/>
              <a:buNone/>
              <a:defRPr sz="4000" b="1">
                <a:solidFill>
                  <a:schemeClr val="bg1"/>
                </a:solidFill>
                <a:latin typeface="+mj-lt"/>
              </a:defRPr>
            </a:lvl8pPr>
            <a:lvl9pPr marL="0" indent="0">
              <a:lnSpc>
                <a:spcPct val="90000"/>
              </a:lnSpc>
              <a:spcBef>
                <a:spcPts val="0"/>
              </a:spcBef>
              <a:spcAft>
                <a:spcPts val="0"/>
              </a:spcAft>
              <a:buFontTx/>
              <a:buNone/>
              <a:defRPr sz="4000" b="1">
                <a:solidFill>
                  <a:schemeClr val="bg1"/>
                </a:solidFill>
                <a:latin typeface="+mj-lt"/>
              </a:defRPr>
            </a:lvl9pPr>
          </a:lstStyle>
          <a:p>
            <a:pPr algn="l"/>
            <a:r>
              <a:rPr lang="en-GB" sz="4000" b="1" kern="1200" baseline="0">
                <a:solidFill>
                  <a:schemeClr val="bg1"/>
                </a:solidFill>
                <a:latin typeface="Bookman Old Style" panose="02050604050505020204" pitchFamily="18" charset="0"/>
                <a:ea typeface="+mj-ea"/>
                <a:cs typeface="Calibri" panose="020F0502020204030204" pitchFamily="34" charset="0"/>
              </a:rPr>
              <a:t>So long &amp; cheerio!</a:t>
            </a:r>
          </a:p>
        </p:txBody>
      </p:sp>
      <p:sp>
        <p:nvSpPr>
          <p:cNvPr id="12" name="Logo">
            <a:extLst>
              <a:ext uri="{FF2B5EF4-FFF2-40B4-BE49-F238E27FC236}">
                <a16:creationId xmlns:a16="http://schemas.microsoft.com/office/drawing/2014/main" id="{D920654A-CDF2-1EE4-1D99-B1A4C7A4C65D}"/>
              </a:ext>
              <a:ext uri="{C183D7F6-B498-43B3-948B-1728B52AA6E4}">
                <adec:decorative xmlns:adec="http://schemas.microsoft.com/office/drawing/2017/decorative" val="1"/>
              </a:ext>
            </a:extLst>
          </p:cNvPr>
          <p:cNvSpPr>
            <a:spLocks noGrp="1" noChangeAspect="1"/>
          </p:cNvSpPr>
          <p:nvPr>
            <p:ph type="body" sz="quarter" idx="14" hasCustomPrompt="1"/>
          </p:nvPr>
        </p:nvSpPr>
        <p:spPr bwMode="gray">
          <a:xfrm>
            <a:off x="10992001" y="483650"/>
            <a:ext cx="504000" cy="516923"/>
          </a:xfrm>
          <a:prstGeom prst="rect">
            <a:avLst/>
          </a:prstGeom>
          <a:blipFill>
            <a:blip r:embed="rId2">
              <a:extLst>
                <a:ext uri="{96DAC541-7B7A-43D3-8B79-37D633B846F1}">
                  <asvg:svgBlip xmlns:asvg="http://schemas.microsoft.com/office/drawing/2016/SVG/main" r:embed="rId3"/>
                </a:ext>
              </a:extLst>
            </a:blip>
            <a:stretch>
              <a:fillRect/>
            </a:stretch>
          </a:blipFill>
          <a:ln>
            <a:noFill/>
          </a:ln>
        </p:spPr>
        <p:txBody>
          <a:bodyPr/>
          <a:lstStyle>
            <a:lvl1pPr marL="0" indent="0">
              <a:spcBef>
                <a:spcPts val="0"/>
              </a:spcBef>
              <a:spcAft>
                <a:spcPts val="0"/>
              </a:spcAft>
              <a:buFontTx/>
              <a:buNone/>
              <a:defRPr sz="100" b="0">
                <a:noFill/>
                <a:latin typeface="+mn-lt"/>
              </a:defRPr>
            </a:lvl1pPr>
            <a:lvl2pPr marL="0" indent="0">
              <a:spcBef>
                <a:spcPts val="0"/>
              </a:spcBef>
              <a:spcAft>
                <a:spcPts val="0"/>
              </a:spcAft>
              <a:buFontTx/>
              <a:buNone/>
              <a:defRPr sz="100" b="0">
                <a:noFill/>
                <a:latin typeface="+mn-lt"/>
              </a:defRPr>
            </a:lvl2pPr>
            <a:lvl3pPr marL="0" indent="0">
              <a:spcBef>
                <a:spcPts val="0"/>
              </a:spcBef>
              <a:spcAft>
                <a:spcPts val="0"/>
              </a:spcAft>
              <a:buFontTx/>
              <a:buNone/>
              <a:defRPr sz="100" b="0">
                <a:noFill/>
                <a:latin typeface="+mn-lt"/>
              </a:defRPr>
            </a:lvl3pPr>
            <a:lvl4pPr marL="0" indent="0">
              <a:spcBef>
                <a:spcPts val="0"/>
              </a:spcBef>
              <a:spcAft>
                <a:spcPts val="0"/>
              </a:spcAft>
              <a:buFontTx/>
              <a:buNone/>
              <a:defRPr sz="100" b="0">
                <a:noFill/>
                <a:latin typeface="+mn-lt"/>
              </a:defRPr>
            </a:lvl4pPr>
            <a:lvl5pPr marL="0" indent="0">
              <a:spcBef>
                <a:spcPts val="0"/>
              </a:spcBef>
              <a:spcAft>
                <a:spcPts val="0"/>
              </a:spcAft>
              <a:buFontTx/>
              <a:buNone/>
              <a:defRPr sz="100" b="0">
                <a:noFill/>
                <a:latin typeface="+mn-lt"/>
              </a:defRPr>
            </a:lvl5pPr>
            <a:lvl6pPr marL="0" indent="0">
              <a:spcBef>
                <a:spcPts val="0"/>
              </a:spcBef>
              <a:spcAft>
                <a:spcPts val="0"/>
              </a:spcAft>
              <a:buFontTx/>
              <a:buNone/>
              <a:defRPr sz="100" b="0">
                <a:noFill/>
                <a:latin typeface="+mn-lt"/>
              </a:defRPr>
            </a:lvl6pPr>
            <a:lvl7pPr marL="0" indent="0">
              <a:spcBef>
                <a:spcPts val="0"/>
              </a:spcBef>
              <a:spcAft>
                <a:spcPts val="0"/>
              </a:spcAft>
              <a:buFontTx/>
              <a:buNone/>
              <a:defRPr sz="100" b="0">
                <a:noFill/>
                <a:latin typeface="+mn-lt"/>
              </a:defRPr>
            </a:lvl7pPr>
            <a:lvl8pPr marL="0" indent="0">
              <a:spcBef>
                <a:spcPts val="0"/>
              </a:spcBef>
              <a:spcAft>
                <a:spcPts val="0"/>
              </a:spcAft>
              <a:buFontTx/>
              <a:buNone/>
              <a:defRPr sz="100" b="0">
                <a:noFill/>
                <a:latin typeface="+mn-lt"/>
              </a:defRPr>
            </a:lvl8pPr>
            <a:lvl9pPr marL="0" indent="0">
              <a:spcBef>
                <a:spcPts val="0"/>
              </a:spcBef>
              <a:spcAft>
                <a:spcPts val="0"/>
              </a:spcAft>
              <a:buFontTx/>
              <a:buNone/>
              <a:defRPr sz="100" b="0">
                <a:noFill/>
                <a:latin typeface="+mn-lt"/>
              </a:defRPr>
            </a:lvl9pPr>
          </a:lstStyle>
          <a:p>
            <a:pPr lvl="0"/>
            <a:r>
              <a:rPr lang="de-DE"/>
              <a:t> </a:t>
            </a:r>
          </a:p>
        </p:txBody>
      </p:sp>
    </p:spTree>
    <p:extLst>
      <p:ext uri="{BB962C8B-B14F-4D97-AF65-F5344CB8AC3E}">
        <p14:creationId xmlns:p14="http://schemas.microsoft.com/office/powerpoint/2010/main" val="2391389527"/>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accent6">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903968" cy="457200"/>
          </a:xfrm>
          <a:prstGeom prst="rect">
            <a:avLst/>
          </a:prstGeom>
        </p:spPr>
        <p:txBody>
          <a:bodyPr vert="horz"/>
          <a:lstStyle>
            <a:lvl1pPr algn="l">
              <a:defRPr sz="2800" b="1" baseline="0">
                <a:solidFill>
                  <a:schemeClr val="bg1"/>
                </a:solidFill>
                <a:latin typeface="+mn-lt"/>
                <a:cs typeface="Arial"/>
              </a:defRPr>
            </a:lvl1pPr>
          </a:lstStyle>
          <a:p>
            <a:r>
              <a:rPr lang="en-GB" noProof="0" dirty="0" err="1"/>
              <a:t>Mastertitelformat</a:t>
            </a:r>
            <a:r>
              <a:rPr lang="en-GB" noProof="0" dirty="0"/>
              <a:t> </a:t>
            </a:r>
            <a:r>
              <a:rPr lang="en-GB" noProof="0" dirty="0" err="1"/>
              <a:t>bearbeiten</a:t>
            </a:r>
            <a:endParaRPr lang="en-GB" noProof="0" dirty="0"/>
          </a:p>
        </p:txBody>
      </p:sp>
      <p:sp>
        <p:nvSpPr>
          <p:cNvPr id="15" name="Inhaltsplatzhalter 14"/>
          <p:cNvSpPr>
            <a:spLocks noGrp="1"/>
          </p:cNvSpPr>
          <p:nvPr>
            <p:ph sz="quarter" idx="11" hasCustomPrompt="1"/>
          </p:nvPr>
        </p:nvSpPr>
        <p:spPr>
          <a:xfrm>
            <a:off x="309685" y="1052736"/>
            <a:ext cx="11688064" cy="5184576"/>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en-GB" noProof="0" dirty="0" err="1"/>
              <a:t>Mastertextformat</a:t>
            </a:r>
            <a:r>
              <a:rPr lang="en-GB" noProof="0" dirty="0"/>
              <a:t> </a:t>
            </a:r>
            <a:r>
              <a:rPr lang="en-GB" noProof="0" dirty="0" err="1"/>
              <a:t>bearbeiten</a:t>
            </a:r>
            <a:endParaRPr lang="en-GB" noProof="0" dirty="0"/>
          </a:p>
          <a:p>
            <a:pPr lvl="1"/>
            <a:r>
              <a:rPr lang="en-GB" noProof="0" dirty="0" err="1"/>
              <a:t>Asdfasdf</a:t>
            </a:r>
            <a:endParaRPr lang="en-GB" noProof="0" dirty="0"/>
          </a:p>
          <a:p>
            <a:pPr lvl="2"/>
            <a:r>
              <a:rPr lang="en-GB" noProof="0" dirty="0" err="1"/>
              <a:t>Sadfasdf</a:t>
            </a:r>
            <a:endParaRPr lang="en-GB" noProof="0" dirty="0"/>
          </a:p>
          <a:p>
            <a:pPr lvl="3"/>
            <a:r>
              <a:rPr lang="en-GB" noProof="0" dirty="0" err="1"/>
              <a:t>sdf</a:t>
            </a:r>
            <a:endParaRPr lang="en-GB" noProof="0"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SE Integrative Geographie</a:t>
            </a:r>
            <a:r>
              <a:rPr lang="de-AT" sz="800" baseline="0" dirty="0">
                <a:solidFill>
                  <a:schemeClr val="bg1">
                    <a:lumMod val="50000"/>
                  </a:schemeClr>
                </a:solidFill>
                <a:latin typeface="+mj-lt"/>
              </a:rPr>
              <a:t>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‹Nr.›</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40301173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Contentslide">
    <p:spTree>
      <p:nvGrpSpPr>
        <p:cNvPr id="1" name=""/>
        <p:cNvGrpSpPr/>
        <p:nvPr/>
      </p:nvGrpSpPr>
      <p:grpSpPr>
        <a:xfrm>
          <a:off x="0" y="0"/>
          <a:ext cx="0" cy="0"/>
          <a:chOff x="0" y="0"/>
          <a:chExt cx="0" cy="0"/>
        </a:xfrm>
      </p:grpSpPr>
      <p:sp>
        <p:nvSpPr>
          <p:cNvPr id="9" name="Rechteck 8"/>
          <p:cNvSpPr/>
          <p:nvPr userDrawn="1"/>
        </p:nvSpPr>
        <p:spPr>
          <a:xfrm>
            <a:off x="0" y="6654800"/>
            <a:ext cx="12192000" cy="202340"/>
          </a:xfrm>
          <a:prstGeom prst="rect">
            <a:avLst/>
          </a:prstGeom>
          <a:solidFill>
            <a:schemeClr val="bg1">
              <a:lumMod val="8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3" name="Rechteck 2"/>
          <p:cNvSpPr/>
          <p:nvPr userDrawn="1"/>
        </p:nvSpPr>
        <p:spPr>
          <a:xfrm>
            <a:off x="0" y="0"/>
            <a:ext cx="12192000" cy="692696"/>
          </a:xfrm>
          <a:prstGeom prst="rect">
            <a:avLst/>
          </a:prstGeom>
          <a:solidFill>
            <a:schemeClr val="accent6">
              <a:lumMod val="75000"/>
            </a:schemeClr>
          </a:solidFill>
          <a:ln w="28575">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de-AT" sz="1800" dirty="0"/>
          </a:p>
        </p:txBody>
      </p:sp>
      <p:sp>
        <p:nvSpPr>
          <p:cNvPr id="7" name="Titel 6"/>
          <p:cNvSpPr>
            <a:spLocks noGrp="1"/>
          </p:cNvSpPr>
          <p:nvPr>
            <p:ph type="title"/>
          </p:nvPr>
        </p:nvSpPr>
        <p:spPr>
          <a:xfrm>
            <a:off x="288032" y="93723"/>
            <a:ext cx="11903968" cy="457200"/>
          </a:xfrm>
          <a:prstGeom prst="rect">
            <a:avLst/>
          </a:prstGeom>
        </p:spPr>
        <p:txBody>
          <a:bodyPr vert="horz"/>
          <a:lstStyle>
            <a:lvl1pPr algn="l">
              <a:defRPr sz="2800" b="1" baseline="0">
                <a:solidFill>
                  <a:schemeClr val="bg1"/>
                </a:solidFill>
                <a:latin typeface="+mn-lt"/>
                <a:cs typeface="Arial"/>
              </a:defRPr>
            </a:lvl1pPr>
          </a:lstStyle>
          <a:p>
            <a:r>
              <a:rPr lang="en-GB" noProof="0" dirty="0" err="1"/>
              <a:t>Mastertitelformat</a:t>
            </a:r>
            <a:r>
              <a:rPr lang="en-GB" noProof="0" dirty="0"/>
              <a:t> </a:t>
            </a:r>
            <a:r>
              <a:rPr lang="en-GB" noProof="0" dirty="0" err="1"/>
              <a:t>bearbeiten</a:t>
            </a:r>
            <a:endParaRPr lang="en-GB" noProof="0" dirty="0"/>
          </a:p>
        </p:txBody>
      </p:sp>
      <p:sp>
        <p:nvSpPr>
          <p:cNvPr id="15" name="Inhaltsplatzhalter 14"/>
          <p:cNvSpPr>
            <a:spLocks noGrp="1"/>
          </p:cNvSpPr>
          <p:nvPr>
            <p:ph sz="quarter" idx="11" hasCustomPrompt="1"/>
          </p:nvPr>
        </p:nvSpPr>
        <p:spPr>
          <a:xfrm>
            <a:off x="309685" y="1181512"/>
            <a:ext cx="11688064" cy="4968552"/>
          </a:xfrm>
          <a:prstGeom prst="rect">
            <a:avLst/>
          </a:prstGeom>
        </p:spPr>
        <p:txBody>
          <a:bodyPr vert="horz" anchor="ctr"/>
          <a:lstStyle>
            <a:lvl1pPr marL="228600" indent="-228600" algn="l">
              <a:lnSpc>
                <a:spcPct val="114000"/>
              </a:lnSpc>
              <a:spcBef>
                <a:spcPts val="600"/>
              </a:spcBef>
              <a:spcAft>
                <a:spcPts val="0"/>
              </a:spcAft>
              <a:buFont typeface="Wingdings" pitchFamily="2" charset="2"/>
              <a:buChar char="§"/>
              <a:defRPr sz="2400" b="0" baseline="0">
                <a:solidFill>
                  <a:schemeClr val="tx1"/>
                </a:solidFill>
                <a:latin typeface="+mn-lt"/>
              </a:defRPr>
            </a:lvl1pPr>
            <a:lvl2pPr marL="658813" indent="-201613" algn="l">
              <a:lnSpc>
                <a:spcPct val="114000"/>
              </a:lnSpc>
              <a:spcBef>
                <a:spcPts val="600"/>
              </a:spcBef>
              <a:spcAft>
                <a:spcPts val="0"/>
              </a:spcAft>
              <a:buFont typeface="Arial" pitchFamily="34" charset="0"/>
              <a:buChar char="»"/>
              <a:defRPr sz="2100">
                <a:solidFill>
                  <a:schemeClr val="tx1"/>
                </a:solidFill>
              </a:defRPr>
            </a:lvl2pPr>
            <a:lvl3pPr marL="1108075" indent="-193675" algn="l">
              <a:lnSpc>
                <a:spcPct val="114000"/>
              </a:lnSpc>
              <a:spcBef>
                <a:spcPts val="600"/>
              </a:spcBef>
              <a:spcAft>
                <a:spcPts val="0"/>
              </a:spcAft>
              <a:buFont typeface="Symbol" pitchFamily="18" charset="2"/>
              <a:buChar char="-"/>
              <a:tabLst/>
              <a:defRPr sz="1800">
                <a:solidFill>
                  <a:schemeClr val="tx1"/>
                </a:solidFill>
              </a:defRPr>
            </a:lvl3pPr>
            <a:lvl4pPr marL="1520825" indent="-149225">
              <a:lnSpc>
                <a:spcPct val="114000"/>
              </a:lnSpc>
              <a:spcBef>
                <a:spcPts val="600"/>
              </a:spcBef>
              <a:buFont typeface="Arial" pitchFamily="34" charset="0"/>
              <a:buChar char="•"/>
              <a:defRPr sz="1600"/>
            </a:lvl4pPr>
          </a:lstStyle>
          <a:p>
            <a:pPr lvl="0"/>
            <a:r>
              <a:rPr lang="en-GB" noProof="0" dirty="0" err="1"/>
              <a:t>Mastertextformat</a:t>
            </a:r>
            <a:r>
              <a:rPr lang="en-GB" noProof="0" dirty="0"/>
              <a:t> </a:t>
            </a:r>
            <a:r>
              <a:rPr lang="en-GB" noProof="0" dirty="0" err="1"/>
              <a:t>bearbeiten</a:t>
            </a:r>
            <a:endParaRPr lang="en-GB" noProof="0" dirty="0"/>
          </a:p>
          <a:p>
            <a:pPr lvl="1"/>
            <a:r>
              <a:rPr lang="en-GB" noProof="0" dirty="0" err="1"/>
              <a:t>Asdfasdf</a:t>
            </a:r>
            <a:endParaRPr lang="en-GB" noProof="0" dirty="0"/>
          </a:p>
          <a:p>
            <a:pPr lvl="2"/>
            <a:r>
              <a:rPr lang="en-GB" noProof="0" dirty="0" err="1"/>
              <a:t>Sadfasdf</a:t>
            </a:r>
            <a:endParaRPr lang="en-GB" noProof="0" dirty="0"/>
          </a:p>
          <a:p>
            <a:pPr lvl="3"/>
            <a:r>
              <a:rPr lang="en-GB" noProof="0" dirty="0" err="1"/>
              <a:t>sdf</a:t>
            </a:r>
            <a:endParaRPr lang="en-GB" noProof="0" dirty="0"/>
          </a:p>
        </p:txBody>
      </p:sp>
      <p:sp>
        <p:nvSpPr>
          <p:cNvPr id="2" name="Textfeld 1"/>
          <p:cNvSpPr txBox="1"/>
          <p:nvPr userDrawn="1"/>
        </p:nvSpPr>
        <p:spPr>
          <a:xfrm>
            <a:off x="431371" y="6654396"/>
            <a:ext cx="3648405" cy="215444"/>
          </a:xfrm>
          <a:prstGeom prst="rect">
            <a:avLst/>
          </a:prstGeom>
          <a:noFill/>
        </p:spPr>
        <p:txBody>
          <a:bodyPr wrap="square" rtlCol="0">
            <a:spAutoFit/>
          </a:bodyPr>
          <a:lstStyle/>
          <a:p>
            <a:r>
              <a:rPr lang="de-AT" sz="800" dirty="0">
                <a:solidFill>
                  <a:schemeClr val="bg1">
                    <a:lumMod val="50000"/>
                  </a:schemeClr>
                </a:solidFill>
                <a:latin typeface="+mj-lt"/>
              </a:rPr>
              <a:t>VO Wissenschaftstheoretische Grundlagen</a:t>
            </a:r>
            <a:r>
              <a:rPr lang="de-AT" sz="800" baseline="0" dirty="0">
                <a:solidFill>
                  <a:schemeClr val="bg1">
                    <a:lumMod val="50000"/>
                  </a:schemeClr>
                </a:solidFill>
                <a:latin typeface="+mj-lt"/>
              </a:rPr>
              <a:t> </a:t>
            </a:r>
            <a:r>
              <a:rPr lang="de-AT" sz="800" dirty="0">
                <a:solidFill>
                  <a:schemeClr val="bg1">
                    <a:lumMod val="50000"/>
                  </a:schemeClr>
                </a:solidFill>
                <a:latin typeface="+mj-lt"/>
              </a:rPr>
              <a:t>| KMH</a:t>
            </a:r>
          </a:p>
        </p:txBody>
      </p:sp>
      <p:sp>
        <p:nvSpPr>
          <p:cNvPr id="6" name="Textfeld 5"/>
          <p:cNvSpPr txBox="1"/>
          <p:nvPr userDrawn="1"/>
        </p:nvSpPr>
        <p:spPr>
          <a:xfrm>
            <a:off x="11280576" y="6654396"/>
            <a:ext cx="512117" cy="215444"/>
          </a:xfrm>
          <a:prstGeom prst="rect">
            <a:avLst/>
          </a:prstGeom>
          <a:noFill/>
        </p:spPr>
        <p:txBody>
          <a:bodyPr wrap="square" rtlCol="0">
            <a:spAutoFit/>
          </a:bodyPr>
          <a:lstStyle/>
          <a:p>
            <a:pPr algn="r"/>
            <a:fld id="{D0D87B3D-9F2E-4AB4-9472-248B74A58E90}" type="slidenum">
              <a:rPr lang="de-AT" sz="800" smtClean="0">
                <a:solidFill>
                  <a:schemeClr val="bg1">
                    <a:lumMod val="50000"/>
                  </a:schemeClr>
                </a:solidFill>
                <a:latin typeface="+mj-lt"/>
              </a:rPr>
              <a:pPr algn="r"/>
              <a:t>‹Nr.›</a:t>
            </a:fld>
            <a:endParaRPr lang="de-AT" sz="800" dirty="0">
              <a:solidFill>
                <a:schemeClr val="bg1">
                  <a:lumMod val="50000"/>
                </a:schemeClr>
              </a:solidFill>
              <a:latin typeface="+mj-lt"/>
            </a:endParaRPr>
          </a:p>
        </p:txBody>
      </p:sp>
      <p:sp>
        <p:nvSpPr>
          <p:cNvPr id="4" name="Textplatzhalter 3"/>
          <p:cNvSpPr>
            <a:spLocks noGrp="1"/>
          </p:cNvSpPr>
          <p:nvPr>
            <p:ph type="body" sz="quarter" idx="12" hasCustomPrompt="1"/>
          </p:nvPr>
        </p:nvSpPr>
        <p:spPr>
          <a:xfrm>
            <a:off x="5903979" y="6654396"/>
            <a:ext cx="5183188" cy="215444"/>
          </a:xfrm>
          <a:prstGeom prst="rect">
            <a:avLst/>
          </a:prstGeom>
          <a:noFill/>
        </p:spPr>
        <p:txBody>
          <a:bodyPr wrap="square" rtlCol="0" anchor="ctr" anchorCtr="0">
            <a:norm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26629799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Abschnittsüberschrift">
    <p:spTree>
      <p:nvGrpSpPr>
        <p:cNvPr id="1" name=""/>
        <p:cNvGrpSpPr/>
        <p:nvPr/>
      </p:nvGrpSpPr>
      <p:grpSpPr>
        <a:xfrm>
          <a:off x="0" y="0"/>
          <a:ext cx="0" cy="0"/>
          <a:chOff x="0" y="0"/>
          <a:chExt cx="0" cy="0"/>
        </a:xfrm>
      </p:grpSpPr>
      <p:sp>
        <p:nvSpPr>
          <p:cNvPr id="7" name="Titel 6"/>
          <p:cNvSpPr>
            <a:spLocks noGrp="1"/>
          </p:cNvSpPr>
          <p:nvPr>
            <p:ph type="title"/>
          </p:nvPr>
        </p:nvSpPr>
        <p:spPr>
          <a:xfrm>
            <a:off x="431371" y="1268760"/>
            <a:ext cx="11760629" cy="457200"/>
          </a:xfrm>
          <a:prstGeom prst="rect">
            <a:avLst/>
          </a:prstGeom>
        </p:spPr>
        <p:txBody>
          <a:bodyPr vert="horz"/>
          <a:lstStyle>
            <a:lvl1pPr algn="l">
              <a:defRPr sz="2800" b="1" baseline="0">
                <a:solidFill>
                  <a:srgbClr val="E37823"/>
                </a:solidFill>
                <a:latin typeface="+mn-lt"/>
                <a:cs typeface="Arial"/>
              </a:defRPr>
            </a:lvl1pPr>
          </a:lstStyle>
          <a:p>
            <a:r>
              <a:rPr lang="de-AT" dirty="0"/>
              <a:t>Mastertitelformat bearbeiten</a:t>
            </a:r>
            <a:endParaRPr lang="de-DE" dirty="0"/>
          </a:p>
        </p:txBody>
      </p:sp>
      <p:sp>
        <p:nvSpPr>
          <p:cNvPr id="15" name="Inhaltsplatzhalter 14"/>
          <p:cNvSpPr>
            <a:spLocks noGrp="1"/>
          </p:cNvSpPr>
          <p:nvPr>
            <p:ph sz="quarter" idx="11" hasCustomPrompt="1"/>
          </p:nvPr>
        </p:nvSpPr>
        <p:spPr>
          <a:xfrm>
            <a:off x="431371" y="1844824"/>
            <a:ext cx="11329259" cy="4608512"/>
          </a:xfrm>
          <a:prstGeom prst="rect">
            <a:avLst/>
          </a:prstGeom>
        </p:spPr>
        <p:txBody>
          <a:bodyPr vert="horz"/>
          <a:lstStyle>
            <a:lvl1pPr marL="342891" indent="-342891" algn="l">
              <a:lnSpc>
                <a:spcPct val="114000"/>
              </a:lnSpc>
              <a:spcBef>
                <a:spcPts val="400"/>
              </a:spcBef>
              <a:spcAft>
                <a:spcPts val="0"/>
              </a:spcAft>
              <a:buFont typeface="Wingdings" pitchFamily="2" charset="2"/>
              <a:buChar char="§"/>
              <a:defRPr sz="2400" b="0" baseline="0">
                <a:solidFill>
                  <a:schemeClr val="tx1"/>
                </a:solidFill>
                <a:latin typeface="+mn-lt"/>
              </a:defRPr>
            </a:lvl1pPr>
            <a:lvl2pPr marL="742932" indent="-285744" algn="l">
              <a:lnSpc>
                <a:spcPct val="114000"/>
              </a:lnSpc>
              <a:spcBef>
                <a:spcPts val="400"/>
              </a:spcBef>
              <a:spcAft>
                <a:spcPts val="0"/>
              </a:spcAft>
              <a:buFont typeface="Arial" pitchFamily="34" charset="0"/>
              <a:buChar char="»"/>
              <a:defRPr sz="2100">
                <a:solidFill>
                  <a:schemeClr val="tx1"/>
                </a:solidFill>
              </a:defRPr>
            </a:lvl2pPr>
            <a:lvl3pPr marL="1142971" indent="-228594" algn="l">
              <a:lnSpc>
                <a:spcPct val="114000"/>
              </a:lnSpc>
              <a:spcBef>
                <a:spcPts val="400"/>
              </a:spcBef>
              <a:spcAft>
                <a:spcPts val="0"/>
              </a:spcAft>
              <a:buFont typeface="Symbol" pitchFamily="18" charset="2"/>
              <a:buChar char="-"/>
              <a:defRPr sz="1800">
                <a:solidFill>
                  <a:schemeClr val="tx1"/>
                </a:solidFill>
              </a:defRPr>
            </a:lvl3pPr>
            <a:lvl4pPr marL="1600160" indent="-228594">
              <a:lnSpc>
                <a:spcPct val="114000"/>
              </a:lnSpc>
              <a:spcBef>
                <a:spcPts val="400"/>
              </a:spcBef>
              <a:buFont typeface="Arial" pitchFamily="34" charset="0"/>
              <a:buChar char="•"/>
              <a:defRPr sz="1600"/>
            </a:lvl4pPr>
          </a:lstStyle>
          <a:p>
            <a:pPr lvl="0"/>
            <a:r>
              <a:rPr lang="de-AT" dirty="0"/>
              <a:t>Mastertextformat bearbeiten</a:t>
            </a:r>
          </a:p>
          <a:p>
            <a:pPr lvl="1"/>
            <a:r>
              <a:rPr lang="de-AT" dirty="0" err="1"/>
              <a:t>Asdfasdf</a:t>
            </a:r>
            <a:endParaRPr lang="de-AT" dirty="0"/>
          </a:p>
          <a:p>
            <a:pPr lvl="2"/>
            <a:r>
              <a:rPr lang="de-AT" dirty="0" err="1"/>
              <a:t>Sadfasdf</a:t>
            </a:r>
            <a:endParaRPr lang="de-AT" dirty="0"/>
          </a:p>
          <a:p>
            <a:pPr lvl="3"/>
            <a:r>
              <a:rPr lang="de-AT" dirty="0" err="1"/>
              <a:t>sdf</a:t>
            </a:r>
            <a:endParaRPr lang="de-AT" dirty="0"/>
          </a:p>
        </p:txBody>
      </p:sp>
      <p:sp>
        <p:nvSpPr>
          <p:cNvPr id="2" name="Textfeld 1"/>
          <p:cNvSpPr txBox="1"/>
          <p:nvPr userDrawn="1"/>
        </p:nvSpPr>
        <p:spPr>
          <a:xfrm>
            <a:off x="431371" y="6616981"/>
            <a:ext cx="3648405" cy="215444"/>
          </a:xfrm>
          <a:prstGeom prst="rect">
            <a:avLst/>
          </a:prstGeom>
          <a:noFill/>
        </p:spPr>
        <p:txBody>
          <a:bodyPr wrap="square" rtlCol="0">
            <a:spAutoFit/>
          </a:bodyPr>
          <a:lstStyle/>
          <a:p>
            <a:pPr marL="0" marR="0" lvl="0" indent="0" algn="l" defTabSz="457189" rtl="0" eaLnBrk="1" fontAlgn="base" latinLnBrk="0" hangingPunct="1">
              <a:lnSpc>
                <a:spcPct val="100000"/>
              </a:lnSpc>
              <a:spcBef>
                <a:spcPct val="0"/>
              </a:spcBef>
              <a:spcAft>
                <a:spcPct val="0"/>
              </a:spcAft>
              <a:buClrTx/>
              <a:buSzTx/>
              <a:buFontTx/>
              <a:buNone/>
              <a:tabLst/>
              <a:defRPr/>
            </a:pPr>
            <a:r>
              <a:rPr kumimoji="0" lang="de-AT" sz="800" b="0" i="0" u="none" strike="noStrike" kern="1200" cap="none" spc="0" normalizeH="0" baseline="0" noProof="0" dirty="0">
                <a:ln>
                  <a:noFill/>
                </a:ln>
                <a:solidFill>
                  <a:prstClr val="black"/>
                </a:solidFill>
                <a:effectLst/>
                <a:uLnTx/>
                <a:uFillTx/>
                <a:latin typeface="Calibri"/>
                <a:ea typeface="ＭＳ Ｐゴシック" pitchFamily="-104" charset="-128"/>
                <a:cs typeface="+mn-cs"/>
              </a:rPr>
              <a:t>VU Sozialwiss. Methoden |  KMH</a:t>
            </a:r>
          </a:p>
        </p:txBody>
      </p:sp>
      <p:sp>
        <p:nvSpPr>
          <p:cNvPr id="6" name="Textfeld 5"/>
          <p:cNvSpPr txBox="1"/>
          <p:nvPr userDrawn="1"/>
        </p:nvSpPr>
        <p:spPr>
          <a:xfrm>
            <a:off x="11280576" y="6616982"/>
            <a:ext cx="512117" cy="215444"/>
          </a:xfrm>
          <a:prstGeom prst="rect">
            <a:avLst/>
          </a:prstGeom>
          <a:noFill/>
        </p:spPr>
        <p:txBody>
          <a:bodyPr wrap="square" rtlCol="0">
            <a:spAutoFit/>
          </a:bodyPr>
          <a:lstStyle/>
          <a:p>
            <a:pPr algn="r"/>
            <a:fld id="{D0D87B3D-9F2E-4AB4-9472-248B74A58E90}" type="slidenum">
              <a:rPr lang="de-AT" sz="800" smtClean="0">
                <a:latin typeface="+mj-lt"/>
              </a:rPr>
              <a:pPr algn="r"/>
              <a:t>‹Nr.›</a:t>
            </a:fld>
            <a:endParaRPr lang="de-AT" sz="800" dirty="0">
              <a:latin typeface="+mj-lt"/>
            </a:endParaRPr>
          </a:p>
        </p:txBody>
      </p:sp>
      <p:sp>
        <p:nvSpPr>
          <p:cNvPr id="4" name="Textplatzhalter 3"/>
          <p:cNvSpPr>
            <a:spLocks noGrp="1"/>
          </p:cNvSpPr>
          <p:nvPr>
            <p:ph type="body" sz="quarter" idx="12" hasCustomPrompt="1"/>
          </p:nvPr>
        </p:nvSpPr>
        <p:spPr>
          <a:xfrm>
            <a:off x="5903981" y="6611469"/>
            <a:ext cx="5183188" cy="226472"/>
          </a:xfrm>
          <a:prstGeom prst="rect">
            <a:avLst/>
          </a:prstGeom>
          <a:noFill/>
        </p:spPr>
        <p:txBody>
          <a:bodyPr wrap="square" rtlCol="0" anchor="ctr" anchorCtr="0">
            <a:spAutoFit/>
          </a:bodyPr>
          <a:lstStyle>
            <a:lvl1pPr marL="0" indent="0" algn="r">
              <a:buNone/>
              <a:defRPr lang="de-DE" sz="800" smtClean="0">
                <a:solidFill>
                  <a:schemeClr val="bg1">
                    <a:lumMod val="50000"/>
                  </a:schemeClr>
                </a:solidFill>
                <a:latin typeface="+mj-lt"/>
                <a:ea typeface="ＭＳ Ｐゴシック" pitchFamily="-104" charset="-128"/>
                <a:cs typeface="+mn-cs"/>
              </a:defRPr>
            </a:lvl1pPr>
            <a:lvl2pPr>
              <a:defRPr lang="de-DE" smtClean="0">
                <a:latin typeface="Arial" charset="0"/>
                <a:ea typeface="ＭＳ Ｐゴシック" pitchFamily="-104" charset="-128"/>
              </a:defRPr>
            </a:lvl2pPr>
            <a:lvl3pPr>
              <a:defRPr lang="de-DE" smtClean="0">
                <a:latin typeface="Arial" charset="0"/>
                <a:ea typeface="ＭＳ Ｐゴシック" pitchFamily="-104" charset="-128"/>
              </a:defRPr>
            </a:lvl3pPr>
            <a:lvl4pPr>
              <a:defRPr lang="de-DE" smtClean="0">
                <a:latin typeface="Arial" charset="0"/>
                <a:ea typeface="ＭＳ Ｐゴシック" pitchFamily="-104" charset="-128"/>
              </a:defRPr>
            </a:lvl4pPr>
            <a:lvl5pPr>
              <a:defRPr lang="de-AT">
                <a:latin typeface="Arial" charset="0"/>
                <a:ea typeface="ＭＳ Ｐゴシック" pitchFamily="-104" charset="-128"/>
              </a:defRPr>
            </a:lvl5pPr>
          </a:lstStyle>
          <a:p>
            <a:pPr lvl="0" algn="r">
              <a:spcBef>
                <a:spcPct val="0"/>
              </a:spcBef>
            </a:pPr>
            <a:r>
              <a:rPr lang="de-AT" dirty="0" err="1"/>
              <a:t>asdfasdfasdf</a:t>
            </a:r>
            <a:endParaRPr lang="de-AT" dirty="0"/>
          </a:p>
        </p:txBody>
      </p:sp>
    </p:spTree>
    <p:extLst>
      <p:ext uri="{BB962C8B-B14F-4D97-AF65-F5344CB8AC3E}">
        <p14:creationId xmlns:p14="http://schemas.microsoft.com/office/powerpoint/2010/main" val="3489477872"/>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eitenzahl">
            <a:extLst>
              <a:ext uri="{FF2B5EF4-FFF2-40B4-BE49-F238E27FC236}">
                <a16:creationId xmlns:a16="http://schemas.microsoft.com/office/drawing/2014/main" id="{65398FD5-9BF3-28FF-7DED-0D9B073604A6}"/>
              </a:ext>
              <a:ext uri="{C183D7F6-B498-43B3-948B-1728B52AA6E4}">
                <adec:decorative xmlns:adec="http://schemas.microsoft.com/office/drawing/2017/decorative" val="0"/>
              </a:ext>
            </a:extLst>
          </p:cNvPr>
          <p:cNvSpPr>
            <a:spLocks noGrp="1"/>
          </p:cNvSpPr>
          <p:nvPr>
            <p:ph type="sldNum" sz="quarter" idx="4"/>
          </p:nvPr>
        </p:nvSpPr>
        <p:spPr bwMode="gray">
          <a:xfrm>
            <a:off x="10992000" y="6439500"/>
            <a:ext cx="504000" cy="144000"/>
          </a:xfrm>
          <a:prstGeom prst="rect">
            <a:avLst/>
          </a:prstGeom>
        </p:spPr>
        <p:txBody>
          <a:bodyPr vert="horz" lIns="0" tIns="0" rIns="0" bIns="0" rtlCol="0" anchor="ctr"/>
          <a:lstStyle>
            <a:lvl1pPr algn="r">
              <a:defRPr sz="800" b="0">
                <a:solidFill>
                  <a:schemeClr val="tx1"/>
                </a:solidFill>
              </a:defRPr>
            </a:lvl1pPr>
          </a:lstStyle>
          <a:p>
            <a:fld id="{D836C0FE-70CA-4950-82D6-CF602CC2B770}" type="slidenum">
              <a:rPr lang="de-DE" smtClean="0"/>
              <a:pPr/>
              <a:t>‹Nr.›</a:t>
            </a:fld>
            <a:endParaRPr lang="de-DE" dirty="0"/>
          </a:p>
        </p:txBody>
      </p:sp>
      <p:sp>
        <p:nvSpPr>
          <p:cNvPr id="2" name="Titelplatzhalter">
            <a:extLst>
              <a:ext uri="{FF2B5EF4-FFF2-40B4-BE49-F238E27FC236}">
                <a16:creationId xmlns:a16="http://schemas.microsoft.com/office/drawing/2014/main" id="{7342B4B8-4BA9-1581-A621-9357C5FCC0CE}"/>
              </a:ext>
            </a:extLst>
          </p:cNvPr>
          <p:cNvSpPr>
            <a:spLocks noGrp="1"/>
          </p:cNvSpPr>
          <p:nvPr>
            <p:ph type="title"/>
          </p:nvPr>
        </p:nvSpPr>
        <p:spPr bwMode="gray">
          <a:xfrm>
            <a:off x="695325" y="476672"/>
            <a:ext cx="9360675" cy="792000"/>
          </a:xfrm>
          <a:prstGeom prst="rect">
            <a:avLst/>
          </a:prstGeom>
        </p:spPr>
        <p:txBody>
          <a:bodyPr vert="horz" lIns="0" tIns="0" rIns="0" bIns="0" rtlCol="0" anchor="t" anchorCtr="0">
            <a:noAutofit/>
          </a:bodyPr>
          <a:lstStyle/>
          <a:p>
            <a:r>
              <a:rPr lang="de-DE"/>
              <a:t>Titelmasterformat durch Klicken bearbeiten</a:t>
            </a:r>
          </a:p>
        </p:txBody>
      </p:sp>
      <p:sp>
        <p:nvSpPr>
          <p:cNvPr id="4" name="Datum">
            <a:extLst>
              <a:ext uri="{FF2B5EF4-FFF2-40B4-BE49-F238E27FC236}">
                <a16:creationId xmlns:a16="http://schemas.microsoft.com/office/drawing/2014/main" id="{2B378339-9E79-231D-A5AF-97105D3C5200}"/>
              </a:ext>
              <a:ext uri="{C183D7F6-B498-43B3-948B-1728B52AA6E4}">
                <adec:decorative xmlns:adec="http://schemas.microsoft.com/office/drawing/2017/decorative" val="1"/>
              </a:ext>
            </a:extLst>
          </p:cNvPr>
          <p:cNvSpPr>
            <a:spLocks noGrp="1"/>
          </p:cNvSpPr>
          <p:nvPr>
            <p:ph type="dt" sz="half" idx="2"/>
          </p:nvPr>
        </p:nvSpPr>
        <p:spPr bwMode="gray">
          <a:xfrm>
            <a:off x="7176000" y="6439500"/>
            <a:ext cx="3672000" cy="144000"/>
          </a:xfrm>
          <a:prstGeom prst="rect">
            <a:avLst/>
          </a:prstGeom>
        </p:spPr>
        <p:txBody>
          <a:bodyPr vert="horz" lIns="0" tIns="0" rIns="0" bIns="0" rtlCol="0" anchor="ctr"/>
          <a:lstStyle>
            <a:lvl1pPr algn="ctr">
              <a:defRPr sz="800">
                <a:solidFill>
                  <a:schemeClr val="tx1"/>
                </a:solidFill>
              </a:defRPr>
            </a:lvl1pPr>
          </a:lstStyle>
          <a:p>
            <a:endParaRPr lang="de-DE" dirty="0"/>
          </a:p>
        </p:txBody>
      </p:sp>
      <p:sp>
        <p:nvSpPr>
          <p:cNvPr id="5" name="Fußzeile">
            <a:extLst>
              <a:ext uri="{FF2B5EF4-FFF2-40B4-BE49-F238E27FC236}">
                <a16:creationId xmlns:a16="http://schemas.microsoft.com/office/drawing/2014/main" id="{ADFC89BB-31A4-FB0C-2C15-0120E1FE9686}"/>
              </a:ext>
              <a:ext uri="{C183D7F6-B498-43B3-948B-1728B52AA6E4}">
                <adec:decorative xmlns:adec="http://schemas.microsoft.com/office/drawing/2017/decorative" val="1"/>
              </a:ext>
            </a:extLst>
          </p:cNvPr>
          <p:cNvSpPr>
            <a:spLocks noGrp="1"/>
          </p:cNvSpPr>
          <p:nvPr>
            <p:ph type="ftr" sz="quarter" idx="3"/>
          </p:nvPr>
        </p:nvSpPr>
        <p:spPr bwMode="gray">
          <a:xfrm>
            <a:off x="695324" y="6439500"/>
            <a:ext cx="5112675" cy="144000"/>
          </a:xfrm>
          <a:prstGeom prst="rect">
            <a:avLst/>
          </a:prstGeom>
        </p:spPr>
        <p:txBody>
          <a:bodyPr vert="horz" lIns="0" tIns="0" rIns="0" bIns="0" rtlCol="0" anchor="ctr"/>
          <a:lstStyle>
            <a:lvl1pPr algn="l">
              <a:defRPr sz="800">
                <a:solidFill>
                  <a:schemeClr val="tx1"/>
                </a:solidFill>
              </a:defRPr>
            </a:lvl1pPr>
          </a:lstStyle>
          <a:p>
            <a:r>
              <a:rPr lang="de-DE" dirty="0"/>
              <a:t>KMH | IL Scientific Method</a:t>
            </a:r>
          </a:p>
        </p:txBody>
      </p:sp>
      <p:grpSp>
        <p:nvGrpSpPr>
          <p:cNvPr id="57" name="Gruppieren 56">
            <a:extLst>
              <a:ext uri="{FF2B5EF4-FFF2-40B4-BE49-F238E27FC236}">
                <a16:creationId xmlns:a16="http://schemas.microsoft.com/office/drawing/2014/main" id="{70E6F260-5B6B-E6BA-7AE8-C81A29C8C1CE}"/>
              </a:ext>
              <a:ext uri="{C183D7F6-B498-43B3-948B-1728B52AA6E4}">
                <adec:decorative xmlns:adec="http://schemas.microsoft.com/office/drawing/2017/decorative" val="1"/>
              </a:ext>
            </a:extLst>
          </p:cNvPr>
          <p:cNvGrpSpPr/>
          <p:nvPr userDrawn="1"/>
        </p:nvGrpSpPr>
        <p:grpSpPr bwMode="gray">
          <a:xfrm>
            <a:off x="-168000" y="693000"/>
            <a:ext cx="72000" cy="5472000"/>
            <a:chOff x="-168000" y="693000"/>
            <a:chExt cx="72000" cy="5472000"/>
          </a:xfrm>
        </p:grpSpPr>
        <p:cxnSp>
          <p:nvCxnSpPr>
            <p:cNvPr id="58" name="Gerader Verbinder 57">
              <a:extLst>
                <a:ext uri="{FF2B5EF4-FFF2-40B4-BE49-F238E27FC236}">
                  <a16:creationId xmlns:a16="http://schemas.microsoft.com/office/drawing/2014/main" id="{9CE92DE1-673B-26F8-5C3A-038AF76C45EA}"/>
                </a:ext>
              </a:extLst>
            </p:cNvPr>
            <p:cNvCxnSpPr>
              <a:cxnSpLocks/>
            </p:cNvCxnSpPr>
            <p:nvPr userDrawn="1"/>
          </p:nvCxnSpPr>
          <p:spPr bwMode="gray">
            <a:xfrm>
              <a:off x="-168000" y="184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2CCFAADA-1A7F-A8B8-E1B1-83852B2604B3}"/>
                </a:ext>
              </a:extLst>
            </p:cNvPr>
            <p:cNvCxnSpPr>
              <a:cxnSpLocks/>
            </p:cNvCxnSpPr>
            <p:nvPr userDrawn="1"/>
          </p:nvCxnSpPr>
          <p:spPr bwMode="gray">
            <a:xfrm>
              <a:off x="-168000" y="6165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2FDB1CBD-B743-8109-6C60-DB9675A8178E}"/>
                </a:ext>
              </a:extLst>
            </p:cNvPr>
            <p:cNvCxnSpPr>
              <a:cxnSpLocks/>
            </p:cNvCxnSpPr>
            <p:nvPr userDrawn="1"/>
          </p:nvCxnSpPr>
          <p:spPr bwMode="gray">
            <a:xfrm>
              <a:off x="-168000" y="693000"/>
              <a:ext cx="72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61" name="Gruppieren 60">
            <a:extLst>
              <a:ext uri="{FF2B5EF4-FFF2-40B4-BE49-F238E27FC236}">
                <a16:creationId xmlns:a16="http://schemas.microsoft.com/office/drawing/2014/main" id="{7175DF0B-645D-8CFE-1723-CB46F027CD1D}"/>
              </a:ext>
              <a:ext uri="{C183D7F6-B498-43B3-948B-1728B52AA6E4}">
                <adec:decorative xmlns:adec="http://schemas.microsoft.com/office/drawing/2017/decorative" val="1"/>
              </a:ext>
            </a:extLst>
          </p:cNvPr>
          <p:cNvGrpSpPr/>
          <p:nvPr userDrawn="1"/>
        </p:nvGrpSpPr>
        <p:grpSpPr bwMode="gray">
          <a:xfrm>
            <a:off x="696000" y="-171000"/>
            <a:ext cx="10800000" cy="72000"/>
            <a:chOff x="696000" y="-171000"/>
            <a:chExt cx="10800000" cy="72000"/>
          </a:xfrm>
        </p:grpSpPr>
        <p:cxnSp>
          <p:nvCxnSpPr>
            <p:cNvPr id="62" name="Gerader Verbinder 61">
              <a:extLst>
                <a:ext uri="{FF2B5EF4-FFF2-40B4-BE49-F238E27FC236}">
                  <a16:creationId xmlns:a16="http://schemas.microsoft.com/office/drawing/2014/main" id="{F70F7F1A-06A7-BE9B-CA4E-4F13B09E5D9E}"/>
                </a:ext>
              </a:extLst>
            </p:cNvPr>
            <p:cNvCxnSpPr>
              <a:cxnSpLocks/>
            </p:cNvCxnSpPr>
            <p:nvPr userDrawn="1"/>
          </p:nvCxnSpPr>
          <p:spPr bwMode="gray">
            <a:xfrm>
              <a:off x="6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1D2C61E1-60F0-20D8-92CD-DABDFA5A03EA}"/>
                </a:ext>
              </a:extLst>
            </p:cNvPr>
            <p:cNvCxnSpPr>
              <a:cxnSpLocks/>
            </p:cNvCxnSpPr>
            <p:nvPr userDrawn="1"/>
          </p:nvCxnSpPr>
          <p:spPr bwMode="gray">
            <a:xfrm>
              <a:off x="11496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5107475-8CCC-88DC-7EC1-9974CB7A041E}"/>
                </a:ext>
              </a:extLst>
            </p:cNvPr>
            <p:cNvCxnSpPr>
              <a:cxnSpLocks/>
            </p:cNvCxnSpPr>
            <p:nvPr userDrawn="1"/>
          </p:nvCxnSpPr>
          <p:spPr bwMode="gray">
            <a:xfrm>
              <a:off x="213556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90FD98A2-DADB-CF34-9CEA-BE457997C712}"/>
                </a:ext>
              </a:extLst>
            </p:cNvPr>
            <p:cNvCxnSpPr>
              <a:cxnSpLocks/>
            </p:cNvCxnSpPr>
            <p:nvPr userDrawn="1"/>
          </p:nvCxnSpPr>
          <p:spPr bwMode="gray">
            <a:xfrm>
              <a:off x="256766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E21EB5D8-DDEB-2249-B195-4ED838937C74}"/>
                </a:ext>
              </a:extLst>
            </p:cNvPr>
            <p:cNvCxnSpPr>
              <a:cxnSpLocks/>
            </p:cNvCxnSpPr>
            <p:nvPr userDrawn="1"/>
          </p:nvCxnSpPr>
          <p:spPr bwMode="gray">
            <a:xfrm>
              <a:off x="4007763"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1E9BF006-29C8-C40B-7D2D-6D3D8A6F7C09}"/>
                </a:ext>
              </a:extLst>
            </p:cNvPr>
            <p:cNvCxnSpPr>
              <a:cxnSpLocks/>
            </p:cNvCxnSpPr>
            <p:nvPr userDrawn="1"/>
          </p:nvCxnSpPr>
          <p:spPr bwMode="gray">
            <a:xfrm>
              <a:off x="443987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CC4EBA89-B7C8-BC11-E261-E52950B5A709}"/>
                </a:ext>
              </a:extLst>
            </p:cNvPr>
            <p:cNvCxnSpPr>
              <a:cxnSpLocks/>
            </p:cNvCxnSpPr>
            <p:nvPr userDrawn="1"/>
          </p:nvCxnSpPr>
          <p:spPr bwMode="gray">
            <a:xfrm>
              <a:off x="587997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4084141B-5223-2745-80DB-D9A20AEF7FC1}"/>
                </a:ext>
              </a:extLst>
            </p:cNvPr>
            <p:cNvCxnSpPr>
              <a:cxnSpLocks/>
            </p:cNvCxnSpPr>
            <p:nvPr userDrawn="1"/>
          </p:nvCxnSpPr>
          <p:spPr bwMode="gray">
            <a:xfrm>
              <a:off x="631208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0" name="Gerader Verbinder 69">
              <a:extLst>
                <a:ext uri="{FF2B5EF4-FFF2-40B4-BE49-F238E27FC236}">
                  <a16:creationId xmlns:a16="http://schemas.microsoft.com/office/drawing/2014/main" id="{EEE455F4-4B7A-824A-1085-4854FE501E98}"/>
                </a:ext>
              </a:extLst>
            </p:cNvPr>
            <p:cNvCxnSpPr>
              <a:cxnSpLocks/>
            </p:cNvCxnSpPr>
            <p:nvPr userDrawn="1"/>
          </p:nvCxnSpPr>
          <p:spPr bwMode="gray">
            <a:xfrm>
              <a:off x="7752184"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1" name="Gerader Verbinder 70">
              <a:extLst>
                <a:ext uri="{FF2B5EF4-FFF2-40B4-BE49-F238E27FC236}">
                  <a16:creationId xmlns:a16="http://schemas.microsoft.com/office/drawing/2014/main" id="{BA29A306-195C-8694-3DC1-5FBE80F0C697}"/>
                </a:ext>
              </a:extLst>
            </p:cNvPr>
            <p:cNvCxnSpPr>
              <a:cxnSpLocks/>
            </p:cNvCxnSpPr>
            <p:nvPr userDrawn="1"/>
          </p:nvCxnSpPr>
          <p:spPr bwMode="gray">
            <a:xfrm>
              <a:off x="8184000"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2" name="Gerader Verbinder 71">
              <a:extLst>
                <a:ext uri="{FF2B5EF4-FFF2-40B4-BE49-F238E27FC236}">
                  <a16:creationId xmlns:a16="http://schemas.microsoft.com/office/drawing/2014/main" id="{25DC1055-E4A8-2F1E-BDAE-36F9E763476A}"/>
                </a:ext>
              </a:extLst>
            </p:cNvPr>
            <p:cNvCxnSpPr>
              <a:cxnSpLocks/>
            </p:cNvCxnSpPr>
            <p:nvPr userDrawn="1"/>
          </p:nvCxnSpPr>
          <p:spPr bwMode="gray">
            <a:xfrm>
              <a:off x="9624392"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24FEEFB3-B615-2AC5-0708-72A2CE09D5D2}"/>
                </a:ext>
              </a:extLst>
            </p:cNvPr>
            <p:cNvCxnSpPr>
              <a:cxnSpLocks/>
            </p:cNvCxnSpPr>
            <p:nvPr userDrawn="1"/>
          </p:nvCxnSpPr>
          <p:spPr bwMode="gray">
            <a:xfrm>
              <a:off x="10056496" y="-171000"/>
              <a:ext cx="0" cy="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8" name="Logo">
            <a:extLst>
              <a:ext uri="{FF2B5EF4-FFF2-40B4-BE49-F238E27FC236}">
                <a16:creationId xmlns:a16="http://schemas.microsoft.com/office/drawing/2014/main" id="{628A09EA-4660-9CA7-424A-93A279803446}"/>
              </a:ext>
              <a:ext uri="{C183D7F6-B498-43B3-948B-1728B52AA6E4}">
                <adec:decorative xmlns:adec="http://schemas.microsoft.com/office/drawing/2017/decorative" val="1"/>
              </a:ext>
            </a:extLst>
          </p:cNvPr>
          <p:cNvPicPr>
            <a:picLocks noChangeAspect="1"/>
          </p:cNvPicPr>
          <p:nvPr userDrawn="1"/>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bwMode="gray">
          <a:xfrm>
            <a:off x="10992001" y="483651"/>
            <a:ext cx="504000" cy="516956"/>
          </a:xfrm>
          <a:prstGeom prst="rect">
            <a:avLst/>
          </a:prstGeom>
        </p:spPr>
      </p:pic>
      <p:sp>
        <p:nvSpPr>
          <p:cNvPr id="9" name="Text Placeholder 8">
            <a:extLst>
              <a:ext uri="{FF2B5EF4-FFF2-40B4-BE49-F238E27FC236}">
                <a16:creationId xmlns:a16="http://schemas.microsoft.com/office/drawing/2014/main" id="{987B8CF3-537D-97EE-9965-1D02748814DC}"/>
              </a:ext>
            </a:extLst>
          </p:cNvPr>
          <p:cNvSpPr>
            <a:spLocks noGrp="1"/>
          </p:cNvSpPr>
          <p:nvPr>
            <p:ph type="body" idx="1"/>
          </p:nvPr>
        </p:nvSpPr>
        <p:spPr>
          <a:xfrm>
            <a:off x="695324" y="1484786"/>
            <a:ext cx="10800676" cy="4692177"/>
          </a:xfrm>
          <a:prstGeom prst="rect">
            <a:avLst/>
          </a:prstGeom>
        </p:spPr>
        <p:txBody>
          <a:bodyPr vert="horz" lIns="91440" tIns="45720" rIns="91440" bIns="45720" rtlCol="0" anchor="ctr">
            <a:normAutofit/>
          </a:bodyPr>
          <a:lstStyle/>
          <a:p>
            <a:pPr lvl="0"/>
            <a:r>
              <a:rPr lang="en-US"/>
              <a:t>First</a:t>
            </a:r>
          </a:p>
          <a:p>
            <a:pPr lvl="1"/>
            <a:r>
              <a:rPr lang="en-US"/>
              <a:t>Second</a:t>
            </a:r>
          </a:p>
          <a:p>
            <a:pPr lvl="2"/>
            <a:r>
              <a:rPr lang="en-US"/>
              <a:t>Third</a:t>
            </a:r>
          </a:p>
          <a:p>
            <a:pPr lvl="3"/>
            <a:r>
              <a:rPr lang="en-US"/>
              <a:t>Fourth</a:t>
            </a:r>
          </a:p>
        </p:txBody>
      </p:sp>
    </p:spTree>
    <p:extLst>
      <p:ext uri="{BB962C8B-B14F-4D97-AF65-F5344CB8AC3E}">
        <p14:creationId xmlns:p14="http://schemas.microsoft.com/office/powerpoint/2010/main" val="2449632651"/>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62" r:id="rId4"/>
    <p:sldLayoutId id="2147483651" r:id="rId5"/>
    <p:sldLayoutId id="2147483701" r:id="rId6"/>
    <p:sldLayoutId id="2147483650" r:id="rId7"/>
    <p:sldLayoutId id="2147483686" r:id="rId8"/>
    <p:sldLayoutId id="2147483652" r:id="rId9"/>
    <p:sldLayoutId id="2147483654" r:id="rId10"/>
    <p:sldLayoutId id="2147483655" r:id="rId11"/>
    <p:sldLayoutId id="2147483687" r:id="rId12"/>
    <p:sldLayoutId id="2147483688" r:id="rId13"/>
    <p:sldLayoutId id="2147483690" r:id="rId14"/>
    <p:sldLayoutId id="2147483692" r:id="rId15"/>
    <p:sldLayoutId id="2147483689" r:id="rId16"/>
    <p:sldLayoutId id="2147483691"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2" r:id="rId26"/>
    <p:sldLayoutId id="2147483703" r:id="rId27"/>
    <p:sldLayoutId id="2147483704" r:id="rId28"/>
  </p:sldLayoutIdLst>
  <p:hf hdr="0"/>
  <p:txStyles>
    <p:titleStyle>
      <a:lvl1pPr algn="l" defTabSz="914400" rtl="0" eaLnBrk="1" latinLnBrk="0" hangingPunct="1">
        <a:lnSpc>
          <a:spcPct val="90000"/>
        </a:lnSpc>
        <a:spcBef>
          <a:spcPct val="0"/>
        </a:spcBef>
        <a:buNone/>
        <a:defRPr sz="2800" b="1" kern="1200" spc="0" baseline="0">
          <a:solidFill>
            <a:schemeClr val="tx2"/>
          </a:solidFill>
          <a:latin typeface="+mj-lt"/>
          <a:ea typeface="+mj-ea"/>
          <a:cs typeface="+mj-cs"/>
        </a:defRPr>
      </a:lvl1pPr>
    </p:titleStyle>
    <p:bodyStyle>
      <a:lvl1pPr marL="342900" indent="-342900" algn="l" defTabSz="914400" rtl="0" eaLnBrk="1" latinLnBrk="0" hangingPunct="1">
        <a:lnSpc>
          <a:spcPct val="120000"/>
        </a:lnSpc>
        <a:spcBef>
          <a:spcPts val="600"/>
        </a:spcBef>
        <a:spcAft>
          <a:spcPts val="600"/>
        </a:spcAft>
        <a:buFont typeface="Calibri" panose="020F0502020204030204" pitchFamily="34" charset="0"/>
        <a:buChar char="»"/>
        <a:defRPr lang="en-US" sz="2200" b="0" kern="1200" dirty="0" smtClean="0">
          <a:solidFill>
            <a:schemeClr val="tx1"/>
          </a:solidFill>
          <a:latin typeface="+mn-lt"/>
          <a:ea typeface="+mn-ea"/>
          <a:cs typeface="+mn-cs"/>
        </a:defRPr>
      </a:lvl1pPr>
      <a:lvl2pPr marL="628650" indent="-265113" algn="l" defTabSz="914400" rtl="0" eaLnBrk="1" latinLnBrk="0" hangingPunct="1">
        <a:lnSpc>
          <a:spcPct val="120000"/>
        </a:lnSpc>
        <a:spcBef>
          <a:spcPts val="600"/>
        </a:spcBef>
        <a:spcAft>
          <a:spcPts val="600"/>
        </a:spcAft>
        <a:buFont typeface="Wingdings" panose="05000000000000000000" pitchFamily="2" charset="2"/>
        <a:buChar char="§"/>
        <a:defRPr sz="2000" b="0" kern="1200">
          <a:solidFill>
            <a:schemeClr val="tx1"/>
          </a:solidFill>
          <a:latin typeface="+mn-lt"/>
          <a:ea typeface="+mn-ea"/>
          <a:cs typeface="+mn-cs"/>
        </a:defRPr>
      </a:lvl2pPr>
      <a:lvl3pPr marL="895350" indent="-285750" algn="l" defTabSz="914400" rtl="0" eaLnBrk="1" latinLnBrk="0" hangingPunct="1">
        <a:lnSpc>
          <a:spcPct val="120000"/>
        </a:lnSpc>
        <a:spcBef>
          <a:spcPts val="600"/>
        </a:spcBef>
        <a:spcAft>
          <a:spcPts val="600"/>
        </a:spcAft>
        <a:buFont typeface="Symbol" panose="05050102010706020507" pitchFamily="18" charset="2"/>
        <a:buChar char="-"/>
        <a:defRPr lang="en-US" sz="1800" kern="1200" dirty="0" smtClean="0">
          <a:solidFill>
            <a:schemeClr val="tx1"/>
          </a:solidFill>
          <a:latin typeface="+mn-lt"/>
          <a:ea typeface="+mn-ea"/>
          <a:cs typeface="+mn-cs"/>
        </a:defRPr>
      </a:lvl3pPr>
      <a:lvl4pPr marL="1076325" indent="-179388" algn="l" defTabSz="914400" rtl="0" eaLnBrk="1" latinLnBrk="0" hangingPunct="1">
        <a:lnSpc>
          <a:spcPct val="120000"/>
        </a:lnSpc>
        <a:spcBef>
          <a:spcPts val="600"/>
        </a:spcBef>
        <a:spcAft>
          <a:spcPts val="600"/>
        </a:spcAft>
        <a:buFont typeface="Symbol" panose="05050102010706020507" pitchFamily="18" charset="2"/>
        <a:buChar char="-"/>
        <a:defRPr lang="de-DE" sz="1600" kern="1200" dirty="0" smtClean="0">
          <a:solidFill>
            <a:schemeClr val="tx1"/>
          </a:solidFill>
          <a:latin typeface="+mn-lt"/>
          <a:ea typeface="+mn-ea"/>
          <a:cs typeface="+mn-cs"/>
        </a:defRPr>
      </a:lvl4pPr>
      <a:lvl5pPr marL="990600" indent="-179388" algn="l" defTabSz="914400" rtl="0" eaLnBrk="1" latinLnBrk="0" hangingPunct="1">
        <a:lnSpc>
          <a:spcPct val="120000"/>
        </a:lnSpc>
        <a:spcBef>
          <a:spcPts val="600"/>
        </a:spcBef>
        <a:spcAft>
          <a:spcPts val="300"/>
        </a:spcAft>
        <a:buFont typeface="Arial" panose="020B0604020202020204" pitchFamily="34" charset="0"/>
        <a:buChar char="•"/>
        <a:defRPr sz="1400" kern="1200">
          <a:solidFill>
            <a:schemeClr val="tx1"/>
          </a:solidFill>
          <a:latin typeface="+mn-lt"/>
          <a:ea typeface="+mn-ea"/>
          <a:cs typeface="+mn-cs"/>
        </a:defRPr>
      </a:lvl5pPr>
      <a:lvl6pPr marL="0" indent="0" algn="l" defTabSz="914400" rtl="0" eaLnBrk="1" latinLnBrk="0" hangingPunct="1">
        <a:lnSpc>
          <a:spcPct val="120000"/>
        </a:lnSpc>
        <a:spcBef>
          <a:spcPts val="1200"/>
        </a:spcBef>
        <a:buFont typeface="Symbol" panose="05050102010706020507" pitchFamily="18" charset="2"/>
        <a:buNone/>
        <a:defRPr sz="1400" b="1" kern="1200">
          <a:solidFill>
            <a:schemeClr val="bg2"/>
          </a:solidFill>
          <a:latin typeface="+mj-lt"/>
          <a:ea typeface="+mn-ea"/>
          <a:cs typeface="+mn-cs"/>
        </a:defRPr>
      </a:lvl6pPr>
      <a:lvl7pPr marL="144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7pPr>
      <a:lvl8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8pPr>
      <a:lvl9pPr marL="288000" indent="-1440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upload.wikimedia.org/wikipedia/commons/b/b2/20181204_Warming_stripes_%28global%2C_WMO%2C_1850-2018%29_-_Climate_Lab_Book_%28Ed_Hawkins%29.svg"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hyperlink" Target="https://de.wikipedia.org/wiki/Datei:Wright_Alchemist.jpg" TargetMode="External"/><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donkoralle.github.io/dtwn_2/" TargetMode="Externa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hyperlink" Target="https://donkoralle.github.io/dtwn_1/"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doi.org/10.1016/j.landusepol.2018.08.025" TargetMode="Externa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https://business-analytics.uni-graz.at/de/forschung/atrain/" TargetMode="Externa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4.emf"/><Relationship Id="rId4" Type="http://schemas.openxmlformats.org/officeDocument/2006/relationships/hyperlink" Target="https://doi.org/10.1016/j.landusepol.2018.08.025"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doi.org/10.1016/j.landusepol.2018.08.025" TargetMode="Externa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WORKimage">
            <a:hlinkClick r:id="rId3"/>
            <a:extLst>
              <a:ext uri="{FF2B5EF4-FFF2-40B4-BE49-F238E27FC236}">
                <a16:creationId xmlns:a16="http://schemas.microsoft.com/office/drawing/2014/main" id="{AEB3E22D-6DE0-523D-8EDF-1DA61FB94663}"/>
              </a:ext>
            </a:extLst>
          </p:cNvPr>
          <p:cNvPicPr>
            <a:picLocks noGrp="1" noChangeAspect="1"/>
          </p:cNvPicPr>
          <p:nvPr>
            <p:ph type="pic" idx="11"/>
          </p:nvPr>
        </p:nvPicPr>
        <p:blipFill rotWithShape="1">
          <a:blip r:embed="rId4">
            <a:extLst>
              <a:ext uri="{28A0092B-C50C-407E-A947-70E740481C1C}">
                <a14:useLocalDpi xmlns:a14="http://schemas.microsoft.com/office/drawing/2010/main" val="0"/>
              </a:ext>
            </a:extLst>
          </a:blip>
          <a:srcRect l="14398" t="17161" r="266"/>
          <a:stretch/>
        </p:blipFill>
        <p:spPr>
          <a:xfrm>
            <a:off x="0" y="0"/>
            <a:ext cx="5447928" cy="6858000"/>
          </a:xfrm>
          <a:ln w="6350">
            <a:solidFill>
              <a:schemeClr val="tx1"/>
            </a:solidFill>
          </a:ln>
          <a:effectLst>
            <a:outerShdw blurRad="254000" dist="107763" dir="2699994" algn="tl">
              <a:prstClr val="black">
                <a:alpha val="40000"/>
              </a:prstClr>
            </a:outerShdw>
          </a:effectLst>
        </p:spPr>
      </p:pic>
      <p:sp>
        <p:nvSpPr>
          <p:cNvPr id="14" name="Title 2">
            <a:extLst>
              <a:ext uri="{FF2B5EF4-FFF2-40B4-BE49-F238E27FC236}">
                <a16:creationId xmlns:a16="http://schemas.microsoft.com/office/drawing/2014/main" id="{A09609F1-6EA7-6EA9-92EC-AE0AF88F0A9E}"/>
              </a:ext>
            </a:extLst>
          </p:cNvPr>
          <p:cNvSpPr>
            <a:spLocks noGrp="1"/>
          </p:cNvSpPr>
          <p:nvPr>
            <p:ph type="ctrTitle"/>
          </p:nvPr>
        </p:nvSpPr>
        <p:spPr>
          <a:xfrm>
            <a:off x="6527998" y="2564904"/>
            <a:ext cx="4967327" cy="1440000"/>
          </a:xfrm>
        </p:spPr>
        <p:txBody>
          <a:bodyPr/>
          <a:lstStyle/>
          <a:p>
            <a:r>
              <a:rPr lang="en-GB" dirty="0"/>
              <a:t>Gather &amp; Analyse Data</a:t>
            </a:r>
          </a:p>
        </p:txBody>
      </p:sp>
      <p:sp>
        <p:nvSpPr>
          <p:cNvPr id="16" name="Subtitle 3">
            <a:extLst>
              <a:ext uri="{FF2B5EF4-FFF2-40B4-BE49-F238E27FC236}">
                <a16:creationId xmlns:a16="http://schemas.microsoft.com/office/drawing/2014/main" id="{09DA90B5-E494-4AF0-3BA0-1AADFE147CFF}"/>
              </a:ext>
            </a:extLst>
          </p:cNvPr>
          <p:cNvSpPr>
            <a:spLocks noGrp="1"/>
          </p:cNvSpPr>
          <p:nvPr>
            <p:ph type="subTitle" idx="1"/>
          </p:nvPr>
        </p:nvSpPr>
        <p:spPr/>
        <p:txBody>
          <a:bodyPr/>
          <a:lstStyle/>
          <a:p>
            <a:r>
              <a:rPr lang="en-GB" dirty="0"/>
              <a:t>IL “Scientific Method and Analysis”</a:t>
            </a:r>
            <a:br>
              <a:rPr lang="en-GB" dirty="0"/>
            </a:br>
            <a:r>
              <a:rPr lang="en-GB" dirty="0"/>
              <a:t>WS 25-26</a:t>
            </a:r>
          </a:p>
        </p:txBody>
      </p:sp>
      <p:sp>
        <p:nvSpPr>
          <p:cNvPr id="18" name="Text Placeholder 4">
            <a:extLst>
              <a:ext uri="{FF2B5EF4-FFF2-40B4-BE49-F238E27FC236}">
                <a16:creationId xmlns:a16="http://schemas.microsoft.com/office/drawing/2014/main" id="{8A7C6AC3-7594-83B2-4B1C-C50B903A78D6}"/>
              </a:ext>
            </a:extLst>
          </p:cNvPr>
          <p:cNvSpPr>
            <a:spLocks noGrp="1"/>
          </p:cNvSpPr>
          <p:nvPr>
            <p:ph type="body" sz="quarter" idx="10"/>
          </p:nvPr>
        </p:nvSpPr>
        <p:spPr/>
        <p:txBody>
          <a:bodyPr>
            <a:normAutofit fontScale="77500" lnSpcReduction="20000"/>
          </a:bodyPr>
          <a:lstStyle/>
          <a:p>
            <a:r>
              <a:rPr lang="en-GB" dirty="0"/>
              <a:t>Kami Höferl</a:t>
            </a:r>
          </a:p>
        </p:txBody>
      </p:sp>
      <p:sp>
        <p:nvSpPr>
          <p:cNvPr id="2" name="Textfeld 1">
            <a:hlinkClick r:id="rId5"/>
            <a:extLst>
              <a:ext uri="{FF2B5EF4-FFF2-40B4-BE49-F238E27FC236}">
                <a16:creationId xmlns:a16="http://schemas.microsoft.com/office/drawing/2014/main" id="{E5AE54A1-B407-0FAF-EF5E-00BBCFE38EED}"/>
              </a:ext>
            </a:extLst>
          </p:cNvPr>
          <p:cNvSpPr txBox="1"/>
          <p:nvPr/>
        </p:nvSpPr>
        <p:spPr>
          <a:xfrm>
            <a:off x="191344" y="6453336"/>
            <a:ext cx="4032448" cy="172355"/>
          </a:xfrm>
          <a:prstGeom prst="rect">
            <a:avLst/>
          </a:prstGeom>
          <a:noFill/>
        </p:spPr>
        <p:txBody>
          <a:bodyPr wrap="square" lIns="0" tIns="0" rIns="0" bIns="0" rtlCol="0">
            <a:spAutoFit/>
          </a:bodyPr>
          <a:lstStyle/>
          <a:p>
            <a:pPr algn="l">
              <a:lnSpc>
                <a:spcPct val="120000"/>
              </a:lnSpc>
              <a:spcBef>
                <a:spcPts val="800"/>
              </a:spcBef>
            </a:pPr>
            <a:r>
              <a:rPr lang="en-GB" sz="1000" dirty="0">
                <a:solidFill>
                  <a:srgbClr val="9CA8B2"/>
                </a:solidFill>
              </a:rPr>
              <a:t>(Wright of Derby	, Wikimedia, PD)</a:t>
            </a:r>
          </a:p>
        </p:txBody>
      </p:sp>
      <p:pic>
        <p:nvPicPr>
          <p:cNvPr id="3" name="Picture 9">
            <a:extLst>
              <a:ext uri="{FF2B5EF4-FFF2-40B4-BE49-F238E27FC236}">
                <a16:creationId xmlns:a16="http://schemas.microsoft.com/office/drawing/2014/main" id="{61047E16-0ACD-7593-2BE4-1CAD592D61C1}"/>
              </a:ext>
            </a:extLst>
          </p:cNvPr>
          <p:cNvPicPr>
            <a:picLocks noChangeAspect="1"/>
          </p:cNvPicPr>
          <p:nvPr/>
        </p:nvPicPr>
        <p:blipFill>
          <a:blip r:embed="rId6"/>
          <a:stretch>
            <a:fillRect/>
          </a:stretch>
        </p:blipFill>
        <p:spPr>
          <a:xfrm>
            <a:off x="9926107" y="6061794"/>
            <a:ext cx="490373" cy="223392"/>
          </a:xfrm>
          <a:prstGeom prst="rect">
            <a:avLst/>
          </a:prstGeom>
        </p:spPr>
      </p:pic>
    </p:spTree>
    <p:extLst>
      <p:ext uri="{BB962C8B-B14F-4D97-AF65-F5344CB8AC3E}">
        <p14:creationId xmlns:p14="http://schemas.microsoft.com/office/powerpoint/2010/main" val="3849336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5D4C126D-C201-D398-C2B7-B9C5321DB3CD}"/>
              </a:ext>
            </a:extLst>
          </p:cNvPr>
          <p:cNvSpPr>
            <a:spLocks noGrp="1"/>
          </p:cNvSpPr>
          <p:nvPr>
            <p:ph type="sldNum" sz="quarter" idx="17"/>
          </p:nvPr>
        </p:nvSpPr>
        <p:spPr/>
        <p:txBody>
          <a:bodyPr/>
          <a:lstStyle/>
          <a:p>
            <a:fld id="{D836C0FE-70CA-4950-82D6-CF602CC2B770}" type="slidenum">
              <a:rPr lang="en-GB" smtClean="0"/>
              <a:t>2</a:t>
            </a:fld>
            <a:endParaRPr lang="en-GB" dirty="0"/>
          </a:p>
        </p:txBody>
      </p:sp>
      <p:sp>
        <p:nvSpPr>
          <p:cNvPr id="6" name="Title 5">
            <a:extLst>
              <a:ext uri="{FF2B5EF4-FFF2-40B4-BE49-F238E27FC236}">
                <a16:creationId xmlns:a16="http://schemas.microsoft.com/office/drawing/2014/main" id="{3E11B721-4137-D3F0-C99F-606915B6B6A2}"/>
              </a:ext>
            </a:extLst>
          </p:cNvPr>
          <p:cNvSpPr>
            <a:spLocks noGrp="1"/>
          </p:cNvSpPr>
          <p:nvPr>
            <p:ph type="title"/>
          </p:nvPr>
        </p:nvSpPr>
        <p:spPr/>
        <p:txBody>
          <a:bodyPr anchor="t"/>
          <a:lstStyle/>
          <a:p>
            <a:r>
              <a:rPr lang="en-GB" dirty="0"/>
              <a:t>Overview</a:t>
            </a:r>
          </a:p>
        </p:txBody>
      </p:sp>
      <p:sp>
        <p:nvSpPr>
          <p:cNvPr id="7" name="Content Placeholder 6">
            <a:extLst>
              <a:ext uri="{FF2B5EF4-FFF2-40B4-BE49-F238E27FC236}">
                <a16:creationId xmlns:a16="http://schemas.microsoft.com/office/drawing/2014/main" id="{22F05205-94CF-CB73-BAA0-A3DCC10A28B6}"/>
              </a:ext>
            </a:extLst>
          </p:cNvPr>
          <p:cNvSpPr>
            <a:spLocks noGrp="1"/>
          </p:cNvSpPr>
          <p:nvPr>
            <p:ph sz="half" idx="1"/>
          </p:nvPr>
        </p:nvSpPr>
        <p:spPr>
          <a:xfrm>
            <a:off x="695325" y="1484785"/>
            <a:ext cx="6553200" cy="4679478"/>
          </a:xfrm>
        </p:spPr>
        <p:txBody>
          <a:bodyPr>
            <a:normAutofit/>
          </a:bodyPr>
          <a:lstStyle/>
          <a:p>
            <a:pPr>
              <a:spcAft>
                <a:spcPts val="1200"/>
              </a:spcAft>
            </a:pPr>
            <a:r>
              <a:rPr lang="en-GB" b="1" dirty="0"/>
              <a:t>Gathering (&amp; Analysing) quantitative Data</a:t>
            </a:r>
          </a:p>
          <a:p>
            <a:pPr>
              <a:spcAft>
                <a:spcPts val="1200"/>
              </a:spcAft>
            </a:pPr>
            <a:r>
              <a:rPr lang="en-GB" b="1" dirty="0"/>
              <a:t>Gathering (&amp; Analysing) qualitative Data</a:t>
            </a:r>
          </a:p>
        </p:txBody>
      </p:sp>
      <p:pic>
        <p:nvPicPr>
          <p:cNvPr id="5" name="Picture Placeholder 4" descr="Ein Bild, das Kleidung, Kunst, Frau, Menschliches Gesicht enthält.&#10;&#10;Automatisch generierte Beschreibung">
            <a:extLst>
              <a:ext uri="{FF2B5EF4-FFF2-40B4-BE49-F238E27FC236}">
                <a16:creationId xmlns:a16="http://schemas.microsoft.com/office/drawing/2014/main" id="{0EF2DA09-E085-80D8-9CCE-7CC27BAE739B}"/>
              </a:ext>
            </a:extLst>
          </p:cNvPr>
          <p:cNvPicPr>
            <a:picLocks noGrp="1" noChangeAspect="1"/>
          </p:cNvPicPr>
          <p:nvPr>
            <p:ph type="pic" idx="13"/>
          </p:nvPr>
        </p:nvPicPr>
        <p:blipFill rotWithShape="1">
          <a:blip r:embed="rId2">
            <a:extLst>
              <a:ext uri="{28A0092B-C50C-407E-A947-70E740481C1C}">
                <a14:useLocalDpi xmlns:a14="http://schemas.microsoft.com/office/drawing/2010/main" val="0"/>
              </a:ext>
            </a:extLst>
          </a:blip>
          <a:srcRect l="39969" r="21999"/>
          <a:stretch/>
        </p:blipFill>
        <p:spPr>
          <a:xfrm>
            <a:off x="8184000" y="0"/>
            <a:ext cx="4008000" cy="6858000"/>
          </a:xfrm>
          <a:ln w="6350">
            <a:solidFill>
              <a:schemeClr val="tx1"/>
            </a:solidFill>
          </a:ln>
          <a:effectLst>
            <a:outerShdw blurRad="254000" dist="107763" dir="2699994" algn="tl">
              <a:prstClr val="black">
                <a:alpha val="40000"/>
              </a:prstClr>
            </a:outerShdw>
          </a:effectLst>
        </p:spPr>
      </p:pic>
      <p:sp>
        <p:nvSpPr>
          <p:cNvPr id="8" name="Date Placeholder 7">
            <a:extLst>
              <a:ext uri="{FF2B5EF4-FFF2-40B4-BE49-F238E27FC236}">
                <a16:creationId xmlns:a16="http://schemas.microsoft.com/office/drawing/2014/main" id="{B7AD9B9B-5761-2739-D118-2B81638CF045}"/>
              </a:ext>
            </a:extLst>
          </p:cNvPr>
          <p:cNvSpPr>
            <a:spLocks noGrp="1"/>
          </p:cNvSpPr>
          <p:nvPr>
            <p:ph type="dt" sz="half" idx="15"/>
          </p:nvPr>
        </p:nvSpPr>
        <p:spPr>
          <a:xfrm>
            <a:off x="8400256" y="6439500"/>
            <a:ext cx="3672000" cy="144000"/>
          </a:xfrm>
        </p:spPr>
        <p:txBody>
          <a:bodyPr/>
          <a:lstStyle/>
          <a:p>
            <a:pPr algn="l"/>
            <a:endParaRPr lang="en-GB" dirty="0"/>
          </a:p>
        </p:txBody>
      </p:sp>
      <p:sp>
        <p:nvSpPr>
          <p:cNvPr id="9" name="Footer Placeholder 8">
            <a:extLst>
              <a:ext uri="{FF2B5EF4-FFF2-40B4-BE49-F238E27FC236}">
                <a16:creationId xmlns:a16="http://schemas.microsoft.com/office/drawing/2014/main" id="{374B44C8-0ADF-F56E-0498-D68C27F8E869}"/>
              </a:ext>
            </a:extLst>
          </p:cNvPr>
          <p:cNvSpPr>
            <a:spLocks noGrp="1"/>
          </p:cNvSpPr>
          <p:nvPr>
            <p:ph type="ftr" sz="quarter" idx="16"/>
          </p:nvPr>
        </p:nvSpPr>
        <p:spPr/>
        <p:txBody>
          <a:bodyPr/>
          <a:lstStyle/>
          <a:p>
            <a:r>
              <a:rPr lang="en-GB" dirty="0"/>
              <a:t>KMH | IL Scientific Method</a:t>
            </a:r>
          </a:p>
        </p:txBody>
      </p:sp>
      <p:sp>
        <p:nvSpPr>
          <p:cNvPr id="3" name="Textplatzhalter 2">
            <a:extLst>
              <a:ext uri="{FF2B5EF4-FFF2-40B4-BE49-F238E27FC236}">
                <a16:creationId xmlns:a16="http://schemas.microsoft.com/office/drawing/2014/main" id="{6E9498DA-2104-BA75-7CCA-37E4115C921F}"/>
              </a:ext>
            </a:extLst>
          </p:cNvPr>
          <p:cNvSpPr>
            <a:spLocks noGrp="1"/>
          </p:cNvSpPr>
          <p:nvPr>
            <p:ph type="body" sz="quarter" idx="14"/>
          </p:nvPr>
        </p:nvSpPr>
        <p:spPr/>
        <p:txBody>
          <a:bodyPr/>
          <a:lstStyle/>
          <a:p>
            <a:endParaRPr lang="en-GB" dirty="0"/>
          </a:p>
        </p:txBody>
      </p:sp>
    </p:spTree>
    <p:extLst>
      <p:ext uri="{BB962C8B-B14F-4D97-AF65-F5344CB8AC3E}">
        <p14:creationId xmlns:p14="http://schemas.microsoft.com/office/powerpoint/2010/main" val="1757287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1C71BE61-9295-1BC4-F364-04C4A0F80B59}"/>
              </a:ext>
            </a:extLst>
          </p:cNvPr>
          <p:cNvSpPr>
            <a:spLocks noGrp="1"/>
          </p:cNvSpPr>
          <p:nvPr>
            <p:ph type="title"/>
          </p:nvPr>
        </p:nvSpPr>
        <p:spPr/>
        <p:txBody>
          <a:bodyPr/>
          <a:lstStyle/>
          <a:p>
            <a:r>
              <a:rPr lang="en-GB" dirty="0"/>
              <a:t>Gathering</a:t>
            </a:r>
            <a:br>
              <a:rPr lang="en-GB" dirty="0"/>
            </a:br>
            <a:r>
              <a:rPr lang="en-GB" dirty="0"/>
              <a:t>(&amp; Analysing) Quantitative </a:t>
            </a:r>
            <a:br>
              <a:rPr lang="en-GB" dirty="0"/>
            </a:br>
            <a:r>
              <a:rPr lang="en-GB" dirty="0"/>
              <a:t>Data</a:t>
            </a:r>
          </a:p>
        </p:txBody>
      </p:sp>
      <p:sp>
        <p:nvSpPr>
          <p:cNvPr id="2" name="Foliennummernplatzhalter 1">
            <a:extLst>
              <a:ext uri="{FF2B5EF4-FFF2-40B4-BE49-F238E27FC236}">
                <a16:creationId xmlns:a16="http://schemas.microsoft.com/office/drawing/2014/main" id="{C997D1EF-4392-2959-9901-0BC510B77BEF}"/>
              </a:ext>
            </a:extLst>
          </p:cNvPr>
          <p:cNvSpPr>
            <a:spLocks noGrp="1"/>
          </p:cNvSpPr>
          <p:nvPr>
            <p:ph type="sldNum" sz="quarter" idx="4294967295"/>
          </p:nvPr>
        </p:nvSpPr>
        <p:spPr>
          <a:xfrm>
            <a:off x="11687175" y="6438900"/>
            <a:ext cx="504825" cy="144463"/>
          </a:xfrm>
        </p:spPr>
        <p:txBody>
          <a:bodyPr/>
          <a:lstStyle/>
          <a:p>
            <a:fld id="{D836C0FE-70CA-4950-82D6-CF602CC2B770}" type="slidenum">
              <a:rPr lang="en-GB" smtClean="0"/>
              <a:t>3</a:t>
            </a:fld>
            <a:endParaRPr lang="en-GB" dirty="0"/>
          </a:p>
        </p:txBody>
      </p:sp>
      <p:sp>
        <p:nvSpPr>
          <p:cNvPr id="6" name="Fußzeilenplatzhalter 5">
            <a:extLst>
              <a:ext uri="{FF2B5EF4-FFF2-40B4-BE49-F238E27FC236}">
                <a16:creationId xmlns:a16="http://schemas.microsoft.com/office/drawing/2014/main" id="{3C494305-6E21-9A94-AC3B-17EA2452C99D}"/>
              </a:ext>
            </a:extLst>
          </p:cNvPr>
          <p:cNvSpPr>
            <a:spLocks noGrp="1"/>
          </p:cNvSpPr>
          <p:nvPr>
            <p:ph type="ftr" sz="quarter" idx="4294967295"/>
          </p:nvPr>
        </p:nvSpPr>
        <p:spPr>
          <a:xfrm>
            <a:off x="0" y="6438900"/>
            <a:ext cx="5113338" cy="144463"/>
          </a:xfrm>
        </p:spPr>
        <p:txBody>
          <a:bodyPr/>
          <a:lstStyle/>
          <a:p>
            <a:r>
              <a:rPr lang="en-GB" dirty="0"/>
              <a:t>KMH | IL Scientific Method</a:t>
            </a:r>
          </a:p>
        </p:txBody>
      </p:sp>
    </p:spTree>
    <p:extLst>
      <p:ext uri="{BB962C8B-B14F-4D97-AF65-F5344CB8AC3E}">
        <p14:creationId xmlns:p14="http://schemas.microsoft.com/office/powerpoint/2010/main" val="3513970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F95E1A4-BC97-48AF-42DD-287B9E263FE9}"/>
              </a:ext>
            </a:extLst>
          </p:cNvPr>
          <p:cNvSpPr>
            <a:spLocks noGrp="1"/>
          </p:cNvSpPr>
          <p:nvPr>
            <p:ph type="sldNum" sz="quarter" idx="12"/>
          </p:nvPr>
        </p:nvSpPr>
        <p:spPr/>
        <p:txBody>
          <a:bodyPr/>
          <a:lstStyle/>
          <a:p>
            <a:fld id="{D836C0FE-70CA-4950-82D6-CF602CC2B770}" type="slidenum">
              <a:rPr lang="en-GB" smtClean="0"/>
              <a:t>4</a:t>
            </a:fld>
            <a:endParaRPr lang="en-GB" dirty="0"/>
          </a:p>
        </p:txBody>
      </p:sp>
      <p:sp>
        <p:nvSpPr>
          <p:cNvPr id="3" name="Titel 2">
            <a:extLst>
              <a:ext uri="{FF2B5EF4-FFF2-40B4-BE49-F238E27FC236}">
                <a16:creationId xmlns:a16="http://schemas.microsoft.com/office/drawing/2014/main" id="{0F8530A8-6163-6CCE-EF24-26CB60674C36}"/>
              </a:ext>
            </a:extLst>
          </p:cNvPr>
          <p:cNvSpPr>
            <a:spLocks noGrp="1"/>
          </p:cNvSpPr>
          <p:nvPr>
            <p:ph type="title"/>
          </p:nvPr>
        </p:nvSpPr>
        <p:spPr/>
        <p:txBody>
          <a:bodyPr/>
          <a:lstStyle/>
          <a:p>
            <a:pPr>
              <a:lnSpc>
                <a:spcPct val="150000"/>
              </a:lnSpc>
            </a:pPr>
            <a:r>
              <a:rPr lang="en-GB" dirty="0"/>
              <a:t>Look, Think, Test, Tell</a:t>
            </a:r>
          </a:p>
        </p:txBody>
      </p:sp>
      <p:pic>
        <p:nvPicPr>
          <p:cNvPr id="8" name="Content Placeholder 7">
            <a:extLst>
              <a:ext uri="{FF2B5EF4-FFF2-40B4-BE49-F238E27FC236}">
                <a16:creationId xmlns:a16="http://schemas.microsoft.com/office/drawing/2014/main" id="{8F50A96F-36D3-F545-AEB4-F487F1C0F77C}"/>
              </a:ext>
            </a:extLst>
          </p:cNvPr>
          <p:cNvPicPr>
            <a:picLocks noGrp="1" noChangeAspect="1"/>
          </p:cNvPicPr>
          <p:nvPr>
            <p:ph idx="1"/>
          </p:nvPr>
        </p:nvPicPr>
        <p:blipFill>
          <a:blip r:embed="rId2"/>
          <a:stretch>
            <a:fillRect/>
          </a:stretch>
        </p:blipFill>
        <p:spPr>
          <a:xfrm>
            <a:off x="5099585" y="404664"/>
            <a:ext cx="5244887" cy="5652617"/>
          </a:xfrm>
        </p:spPr>
      </p:pic>
      <p:sp>
        <p:nvSpPr>
          <p:cNvPr id="5" name="Datumsplatzhalter 4">
            <a:extLst>
              <a:ext uri="{FF2B5EF4-FFF2-40B4-BE49-F238E27FC236}">
                <a16:creationId xmlns:a16="http://schemas.microsoft.com/office/drawing/2014/main" id="{2D4B60EA-220E-09D1-2A51-B05CF07B856A}"/>
              </a:ext>
            </a:extLst>
          </p:cNvPr>
          <p:cNvSpPr>
            <a:spLocks noGrp="1"/>
          </p:cNvSpPr>
          <p:nvPr>
            <p:ph type="dt" sz="half" idx="10"/>
          </p:nvPr>
        </p:nvSpPr>
        <p:spPr/>
        <p:txBody>
          <a:bodyPr/>
          <a:lstStyle/>
          <a:p>
            <a:r>
              <a:rPr lang="en-GB" dirty="0"/>
              <a:t>(Sheppard, 2020:5)</a:t>
            </a:r>
          </a:p>
        </p:txBody>
      </p:sp>
      <p:sp>
        <p:nvSpPr>
          <p:cNvPr id="6" name="Fußzeilenplatzhalter 5">
            <a:extLst>
              <a:ext uri="{FF2B5EF4-FFF2-40B4-BE49-F238E27FC236}">
                <a16:creationId xmlns:a16="http://schemas.microsoft.com/office/drawing/2014/main" id="{083F36FA-0B91-385B-19C8-DC165428C29E}"/>
              </a:ext>
            </a:extLst>
          </p:cNvPr>
          <p:cNvSpPr>
            <a:spLocks noGrp="1"/>
          </p:cNvSpPr>
          <p:nvPr>
            <p:ph type="ftr" sz="quarter" idx="11"/>
          </p:nvPr>
        </p:nvSpPr>
        <p:spPr/>
        <p:txBody>
          <a:bodyPr/>
          <a:lstStyle/>
          <a:p>
            <a:r>
              <a:rPr lang="en-GB" dirty="0"/>
              <a:t>KMH | IL Scientific Method</a:t>
            </a:r>
          </a:p>
        </p:txBody>
      </p:sp>
      <p:sp>
        <p:nvSpPr>
          <p:cNvPr id="7" name="Rechteck: abgerundete Ecken 6">
            <a:extLst>
              <a:ext uri="{FF2B5EF4-FFF2-40B4-BE49-F238E27FC236}">
                <a16:creationId xmlns:a16="http://schemas.microsoft.com/office/drawing/2014/main" id="{282E8318-0CD2-F68D-17DD-59B77388D25F}"/>
              </a:ext>
            </a:extLst>
          </p:cNvPr>
          <p:cNvSpPr/>
          <p:nvPr/>
        </p:nvSpPr>
        <p:spPr>
          <a:xfrm>
            <a:off x="5099585" y="2194560"/>
            <a:ext cx="1859914" cy="3696197"/>
          </a:xfrm>
          <a:prstGeom prst="roundRect">
            <a:avLst/>
          </a:prstGeom>
          <a:noFill/>
          <a:ln w="76200">
            <a:solidFill>
              <a:schemeClr val="tx1"/>
            </a:solidFill>
            <a:prstDash val="sysDot"/>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
        <p:nvSpPr>
          <p:cNvPr id="4" name="Rechteck: abgerundete Ecken 3">
            <a:extLst>
              <a:ext uri="{FF2B5EF4-FFF2-40B4-BE49-F238E27FC236}">
                <a16:creationId xmlns:a16="http://schemas.microsoft.com/office/drawing/2014/main" id="{6BA4E074-B34E-F025-C38F-CDA7C78E63AB}"/>
              </a:ext>
            </a:extLst>
          </p:cNvPr>
          <p:cNvSpPr/>
          <p:nvPr/>
        </p:nvSpPr>
        <p:spPr>
          <a:xfrm>
            <a:off x="5099585" y="2194560"/>
            <a:ext cx="1859914" cy="1911847"/>
          </a:xfrm>
          <a:prstGeom prst="roundRect">
            <a:avLst/>
          </a:prstGeom>
          <a:noFill/>
          <a:ln w="76200">
            <a:solidFill>
              <a:schemeClr val="tx1"/>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2018595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17A1-64FE-F60A-447C-E20358427B1B}"/>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8918CF4-40E7-2FB9-A911-2AF846079693}"/>
              </a:ext>
            </a:extLst>
          </p:cNvPr>
          <p:cNvSpPr>
            <a:spLocks noGrp="1"/>
          </p:cNvSpPr>
          <p:nvPr>
            <p:ph type="sldNum" sz="quarter" idx="12"/>
          </p:nvPr>
        </p:nvSpPr>
        <p:spPr/>
        <p:txBody>
          <a:bodyPr/>
          <a:lstStyle/>
          <a:p>
            <a:fld id="{D836C0FE-70CA-4950-82D6-CF602CC2B770}" type="slidenum">
              <a:rPr lang="en-GB" smtClean="0"/>
              <a:t>5</a:t>
            </a:fld>
            <a:endParaRPr lang="en-GB" dirty="0"/>
          </a:p>
        </p:txBody>
      </p:sp>
      <p:sp>
        <p:nvSpPr>
          <p:cNvPr id="3" name="Titel 2">
            <a:extLst>
              <a:ext uri="{FF2B5EF4-FFF2-40B4-BE49-F238E27FC236}">
                <a16:creationId xmlns:a16="http://schemas.microsoft.com/office/drawing/2014/main" id="{749EAFB1-9088-8DE3-1D71-CE8B3DB3C6C2}"/>
              </a:ext>
            </a:extLst>
          </p:cNvPr>
          <p:cNvSpPr>
            <a:spLocks noGrp="1"/>
          </p:cNvSpPr>
          <p:nvPr>
            <p:ph type="title"/>
          </p:nvPr>
        </p:nvSpPr>
        <p:spPr>
          <a:xfrm>
            <a:off x="695326" y="476672"/>
            <a:ext cx="2489308" cy="792000"/>
          </a:xfrm>
        </p:spPr>
        <p:txBody>
          <a:bodyPr/>
          <a:lstStyle/>
          <a:p>
            <a:pPr>
              <a:lnSpc>
                <a:spcPct val="150000"/>
              </a:lnSpc>
            </a:pPr>
            <a:r>
              <a:rPr lang="en-GB" dirty="0"/>
              <a:t>What Methods are There? </a:t>
            </a:r>
            <a:br>
              <a:rPr lang="en-GB" dirty="0"/>
            </a:br>
            <a:r>
              <a:rPr lang="en-GB" dirty="0"/>
              <a:t>An Overview</a:t>
            </a:r>
          </a:p>
        </p:txBody>
      </p:sp>
      <p:sp>
        <p:nvSpPr>
          <p:cNvPr id="5" name="Datumsplatzhalter 4">
            <a:extLst>
              <a:ext uri="{FF2B5EF4-FFF2-40B4-BE49-F238E27FC236}">
                <a16:creationId xmlns:a16="http://schemas.microsoft.com/office/drawing/2014/main" id="{3D783241-D8E2-D854-0739-FEED9FCE86A8}"/>
              </a:ext>
            </a:extLst>
          </p:cNvPr>
          <p:cNvSpPr>
            <a:spLocks noGrp="1"/>
          </p:cNvSpPr>
          <p:nvPr>
            <p:ph type="dt" sz="half" idx="10"/>
          </p:nvPr>
        </p:nvSpPr>
        <p:spPr/>
        <p:txBody>
          <a:bodyPr/>
          <a:lstStyle/>
          <a:p>
            <a:r>
              <a:rPr lang="en-GB" dirty="0"/>
              <a:t>(Based on: Reuber &amp; Pfaffenbach 2005:21)</a:t>
            </a:r>
          </a:p>
        </p:txBody>
      </p:sp>
      <p:sp>
        <p:nvSpPr>
          <p:cNvPr id="6" name="Fußzeilenplatzhalter 5">
            <a:extLst>
              <a:ext uri="{FF2B5EF4-FFF2-40B4-BE49-F238E27FC236}">
                <a16:creationId xmlns:a16="http://schemas.microsoft.com/office/drawing/2014/main" id="{26A6AB61-6103-2FA8-CD99-055AFE5047FE}"/>
              </a:ext>
            </a:extLst>
          </p:cNvPr>
          <p:cNvSpPr>
            <a:spLocks noGrp="1"/>
          </p:cNvSpPr>
          <p:nvPr>
            <p:ph type="ftr" sz="quarter" idx="11"/>
          </p:nvPr>
        </p:nvSpPr>
        <p:spPr/>
        <p:txBody>
          <a:bodyPr/>
          <a:lstStyle/>
          <a:p>
            <a:r>
              <a:rPr lang="en-GB" dirty="0"/>
              <a:t>KMH | IL Scientific Method</a:t>
            </a:r>
          </a:p>
        </p:txBody>
      </p:sp>
      <p:pic>
        <p:nvPicPr>
          <p:cNvPr id="7" name="Picture 2">
            <a:extLst>
              <a:ext uri="{FF2B5EF4-FFF2-40B4-BE49-F238E27FC236}">
                <a16:creationId xmlns:a16="http://schemas.microsoft.com/office/drawing/2014/main" id="{3FC397CB-0119-6F6B-20D7-433028EBE9E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30042" b="53166"/>
          <a:stretch>
            <a:fillRect/>
          </a:stretch>
        </p:blipFill>
        <p:spPr bwMode="auto">
          <a:xfrm>
            <a:off x="14126506" y="-6847719"/>
            <a:ext cx="5737025" cy="2708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a:extLst>
              <a:ext uri="{FF2B5EF4-FFF2-40B4-BE49-F238E27FC236}">
                <a16:creationId xmlns:a16="http://schemas.microsoft.com/office/drawing/2014/main" id="{576866C0-9183-F5C2-31B8-96A6EFAF5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091" r="30042"/>
          <a:stretch>
            <a:fillRect/>
          </a:stretch>
        </p:blipFill>
        <p:spPr bwMode="auto">
          <a:xfrm>
            <a:off x="14128629" y="-6315526"/>
            <a:ext cx="5737025" cy="404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Grafik 10">
            <a:extLst>
              <a:ext uri="{FF2B5EF4-FFF2-40B4-BE49-F238E27FC236}">
                <a16:creationId xmlns:a16="http://schemas.microsoft.com/office/drawing/2014/main" id="{030175E6-4999-F567-DFD4-6316301C164C}"/>
              </a:ext>
            </a:extLst>
          </p:cNvPr>
          <p:cNvPicPr>
            <a:picLocks noChangeAspect="1"/>
          </p:cNvPicPr>
          <p:nvPr/>
        </p:nvPicPr>
        <p:blipFill>
          <a:blip r:embed="rId3"/>
          <a:stretch>
            <a:fillRect/>
          </a:stretch>
        </p:blipFill>
        <p:spPr>
          <a:xfrm>
            <a:off x="3447626" y="476672"/>
            <a:ext cx="7181472" cy="5725356"/>
          </a:xfrm>
          <a:prstGeom prst="rect">
            <a:avLst/>
          </a:prstGeom>
        </p:spPr>
      </p:pic>
      <p:sp>
        <p:nvSpPr>
          <p:cNvPr id="9" name="Rechteck: abgerundete Ecken 8">
            <a:extLst>
              <a:ext uri="{FF2B5EF4-FFF2-40B4-BE49-F238E27FC236}">
                <a16:creationId xmlns:a16="http://schemas.microsoft.com/office/drawing/2014/main" id="{5739F676-A53A-FF51-3ECE-44A6BB1F20C8}"/>
              </a:ext>
            </a:extLst>
          </p:cNvPr>
          <p:cNvSpPr/>
          <p:nvPr/>
        </p:nvSpPr>
        <p:spPr>
          <a:xfrm>
            <a:off x="4963886" y="4180113"/>
            <a:ext cx="2579914" cy="1182189"/>
          </a:xfrm>
          <a:prstGeom prst="roundRect">
            <a:avLst>
              <a:gd name="adj" fmla="val 1504"/>
            </a:avLst>
          </a:prstGeom>
          <a:noFill/>
          <a:ln w="76200">
            <a:solidFill>
              <a:srgbClr val="FF9E1B"/>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749603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6347C2D3-C66A-9991-D5C6-297D41665222}"/>
              </a:ext>
            </a:extLst>
          </p:cNvPr>
          <p:cNvSpPr>
            <a:spLocks noGrp="1"/>
          </p:cNvSpPr>
          <p:nvPr>
            <p:ph type="sldNum" sz="quarter" idx="12"/>
          </p:nvPr>
        </p:nvSpPr>
        <p:spPr/>
        <p:txBody>
          <a:bodyPr/>
          <a:lstStyle/>
          <a:p>
            <a:fld id="{D836C0FE-70CA-4950-82D6-CF602CC2B770}" type="slidenum">
              <a:rPr lang="en-GB" smtClean="0"/>
              <a:t>6</a:t>
            </a:fld>
            <a:endParaRPr lang="en-GB" dirty="0"/>
          </a:p>
        </p:txBody>
      </p:sp>
      <p:sp>
        <p:nvSpPr>
          <p:cNvPr id="3" name="Titel 2">
            <a:extLst>
              <a:ext uri="{FF2B5EF4-FFF2-40B4-BE49-F238E27FC236}">
                <a16:creationId xmlns:a16="http://schemas.microsoft.com/office/drawing/2014/main" id="{88030255-163B-EF4A-07AC-9E6A4ED63ADE}"/>
              </a:ext>
            </a:extLst>
          </p:cNvPr>
          <p:cNvSpPr>
            <a:spLocks noGrp="1"/>
          </p:cNvSpPr>
          <p:nvPr>
            <p:ph type="title"/>
          </p:nvPr>
        </p:nvSpPr>
        <p:spPr/>
        <p:txBody>
          <a:bodyPr/>
          <a:lstStyle/>
          <a:p>
            <a:r>
              <a:rPr lang="en-GB" dirty="0"/>
              <a:t>Why not a Survey?</a:t>
            </a:r>
          </a:p>
        </p:txBody>
      </p:sp>
      <p:sp>
        <p:nvSpPr>
          <p:cNvPr id="4" name="Inhaltsplatzhalter 3">
            <a:extLst>
              <a:ext uri="{FF2B5EF4-FFF2-40B4-BE49-F238E27FC236}">
                <a16:creationId xmlns:a16="http://schemas.microsoft.com/office/drawing/2014/main" id="{2D0DDDFA-FA71-BE7C-EF68-36FC26854DD8}"/>
              </a:ext>
            </a:extLst>
          </p:cNvPr>
          <p:cNvSpPr>
            <a:spLocks noGrp="1"/>
          </p:cNvSpPr>
          <p:nvPr>
            <p:ph idx="1"/>
          </p:nvPr>
        </p:nvSpPr>
        <p:spPr/>
        <p:txBody>
          <a:bodyPr/>
          <a:lstStyle/>
          <a:p>
            <a:endParaRPr lang="en-GB" dirty="0"/>
          </a:p>
        </p:txBody>
      </p:sp>
      <p:sp>
        <p:nvSpPr>
          <p:cNvPr id="5" name="Datumsplatzhalter 4">
            <a:extLst>
              <a:ext uri="{FF2B5EF4-FFF2-40B4-BE49-F238E27FC236}">
                <a16:creationId xmlns:a16="http://schemas.microsoft.com/office/drawing/2014/main" id="{B5C47264-9480-5B97-AAD5-5A154960827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81240D2-F3FE-6E95-BF70-DFB439F47C43}"/>
              </a:ext>
            </a:extLst>
          </p:cNvPr>
          <p:cNvSpPr>
            <a:spLocks noGrp="1"/>
          </p:cNvSpPr>
          <p:nvPr>
            <p:ph type="ftr" sz="quarter" idx="11"/>
          </p:nvPr>
        </p:nvSpPr>
        <p:spPr/>
        <p:txBody>
          <a:bodyPr/>
          <a:lstStyle/>
          <a:p>
            <a:r>
              <a:rPr lang="en-GB" dirty="0"/>
              <a:t>KMH | IL Scientific Method</a:t>
            </a:r>
          </a:p>
        </p:txBody>
      </p:sp>
      <p:pic>
        <p:nvPicPr>
          <p:cNvPr id="7" name="Picture 2">
            <a:extLst>
              <a:ext uri="{FF2B5EF4-FFF2-40B4-BE49-F238E27FC236}">
                <a16:creationId xmlns:a16="http://schemas.microsoft.com/office/drawing/2014/main" id="{F58857E3-450A-9941-4A34-83A95D3D1E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940920">
            <a:off x="1475490" y="1759709"/>
            <a:ext cx="3909755" cy="5603244"/>
          </a:xfrm>
          <a:prstGeom prst="rect">
            <a:avLst/>
          </a:prstGeom>
          <a:ln w="9525">
            <a:solidFill>
              <a:schemeClr val="tx1"/>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grpSp>
        <p:nvGrpSpPr>
          <p:cNvPr id="8" name="Gruppieren 7">
            <a:extLst>
              <a:ext uri="{FF2B5EF4-FFF2-40B4-BE49-F238E27FC236}">
                <a16:creationId xmlns:a16="http://schemas.microsoft.com/office/drawing/2014/main" id="{A909A72C-9A4E-0D51-9D7E-3E56A77C5162}"/>
              </a:ext>
            </a:extLst>
          </p:cNvPr>
          <p:cNvGrpSpPr/>
          <p:nvPr/>
        </p:nvGrpSpPr>
        <p:grpSpPr>
          <a:xfrm>
            <a:off x="5488276" y="1556135"/>
            <a:ext cx="5294255" cy="4560268"/>
            <a:chOff x="3784162" y="216222"/>
            <a:chExt cx="5133058" cy="4421419"/>
          </a:xfrm>
        </p:grpSpPr>
        <p:pic>
          <p:nvPicPr>
            <p:cNvPr id="9" name="Grafik 8" descr="Ein Bild, das Text, Himmel, Screenshot, Landfahrzeug enthält.&#10;&#10;Automatisch generierte Beschreibung">
              <a:extLst>
                <a:ext uri="{FF2B5EF4-FFF2-40B4-BE49-F238E27FC236}">
                  <a16:creationId xmlns:a16="http://schemas.microsoft.com/office/drawing/2014/main" id="{8EEBDB30-92CD-74CC-062E-16A1D2C170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4162" y="216222"/>
              <a:ext cx="5133058" cy="4421419"/>
            </a:xfrm>
            <a:prstGeom prst="rect">
              <a:avLst/>
            </a:prstGeom>
            <a:ln w="6350">
              <a:solidFill>
                <a:schemeClr val="tx1"/>
              </a:solidFill>
            </a:ln>
            <a:effectLst>
              <a:outerShdw blurRad="254000" dist="107763" dir="2699994" algn="tl">
                <a:prstClr val="black">
                  <a:alpha val="40000"/>
                </a:prstClr>
              </a:outerShdw>
            </a:effectLst>
          </p:spPr>
        </p:pic>
        <p:pic>
          <p:nvPicPr>
            <p:cNvPr id="10" name="Grafik 9" descr="Ein Bild, das Text, Himmel, draußen, Wolke enthält.&#10;&#10;Automatisch generierte Beschreibung">
              <a:extLst>
                <a:ext uri="{FF2B5EF4-FFF2-40B4-BE49-F238E27FC236}">
                  <a16:creationId xmlns:a16="http://schemas.microsoft.com/office/drawing/2014/main" id="{865226EE-487B-3A2A-CE98-5704DEA553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0590" y="1747922"/>
              <a:ext cx="4960042" cy="2763993"/>
            </a:xfrm>
            <a:prstGeom prst="rect">
              <a:avLst/>
            </a:prstGeom>
          </p:spPr>
        </p:pic>
      </p:grpSp>
    </p:spTree>
    <p:extLst>
      <p:ext uri="{BB962C8B-B14F-4D97-AF65-F5344CB8AC3E}">
        <p14:creationId xmlns:p14="http://schemas.microsoft.com/office/powerpoint/2010/main" val="891883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3E342-DD68-0D97-159C-8697C4014C2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A6B26CD-99FB-3509-A863-6B7A8B716E6A}"/>
              </a:ext>
            </a:extLst>
          </p:cNvPr>
          <p:cNvSpPr>
            <a:spLocks noGrp="1"/>
          </p:cNvSpPr>
          <p:nvPr>
            <p:ph type="sldNum" sz="quarter" idx="12"/>
          </p:nvPr>
        </p:nvSpPr>
        <p:spPr/>
        <p:txBody>
          <a:bodyPr/>
          <a:lstStyle/>
          <a:p>
            <a:fld id="{D836C0FE-70CA-4950-82D6-CF602CC2B770}" type="slidenum">
              <a:rPr lang="de-DE" smtClean="0"/>
              <a:t>7</a:t>
            </a:fld>
            <a:endParaRPr lang="de-DE" dirty="0"/>
          </a:p>
        </p:txBody>
      </p:sp>
      <p:sp>
        <p:nvSpPr>
          <p:cNvPr id="3" name="Titel 2">
            <a:extLst>
              <a:ext uri="{FF2B5EF4-FFF2-40B4-BE49-F238E27FC236}">
                <a16:creationId xmlns:a16="http://schemas.microsoft.com/office/drawing/2014/main" id="{A826B7DF-51F6-4F63-ECD7-976242ECFCFA}"/>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E74A2ECA-0ACB-AC5E-5366-0EDA0414505F}"/>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81F100BE-CBAC-A250-5A83-B7C7AD277A98}"/>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79B63E6F-DAC0-3DBB-FBD5-6F6935DF5FF9}"/>
              </a:ext>
            </a:extLst>
          </p:cNvPr>
          <p:cNvSpPr>
            <a:spLocks noGrp="1"/>
          </p:cNvSpPr>
          <p:nvPr>
            <p:ph type="ftr" sz="quarter" idx="11"/>
          </p:nvPr>
        </p:nvSpPr>
        <p:spPr/>
        <p:txBody>
          <a:bodyPr/>
          <a:lstStyle/>
          <a:p>
            <a:r>
              <a:rPr lang="de-DE"/>
              <a:t>KMH | IL Scientific Method</a:t>
            </a:r>
            <a:endParaRPr lang="de-DE" dirty="0"/>
          </a:p>
        </p:txBody>
      </p:sp>
      <p:sp>
        <p:nvSpPr>
          <p:cNvPr id="17" name="Freihandform: Form 16">
            <a:extLst>
              <a:ext uri="{FF2B5EF4-FFF2-40B4-BE49-F238E27FC236}">
                <a16:creationId xmlns:a16="http://schemas.microsoft.com/office/drawing/2014/main" id="{EC775156-113E-9A8F-C0B9-2A1AE777885D}"/>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8" name="Freihandform: Form 17">
            <a:extLst>
              <a:ext uri="{FF2B5EF4-FFF2-40B4-BE49-F238E27FC236}">
                <a16:creationId xmlns:a16="http://schemas.microsoft.com/office/drawing/2014/main" id="{78A305E9-0125-C5AA-30CF-A6744D9B4BC2}"/>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9" name="Freihandform: Form 18">
            <a:extLst>
              <a:ext uri="{FF2B5EF4-FFF2-40B4-BE49-F238E27FC236}">
                <a16:creationId xmlns:a16="http://schemas.microsoft.com/office/drawing/2014/main" id="{11F2FC09-A444-1013-9B32-5911F2EE7A11}"/>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0" name="Geschweifte Klammer links 19">
            <a:extLst>
              <a:ext uri="{FF2B5EF4-FFF2-40B4-BE49-F238E27FC236}">
                <a16:creationId xmlns:a16="http://schemas.microsoft.com/office/drawing/2014/main" id="{2E078E5D-DCC0-3373-26F6-4FF726A64BDF}"/>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1" name="Textfeld 20">
            <a:extLst>
              <a:ext uri="{FF2B5EF4-FFF2-40B4-BE49-F238E27FC236}">
                <a16:creationId xmlns:a16="http://schemas.microsoft.com/office/drawing/2014/main" id="{D1D75280-14B0-C745-38B1-D802D814FD11}"/>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4A34F6EF-7817-EB87-8794-209154726FBF}"/>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93FD58B0-0D1F-B5F6-B5AA-5AB1460C0078}"/>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4" name="Textfeld 23">
            <a:extLst>
              <a:ext uri="{FF2B5EF4-FFF2-40B4-BE49-F238E27FC236}">
                <a16:creationId xmlns:a16="http://schemas.microsoft.com/office/drawing/2014/main" id="{728079A3-C38C-7DA6-1434-ACB71F106DEE}"/>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0F4653B1-EB91-0E93-5C41-D40E0DE1BA94}"/>
              </a:ext>
            </a:extLst>
          </p:cNvPr>
          <p:cNvSpPr/>
          <p:nvPr/>
        </p:nvSpPr>
        <p:spPr>
          <a:xfrm>
            <a:off x="10820400" y="1564249"/>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50842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4D56BE3-FBBB-68E0-AAC9-58EB25C20C2D}"/>
              </a:ext>
            </a:extLst>
          </p:cNvPr>
          <p:cNvSpPr>
            <a:spLocks noGrp="1"/>
          </p:cNvSpPr>
          <p:nvPr>
            <p:ph type="sldNum" sz="quarter" idx="12"/>
          </p:nvPr>
        </p:nvSpPr>
        <p:spPr/>
        <p:txBody>
          <a:bodyPr/>
          <a:lstStyle/>
          <a:p>
            <a:fld id="{D836C0FE-70CA-4950-82D6-CF602CC2B770}" type="slidenum">
              <a:rPr lang="en-GB" smtClean="0"/>
              <a:t>8</a:t>
            </a:fld>
            <a:endParaRPr lang="en-GB" dirty="0"/>
          </a:p>
        </p:txBody>
      </p:sp>
      <p:sp>
        <p:nvSpPr>
          <p:cNvPr id="3" name="Titel 2">
            <a:extLst>
              <a:ext uri="{FF2B5EF4-FFF2-40B4-BE49-F238E27FC236}">
                <a16:creationId xmlns:a16="http://schemas.microsoft.com/office/drawing/2014/main" id="{901254B2-A3D2-8FB3-029E-9ECAE02121F6}"/>
              </a:ext>
            </a:extLst>
          </p:cNvPr>
          <p:cNvSpPr>
            <a:spLocks noGrp="1"/>
          </p:cNvSpPr>
          <p:nvPr>
            <p:ph type="title"/>
          </p:nvPr>
        </p:nvSpPr>
        <p:spPr/>
        <p:txBody>
          <a:bodyPr/>
          <a:lstStyle/>
          <a:p>
            <a:r>
              <a:rPr lang="en-GB" dirty="0"/>
              <a:t>Measurement in Surveys</a:t>
            </a:r>
          </a:p>
        </p:txBody>
      </p:sp>
      <p:sp>
        <p:nvSpPr>
          <p:cNvPr id="4" name="Inhaltsplatzhalter 3">
            <a:extLst>
              <a:ext uri="{FF2B5EF4-FFF2-40B4-BE49-F238E27FC236}">
                <a16:creationId xmlns:a16="http://schemas.microsoft.com/office/drawing/2014/main" id="{843DF75A-48F3-9C95-18C9-16CCCA4F826E}"/>
              </a:ext>
            </a:extLst>
          </p:cNvPr>
          <p:cNvSpPr>
            <a:spLocks noGrp="1"/>
          </p:cNvSpPr>
          <p:nvPr>
            <p:ph idx="1"/>
          </p:nvPr>
        </p:nvSpPr>
        <p:spPr>
          <a:xfrm>
            <a:off x="695325" y="1556793"/>
            <a:ext cx="4185286" cy="4607472"/>
          </a:xfrm>
        </p:spPr>
        <p:txBody>
          <a:bodyPr/>
          <a:lstStyle/>
          <a:p>
            <a:pPr marL="0" indent="0">
              <a:lnSpc>
                <a:spcPct val="150000"/>
              </a:lnSpc>
              <a:buNone/>
            </a:pPr>
            <a:r>
              <a:rPr lang="en-GB" b="1" dirty="0"/>
              <a:t>Measurement = assignment of</a:t>
            </a:r>
          </a:p>
          <a:p>
            <a:pPr>
              <a:lnSpc>
                <a:spcPct val="150000"/>
              </a:lnSpc>
            </a:pPr>
            <a:r>
              <a:rPr lang="en-GB" dirty="0"/>
              <a:t>a) characteristic values* </a:t>
            </a:r>
          </a:p>
          <a:p>
            <a:pPr>
              <a:lnSpc>
                <a:spcPct val="150000"/>
              </a:lnSpc>
            </a:pPr>
            <a:r>
              <a:rPr lang="en-GB" dirty="0"/>
              <a:t>b) of characteristic carriers </a:t>
            </a:r>
          </a:p>
          <a:p>
            <a:pPr>
              <a:lnSpc>
                <a:spcPct val="150000"/>
              </a:lnSpc>
            </a:pPr>
            <a:r>
              <a:rPr lang="en-GB" dirty="0"/>
              <a:t>c) to the characteristic dimensions to be observed.</a:t>
            </a:r>
          </a:p>
          <a:p>
            <a:pPr>
              <a:lnSpc>
                <a:spcPct val="150000"/>
              </a:lnSpc>
            </a:pPr>
            <a:endParaRPr lang="en-GB" sz="1000" dirty="0"/>
          </a:p>
          <a:p>
            <a:pPr marL="457200" lvl="1" indent="0">
              <a:lnSpc>
                <a:spcPct val="150000"/>
              </a:lnSpc>
              <a:buNone/>
            </a:pPr>
            <a:r>
              <a:rPr lang="en-GB" dirty="0"/>
              <a:t>* coded using number</a:t>
            </a:r>
          </a:p>
        </p:txBody>
      </p:sp>
      <p:sp>
        <p:nvSpPr>
          <p:cNvPr id="5" name="Datumsplatzhalter 4">
            <a:extLst>
              <a:ext uri="{FF2B5EF4-FFF2-40B4-BE49-F238E27FC236}">
                <a16:creationId xmlns:a16="http://schemas.microsoft.com/office/drawing/2014/main" id="{821173C3-E002-CE7D-9D59-67D4FB10E22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8D5797D6-7496-F9FB-3529-4C852CFD950F}"/>
              </a:ext>
            </a:extLst>
          </p:cNvPr>
          <p:cNvSpPr>
            <a:spLocks noGrp="1"/>
          </p:cNvSpPr>
          <p:nvPr>
            <p:ph type="ftr" sz="quarter" idx="11"/>
          </p:nvPr>
        </p:nvSpPr>
        <p:spPr/>
        <p:txBody>
          <a:bodyPr/>
          <a:lstStyle/>
          <a:p>
            <a:r>
              <a:rPr lang="en-GB" dirty="0"/>
              <a:t>KMH | IL Scientific Method</a:t>
            </a:r>
          </a:p>
        </p:txBody>
      </p:sp>
      <p:graphicFrame>
        <p:nvGraphicFramePr>
          <p:cNvPr id="9" name="Tabelle 8">
            <a:extLst>
              <a:ext uri="{FF2B5EF4-FFF2-40B4-BE49-F238E27FC236}">
                <a16:creationId xmlns:a16="http://schemas.microsoft.com/office/drawing/2014/main" id="{4497B829-366D-593F-DC2A-C9D646346E17}"/>
              </a:ext>
            </a:extLst>
          </p:cNvPr>
          <p:cNvGraphicFramePr>
            <a:graphicFrameLocks noGrp="1"/>
          </p:cNvGraphicFramePr>
          <p:nvPr>
            <p:extLst>
              <p:ext uri="{D42A27DB-BD31-4B8C-83A1-F6EECF244321}">
                <p14:modId xmlns:p14="http://schemas.microsoft.com/office/powerpoint/2010/main" val="1718208917"/>
              </p:ext>
            </p:extLst>
          </p:nvPr>
        </p:nvGraphicFramePr>
        <p:xfrm>
          <a:off x="5400000" y="2192020"/>
          <a:ext cx="6096000" cy="27482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67798617"/>
                    </a:ext>
                  </a:extLst>
                </a:gridCol>
                <a:gridCol w="3048000">
                  <a:extLst>
                    <a:ext uri="{9D8B030D-6E8A-4147-A177-3AD203B41FA5}">
                      <a16:colId xmlns:a16="http://schemas.microsoft.com/office/drawing/2014/main" val="4264250595"/>
                    </a:ext>
                  </a:extLst>
                </a:gridCol>
              </a:tblGrid>
              <a:tr h="370840">
                <a:tc>
                  <a:txBody>
                    <a:bodyPr/>
                    <a:lstStyle/>
                    <a:p>
                      <a:pPr algn="ctr"/>
                      <a:r>
                        <a:rPr lang="de-AT" dirty="0"/>
                        <a:t>Manifest Features</a:t>
                      </a:r>
                    </a:p>
                  </a:txBody>
                  <a:tcPr/>
                </a:tc>
                <a:tc>
                  <a:txBody>
                    <a:bodyPr/>
                    <a:lstStyle/>
                    <a:p>
                      <a:pPr algn="ctr"/>
                      <a:r>
                        <a:rPr lang="de-AT" dirty="0"/>
                        <a:t>Latent Features</a:t>
                      </a:r>
                    </a:p>
                  </a:txBody>
                  <a:tcPr/>
                </a:tc>
                <a:extLst>
                  <a:ext uri="{0D108BD9-81ED-4DB2-BD59-A6C34878D82A}">
                    <a16:rowId xmlns:a16="http://schemas.microsoft.com/office/drawing/2014/main" val="1581645276"/>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de-AT" dirty="0" err="1"/>
                        <a:t>Directly</a:t>
                      </a:r>
                      <a:r>
                        <a:rPr lang="de-AT" dirty="0"/>
                        <a:t> </a:t>
                      </a:r>
                      <a:r>
                        <a:rPr lang="de-AT" dirty="0" err="1"/>
                        <a:t>measurable</a:t>
                      </a:r>
                      <a:endParaRPr lang="de-AT" dirty="0"/>
                    </a:p>
                  </a:txBody>
                  <a:tcPr anchor="ctr"/>
                </a:tc>
                <a:tc>
                  <a:txBody>
                    <a:bodyPr/>
                    <a:lstStyle/>
                    <a:p>
                      <a:pPr algn="ctr"/>
                      <a:r>
                        <a:rPr lang="de-AT" dirty="0" err="1"/>
                        <a:t>Indirectly</a:t>
                      </a:r>
                      <a:r>
                        <a:rPr lang="de-AT" dirty="0"/>
                        <a:t> </a:t>
                      </a:r>
                      <a:r>
                        <a:rPr lang="de-AT" dirty="0" err="1"/>
                        <a:t>measurable</a:t>
                      </a:r>
                      <a:r>
                        <a:rPr lang="de-AT" dirty="0"/>
                        <a:t> </a:t>
                      </a:r>
                      <a:br>
                        <a:rPr lang="de-AT" dirty="0"/>
                      </a:br>
                      <a:r>
                        <a:rPr lang="de-AT" dirty="0"/>
                        <a:t>(= via </a:t>
                      </a:r>
                      <a:r>
                        <a:rPr lang="de-AT" dirty="0" err="1"/>
                        <a:t>indicators</a:t>
                      </a:r>
                      <a:r>
                        <a:rPr lang="de-AT" dirty="0"/>
                        <a:t>)</a:t>
                      </a:r>
                    </a:p>
                  </a:txBody>
                  <a:tcPr anchor="ctr"/>
                </a:tc>
                <a:extLst>
                  <a:ext uri="{0D108BD9-81ED-4DB2-BD59-A6C34878D82A}">
                    <a16:rowId xmlns:a16="http://schemas.microsoft.com/office/drawing/2014/main" val="3635622160"/>
                  </a:ext>
                </a:extLst>
              </a:tr>
              <a:tr h="370840">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Age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Height</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Highest educational qualification</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Income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AT" dirty="0"/>
                        <a:t>…</a:t>
                      </a:r>
                    </a:p>
                  </a:txBody>
                  <a:tcPr/>
                </a:tc>
                <a:tc>
                  <a:txBody>
                    <a:bodyPr/>
                    <a:lstStyle/>
                    <a:p>
                      <a:pPr marL="285750" indent="-285750">
                        <a:buFont typeface="Arial" panose="020B0604020202020204" pitchFamily="34" charset="0"/>
                        <a:buChar char="•"/>
                      </a:pPr>
                      <a:r>
                        <a:rPr lang="en-US" dirty="0"/>
                        <a:t>Intelligence</a:t>
                      </a:r>
                    </a:p>
                    <a:p>
                      <a:pPr marL="285750" indent="-285750">
                        <a:buFont typeface="Arial" panose="020B0604020202020204" pitchFamily="34" charset="0"/>
                        <a:buChar char="•"/>
                      </a:pPr>
                      <a:r>
                        <a:rPr lang="en-US" dirty="0"/>
                        <a:t>Sustainable </a:t>
                      </a:r>
                      <a:r>
                        <a:rPr lang="en-US" dirty="0" err="1"/>
                        <a:t>behaviour</a:t>
                      </a:r>
                      <a:endParaRPr lang="en-US" dirty="0"/>
                    </a:p>
                    <a:p>
                      <a:pPr marL="285750" indent="-285750">
                        <a:buFont typeface="Arial" panose="020B0604020202020204" pitchFamily="34" charset="0"/>
                        <a:buChar char="•"/>
                      </a:pPr>
                      <a:r>
                        <a:rPr lang="en-US" dirty="0"/>
                        <a:t>Resilience / Vulnerability</a:t>
                      </a:r>
                    </a:p>
                    <a:p>
                      <a:pPr marL="285750" indent="-285750">
                        <a:buFont typeface="Arial" panose="020B0604020202020204" pitchFamily="34" charset="0"/>
                        <a:buChar char="•"/>
                      </a:pPr>
                      <a:r>
                        <a:rPr lang="en-US" dirty="0"/>
                        <a:t>Study satisfaction</a:t>
                      </a:r>
                    </a:p>
                    <a:p>
                      <a:pPr marL="285750" indent="-285750">
                        <a:buFont typeface="Arial" panose="020B0604020202020204" pitchFamily="34" charset="0"/>
                        <a:buChar char="•"/>
                      </a:pPr>
                      <a:r>
                        <a:rPr lang="de-AT" dirty="0"/>
                        <a:t>…</a:t>
                      </a:r>
                    </a:p>
                  </a:txBody>
                  <a:tcPr/>
                </a:tc>
                <a:extLst>
                  <a:ext uri="{0D108BD9-81ED-4DB2-BD59-A6C34878D82A}">
                    <a16:rowId xmlns:a16="http://schemas.microsoft.com/office/drawing/2014/main" val="666880112"/>
                  </a:ext>
                </a:extLst>
              </a:tr>
            </a:tbl>
          </a:graphicData>
        </a:graphic>
      </p:graphicFrame>
    </p:spTree>
    <p:extLst>
      <p:ext uri="{BB962C8B-B14F-4D97-AF65-F5344CB8AC3E}">
        <p14:creationId xmlns:p14="http://schemas.microsoft.com/office/powerpoint/2010/main" val="1366677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556EA5E-31C6-9EBA-5569-CD8AAD4037DF}"/>
              </a:ext>
            </a:extLst>
          </p:cNvPr>
          <p:cNvSpPr>
            <a:spLocks noGrp="1"/>
          </p:cNvSpPr>
          <p:nvPr>
            <p:ph type="sldNum" sz="quarter" idx="12"/>
          </p:nvPr>
        </p:nvSpPr>
        <p:spPr/>
        <p:txBody>
          <a:bodyPr/>
          <a:lstStyle/>
          <a:p>
            <a:fld id="{D836C0FE-70CA-4950-82D6-CF602CC2B770}" type="slidenum">
              <a:rPr lang="en-GB" smtClean="0"/>
              <a:t>9</a:t>
            </a:fld>
            <a:endParaRPr lang="en-GB" dirty="0"/>
          </a:p>
        </p:txBody>
      </p:sp>
      <p:sp>
        <p:nvSpPr>
          <p:cNvPr id="3" name="Titel 2">
            <a:extLst>
              <a:ext uri="{FF2B5EF4-FFF2-40B4-BE49-F238E27FC236}">
                <a16:creationId xmlns:a16="http://schemas.microsoft.com/office/drawing/2014/main" id="{07139B97-7F5D-D84A-6BEB-272FD439BD0D}"/>
              </a:ext>
            </a:extLst>
          </p:cNvPr>
          <p:cNvSpPr>
            <a:spLocks noGrp="1"/>
          </p:cNvSpPr>
          <p:nvPr>
            <p:ph type="title"/>
          </p:nvPr>
        </p:nvSpPr>
        <p:spPr/>
        <p:txBody>
          <a:bodyPr/>
          <a:lstStyle/>
          <a:p>
            <a:r>
              <a:rPr lang="en-GB" dirty="0"/>
              <a:t>Measuring manifest Features</a:t>
            </a:r>
          </a:p>
        </p:txBody>
      </p:sp>
      <p:pic>
        <p:nvPicPr>
          <p:cNvPr id="8" name="Inhaltsplatzhalter 7">
            <a:extLst>
              <a:ext uri="{FF2B5EF4-FFF2-40B4-BE49-F238E27FC236}">
                <a16:creationId xmlns:a16="http://schemas.microsoft.com/office/drawing/2014/main" id="{13CE0961-8DAF-993B-19D1-1C217FE64482}"/>
              </a:ext>
            </a:extLst>
          </p:cNvPr>
          <p:cNvPicPr>
            <a:picLocks noGrp="1" noChangeAspect="1"/>
          </p:cNvPicPr>
          <p:nvPr>
            <p:ph idx="1"/>
          </p:nvPr>
        </p:nvPicPr>
        <p:blipFill>
          <a:blip r:embed="rId2"/>
          <a:stretch>
            <a:fillRect/>
          </a:stretch>
        </p:blipFill>
        <p:spPr>
          <a:xfrm>
            <a:off x="3575814" y="1351598"/>
            <a:ext cx="5040371" cy="4606925"/>
          </a:xfr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F172F849-CA80-A42E-FC4E-F6D63B287EA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EBD0BB1-FFE2-84D1-DA60-9A23317F9D79}"/>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132594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0CA5-5029-69DF-A6C2-C7026520359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47188EE-FBD6-702E-0C41-6BE5F53D41D3}"/>
              </a:ext>
            </a:extLst>
          </p:cNvPr>
          <p:cNvSpPr>
            <a:spLocks noGrp="1"/>
          </p:cNvSpPr>
          <p:nvPr>
            <p:ph type="sldNum" sz="quarter" idx="12"/>
          </p:nvPr>
        </p:nvSpPr>
        <p:spPr/>
        <p:txBody>
          <a:bodyPr/>
          <a:lstStyle/>
          <a:p>
            <a:fld id="{D836C0FE-70CA-4950-82D6-CF602CC2B770}" type="slidenum">
              <a:rPr lang="en-GB" smtClean="0"/>
              <a:t>10</a:t>
            </a:fld>
            <a:endParaRPr lang="en-GB" dirty="0"/>
          </a:p>
        </p:txBody>
      </p:sp>
      <p:sp>
        <p:nvSpPr>
          <p:cNvPr id="3" name="Titel 2">
            <a:extLst>
              <a:ext uri="{FF2B5EF4-FFF2-40B4-BE49-F238E27FC236}">
                <a16:creationId xmlns:a16="http://schemas.microsoft.com/office/drawing/2014/main" id="{1C4AC5EA-7AC5-0F16-3548-C25A6F4CB873}"/>
              </a:ext>
            </a:extLst>
          </p:cNvPr>
          <p:cNvSpPr>
            <a:spLocks noGrp="1"/>
          </p:cNvSpPr>
          <p:nvPr>
            <p:ph type="title"/>
          </p:nvPr>
        </p:nvSpPr>
        <p:spPr/>
        <p:txBody>
          <a:bodyPr/>
          <a:lstStyle/>
          <a:p>
            <a:r>
              <a:rPr lang="en-GB" dirty="0"/>
              <a:t>Measuring latent Features</a:t>
            </a:r>
          </a:p>
        </p:txBody>
      </p:sp>
      <p:sp>
        <p:nvSpPr>
          <p:cNvPr id="5" name="Datumsplatzhalter 4">
            <a:extLst>
              <a:ext uri="{FF2B5EF4-FFF2-40B4-BE49-F238E27FC236}">
                <a16:creationId xmlns:a16="http://schemas.microsoft.com/office/drawing/2014/main" id="{01C41755-0054-8397-D943-2F594416CAB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2EF7250A-F5B7-223D-3B0F-893B04A3539A}"/>
              </a:ext>
            </a:extLst>
          </p:cNvPr>
          <p:cNvSpPr>
            <a:spLocks noGrp="1"/>
          </p:cNvSpPr>
          <p:nvPr>
            <p:ph type="ftr" sz="quarter" idx="11"/>
          </p:nvPr>
        </p:nvSpPr>
        <p:spPr/>
        <p:txBody>
          <a:bodyPr/>
          <a:lstStyle/>
          <a:p>
            <a:r>
              <a:rPr lang="en-GB" dirty="0"/>
              <a:t>KMH | IL Scientific Method</a:t>
            </a:r>
          </a:p>
        </p:txBody>
      </p:sp>
      <p:pic>
        <p:nvPicPr>
          <p:cNvPr id="9" name="Picture 2">
            <a:extLst>
              <a:ext uri="{FF2B5EF4-FFF2-40B4-BE49-F238E27FC236}">
                <a16:creationId xmlns:a16="http://schemas.microsoft.com/office/drawing/2014/main" id="{6949AFDB-BDCE-4832-C88F-C95DFEAD503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63889" y="1378038"/>
            <a:ext cx="9664222" cy="460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538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38B6-FB78-5D6B-0999-11CF0B894689}"/>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6AFAA7B-A816-3DF1-929D-2E0063102804}"/>
              </a:ext>
            </a:extLst>
          </p:cNvPr>
          <p:cNvSpPr>
            <a:spLocks noGrp="1"/>
          </p:cNvSpPr>
          <p:nvPr>
            <p:ph type="sldNum" sz="quarter" idx="12"/>
          </p:nvPr>
        </p:nvSpPr>
        <p:spPr/>
        <p:txBody>
          <a:bodyPr/>
          <a:lstStyle/>
          <a:p>
            <a:fld id="{D836C0FE-70CA-4950-82D6-CF602CC2B770}" type="slidenum">
              <a:rPr lang="de-DE" smtClean="0"/>
              <a:t>11</a:t>
            </a:fld>
            <a:endParaRPr lang="de-DE" dirty="0"/>
          </a:p>
        </p:txBody>
      </p:sp>
      <p:sp>
        <p:nvSpPr>
          <p:cNvPr id="3" name="Titel 2">
            <a:extLst>
              <a:ext uri="{FF2B5EF4-FFF2-40B4-BE49-F238E27FC236}">
                <a16:creationId xmlns:a16="http://schemas.microsoft.com/office/drawing/2014/main" id="{C52E2A0F-22E5-8D88-4CBC-427258464046}"/>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005F7977-EF3E-BBC2-1D1D-B959D24B390F}"/>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586189E0-C4BA-E5D8-F270-4CDDC4F477BC}"/>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49CB2908-0D0C-2EAF-097A-620F67AFC179}"/>
              </a:ext>
            </a:extLst>
          </p:cNvPr>
          <p:cNvSpPr>
            <a:spLocks noGrp="1"/>
          </p:cNvSpPr>
          <p:nvPr>
            <p:ph type="ftr" sz="quarter" idx="11"/>
          </p:nvPr>
        </p:nvSpPr>
        <p:spPr/>
        <p:txBody>
          <a:bodyPr/>
          <a:lstStyle/>
          <a:p>
            <a:r>
              <a:rPr lang="de-DE"/>
              <a:t>KMH | IL Scientific Method</a:t>
            </a:r>
            <a:endParaRPr lang="de-DE" dirty="0"/>
          </a:p>
        </p:txBody>
      </p:sp>
      <p:sp>
        <p:nvSpPr>
          <p:cNvPr id="17" name="Freihandform: Form 16">
            <a:extLst>
              <a:ext uri="{FF2B5EF4-FFF2-40B4-BE49-F238E27FC236}">
                <a16:creationId xmlns:a16="http://schemas.microsoft.com/office/drawing/2014/main" id="{340A2F8C-3C90-C515-34D3-C192FE88B050}"/>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8" name="Freihandform: Form 17">
            <a:extLst>
              <a:ext uri="{FF2B5EF4-FFF2-40B4-BE49-F238E27FC236}">
                <a16:creationId xmlns:a16="http://schemas.microsoft.com/office/drawing/2014/main" id="{368AA222-15D6-127F-7E47-1BFE30316A2B}"/>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9" name="Freihandform: Form 18">
            <a:extLst>
              <a:ext uri="{FF2B5EF4-FFF2-40B4-BE49-F238E27FC236}">
                <a16:creationId xmlns:a16="http://schemas.microsoft.com/office/drawing/2014/main" id="{D98AE7B8-7749-F980-405E-A98AD41436E9}"/>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0" name="Geschweifte Klammer links 19">
            <a:extLst>
              <a:ext uri="{FF2B5EF4-FFF2-40B4-BE49-F238E27FC236}">
                <a16:creationId xmlns:a16="http://schemas.microsoft.com/office/drawing/2014/main" id="{BD2FC27F-D6B6-B509-E00D-A28A50B9FECC}"/>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1" name="Textfeld 20">
            <a:extLst>
              <a:ext uri="{FF2B5EF4-FFF2-40B4-BE49-F238E27FC236}">
                <a16:creationId xmlns:a16="http://schemas.microsoft.com/office/drawing/2014/main" id="{9166A7E1-D825-8B15-8899-F277BC733F6A}"/>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1ACA8D3B-90A0-97AD-9F84-DDFF3D257333}"/>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7D99E922-4C06-D93A-42B2-F7B1501A13EC}"/>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4" name="Textfeld 23">
            <a:extLst>
              <a:ext uri="{FF2B5EF4-FFF2-40B4-BE49-F238E27FC236}">
                <a16:creationId xmlns:a16="http://schemas.microsoft.com/office/drawing/2014/main" id="{52B54D31-DE4B-A364-40ED-FA1EBF9B7BC6}"/>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0EAD1A1C-B213-BCAA-6FE8-973272DB4BAD}"/>
              </a:ext>
            </a:extLst>
          </p:cNvPr>
          <p:cNvSpPr/>
          <p:nvPr/>
        </p:nvSpPr>
        <p:spPr>
          <a:xfrm>
            <a:off x="10820400" y="2151686"/>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406322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51A3722-4724-79CF-3633-171B49DFEDAB}"/>
              </a:ext>
            </a:extLst>
          </p:cNvPr>
          <p:cNvSpPr>
            <a:spLocks noGrp="1"/>
          </p:cNvSpPr>
          <p:nvPr>
            <p:ph type="sldNum" sz="quarter" idx="12"/>
          </p:nvPr>
        </p:nvSpPr>
        <p:spPr/>
        <p:txBody>
          <a:bodyPr/>
          <a:lstStyle/>
          <a:p>
            <a:fld id="{D836C0FE-70CA-4950-82D6-CF602CC2B770}" type="slidenum">
              <a:rPr lang="en-GB" smtClean="0"/>
              <a:t>12</a:t>
            </a:fld>
            <a:endParaRPr lang="en-GB" dirty="0"/>
          </a:p>
        </p:txBody>
      </p:sp>
      <p:sp>
        <p:nvSpPr>
          <p:cNvPr id="3" name="Titel 2">
            <a:extLst>
              <a:ext uri="{FF2B5EF4-FFF2-40B4-BE49-F238E27FC236}">
                <a16:creationId xmlns:a16="http://schemas.microsoft.com/office/drawing/2014/main" id="{A6514597-B85E-CF0E-7658-9DE9BCD59D0A}"/>
              </a:ext>
            </a:extLst>
          </p:cNvPr>
          <p:cNvSpPr>
            <a:spLocks noGrp="1"/>
          </p:cNvSpPr>
          <p:nvPr>
            <p:ph type="title"/>
          </p:nvPr>
        </p:nvSpPr>
        <p:spPr/>
        <p:txBody>
          <a:bodyPr/>
          <a:lstStyle/>
          <a:p>
            <a:r>
              <a:rPr lang="en-GB" dirty="0"/>
              <a:t>Be clear on the Survey Units</a:t>
            </a:r>
          </a:p>
        </p:txBody>
      </p:sp>
      <p:sp>
        <p:nvSpPr>
          <p:cNvPr id="4" name="Inhaltsplatzhalter 3">
            <a:extLst>
              <a:ext uri="{FF2B5EF4-FFF2-40B4-BE49-F238E27FC236}">
                <a16:creationId xmlns:a16="http://schemas.microsoft.com/office/drawing/2014/main" id="{D64520BB-998E-4BED-BE23-1EE77FAD53DF}"/>
              </a:ext>
            </a:extLst>
          </p:cNvPr>
          <p:cNvSpPr>
            <a:spLocks noGrp="1"/>
          </p:cNvSpPr>
          <p:nvPr>
            <p:ph idx="1"/>
          </p:nvPr>
        </p:nvSpPr>
        <p:spPr/>
        <p:txBody>
          <a:bodyPr/>
          <a:lstStyle/>
          <a:p>
            <a:r>
              <a:rPr lang="en-GB" b="1" dirty="0"/>
              <a:t>Selection of survey units :</a:t>
            </a:r>
          </a:p>
          <a:p>
            <a:pPr lvl="1"/>
            <a:r>
              <a:rPr lang="en-GB" b="1" dirty="0">
                <a:solidFill>
                  <a:srgbClr val="E37823"/>
                </a:solidFill>
              </a:rPr>
              <a:t>Who</a:t>
            </a:r>
            <a:r>
              <a:rPr lang="en-GB" dirty="0"/>
              <a:t> should be surveyed? </a:t>
            </a:r>
          </a:p>
          <a:p>
            <a:pPr lvl="2"/>
            <a:r>
              <a:rPr lang="en-GB" dirty="0"/>
              <a:t>e.g. households, residents, passers-by, EV-car owner, members of energy communities, …</a:t>
            </a:r>
          </a:p>
          <a:p>
            <a:pPr lvl="1"/>
            <a:r>
              <a:rPr lang="en-GB" b="1" dirty="0"/>
              <a:t>Selection criteria:</a:t>
            </a:r>
          </a:p>
          <a:p>
            <a:pPr lvl="2"/>
            <a:r>
              <a:rPr lang="en-GB" dirty="0"/>
              <a:t>Spatial</a:t>
            </a:r>
          </a:p>
          <a:p>
            <a:pPr lvl="2"/>
            <a:r>
              <a:rPr lang="en-GB" dirty="0"/>
              <a:t>Temporal</a:t>
            </a:r>
          </a:p>
          <a:p>
            <a:pPr lvl="2"/>
            <a:r>
              <a:rPr lang="en-GB" dirty="0"/>
              <a:t>Characteristics of interest (e.g. migration background, income, education, etc.)</a:t>
            </a:r>
          </a:p>
          <a:p>
            <a:pPr lvl="2"/>
            <a:r>
              <a:rPr lang="en-GB" dirty="0"/>
              <a:t>…</a:t>
            </a:r>
          </a:p>
        </p:txBody>
      </p:sp>
      <p:sp>
        <p:nvSpPr>
          <p:cNvPr id="5" name="Datumsplatzhalter 4">
            <a:extLst>
              <a:ext uri="{FF2B5EF4-FFF2-40B4-BE49-F238E27FC236}">
                <a16:creationId xmlns:a16="http://schemas.microsoft.com/office/drawing/2014/main" id="{2B7ADC1E-A02F-D37F-D168-1344D69E6FD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4A52B0C-7A0C-D5DF-7C74-C67475F0F7FC}"/>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669962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DC2C4-2F07-748D-7A6D-BCBF8BE49A06}"/>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807BF39-EC4E-ECE3-44B0-EFA56FDF7511}"/>
              </a:ext>
            </a:extLst>
          </p:cNvPr>
          <p:cNvSpPr>
            <a:spLocks noGrp="1"/>
          </p:cNvSpPr>
          <p:nvPr>
            <p:ph type="sldNum" sz="quarter" idx="12"/>
          </p:nvPr>
        </p:nvSpPr>
        <p:spPr/>
        <p:txBody>
          <a:bodyPr/>
          <a:lstStyle/>
          <a:p>
            <a:fld id="{D836C0FE-70CA-4950-82D6-CF602CC2B770}" type="slidenum">
              <a:rPr lang="de-DE" smtClean="0"/>
              <a:t>13</a:t>
            </a:fld>
            <a:endParaRPr lang="de-DE" dirty="0"/>
          </a:p>
        </p:txBody>
      </p:sp>
      <p:sp>
        <p:nvSpPr>
          <p:cNvPr id="3" name="Titel 2">
            <a:extLst>
              <a:ext uri="{FF2B5EF4-FFF2-40B4-BE49-F238E27FC236}">
                <a16:creationId xmlns:a16="http://schemas.microsoft.com/office/drawing/2014/main" id="{271713FB-DF81-186E-558D-5ADE79FE816A}"/>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261363C9-F51D-F514-FA70-A30A196F95DD}"/>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42A0B690-BD23-1A71-D285-311F30DE1E2F}"/>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4F74DD45-B8E9-9C86-6F77-F93874842F99}"/>
              </a:ext>
            </a:extLst>
          </p:cNvPr>
          <p:cNvSpPr>
            <a:spLocks noGrp="1"/>
          </p:cNvSpPr>
          <p:nvPr>
            <p:ph type="ftr" sz="quarter" idx="11"/>
          </p:nvPr>
        </p:nvSpPr>
        <p:spPr/>
        <p:txBody>
          <a:bodyPr/>
          <a:lstStyle/>
          <a:p>
            <a:r>
              <a:rPr lang="de-DE"/>
              <a:t>KMH | IL Scientific Method</a:t>
            </a:r>
            <a:endParaRPr lang="de-DE" dirty="0"/>
          </a:p>
        </p:txBody>
      </p:sp>
      <p:sp>
        <p:nvSpPr>
          <p:cNvPr id="17" name="Freihandform: Form 16">
            <a:extLst>
              <a:ext uri="{FF2B5EF4-FFF2-40B4-BE49-F238E27FC236}">
                <a16:creationId xmlns:a16="http://schemas.microsoft.com/office/drawing/2014/main" id="{8D64D5E0-2538-6B3B-D0DC-925F4EB38474}"/>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8" name="Freihandform: Form 17">
            <a:extLst>
              <a:ext uri="{FF2B5EF4-FFF2-40B4-BE49-F238E27FC236}">
                <a16:creationId xmlns:a16="http://schemas.microsoft.com/office/drawing/2014/main" id="{F4CD40A2-0125-B400-4E9E-FF6A19107F53}"/>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9" name="Freihandform: Form 18">
            <a:extLst>
              <a:ext uri="{FF2B5EF4-FFF2-40B4-BE49-F238E27FC236}">
                <a16:creationId xmlns:a16="http://schemas.microsoft.com/office/drawing/2014/main" id="{FAFBD50A-A9B9-231A-F3DB-DC3833BE7C2E}"/>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0" name="Geschweifte Klammer links 19">
            <a:extLst>
              <a:ext uri="{FF2B5EF4-FFF2-40B4-BE49-F238E27FC236}">
                <a16:creationId xmlns:a16="http://schemas.microsoft.com/office/drawing/2014/main" id="{FE0B945A-B4EF-5636-F5C1-5D6B54396B6B}"/>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1" name="Textfeld 20">
            <a:extLst>
              <a:ext uri="{FF2B5EF4-FFF2-40B4-BE49-F238E27FC236}">
                <a16:creationId xmlns:a16="http://schemas.microsoft.com/office/drawing/2014/main" id="{84192500-1BB1-4378-D94F-97D87B9EF12C}"/>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07829AE1-5D7D-7A08-2F49-C17D0E3BD964}"/>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6B520065-995B-890C-6424-E6EFE88C08E6}"/>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4" name="Textfeld 23">
            <a:extLst>
              <a:ext uri="{FF2B5EF4-FFF2-40B4-BE49-F238E27FC236}">
                <a16:creationId xmlns:a16="http://schemas.microsoft.com/office/drawing/2014/main" id="{D128EA65-26A6-8847-5194-118CE580764C}"/>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A92CC317-FC8A-52E6-03FC-1D64400682B6}"/>
              </a:ext>
            </a:extLst>
          </p:cNvPr>
          <p:cNvSpPr/>
          <p:nvPr/>
        </p:nvSpPr>
        <p:spPr>
          <a:xfrm>
            <a:off x="10820400" y="2752969"/>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6815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24FD2FD-86CB-C573-21A3-AD6393FAFD7B}"/>
              </a:ext>
            </a:extLst>
          </p:cNvPr>
          <p:cNvSpPr>
            <a:spLocks noGrp="1"/>
          </p:cNvSpPr>
          <p:nvPr>
            <p:ph type="sldNum" sz="quarter" idx="12"/>
          </p:nvPr>
        </p:nvSpPr>
        <p:spPr/>
        <p:txBody>
          <a:bodyPr/>
          <a:lstStyle/>
          <a:p>
            <a:fld id="{D836C0FE-70CA-4950-82D6-CF602CC2B770}" type="slidenum">
              <a:rPr lang="en-GB" smtClean="0"/>
              <a:t>14</a:t>
            </a:fld>
            <a:endParaRPr lang="en-GB" dirty="0"/>
          </a:p>
        </p:txBody>
      </p:sp>
      <p:sp>
        <p:nvSpPr>
          <p:cNvPr id="3" name="Titel 2">
            <a:extLst>
              <a:ext uri="{FF2B5EF4-FFF2-40B4-BE49-F238E27FC236}">
                <a16:creationId xmlns:a16="http://schemas.microsoft.com/office/drawing/2014/main" id="{D29D2F8F-E682-DC9E-A160-D6452989CC34}"/>
              </a:ext>
            </a:extLst>
          </p:cNvPr>
          <p:cNvSpPr>
            <a:spLocks noGrp="1"/>
          </p:cNvSpPr>
          <p:nvPr>
            <p:ph type="title"/>
          </p:nvPr>
        </p:nvSpPr>
        <p:spPr/>
        <p:txBody>
          <a:bodyPr/>
          <a:lstStyle/>
          <a:p>
            <a:r>
              <a:rPr lang="en-GB" dirty="0"/>
              <a:t>Operationalise your structured Survey</a:t>
            </a:r>
          </a:p>
        </p:txBody>
      </p:sp>
      <p:pic>
        <p:nvPicPr>
          <p:cNvPr id="8" name="Content Placeholder 7">
            <a:extLst>
              <a:ext uri="{FF2B5EF4-FFF2-40B4-BE49-F238E27FC236}">
                <a16:creationId xmlns:a16="http://schemas.microsoft.com/office/drawing/2014/main" id="{A4611DC3-8E77-C5EC-E673-27650D622D2E}"/>
              </a:ext>
            </a:extLst>
          </p:cNvPr>
          <p:cNvPicPr>
            <a:picLocks noGrp="1" noChangeAspect="1"/>
          </p:cNvPicPr>
          <p:nvPr>
            <p:ph idx="1"/>
          </p:nvPr>
        </p:nvPicPr>
        <p:blipFill>
          <a:blip r:embed="rId2"/>
          <a:stretch>
            <a:fillRect/>
          </a:stretch>
        </p:blipFill>
        <p:spPr>
          <a:xfrm>
            <a:off x="1971463" y="1574691"/>
            <a:ext cx="8249074" cy="4267419"/>
          </a:xfrm>
        </p:spPr>
      </p:pic>
      <p:sp>
        <p:nvSpPr>
          <p:cNvPr id="5" name="Datumsplatzhalter 4">
            <a:extLst>
              <a:ext uri="{FF2B5EF4-FFF2-40B4-BE49-F238E27FC236}">
                <a16:creationId xmlns:a16="http://schemas.microsoft.com/office/drawing/2014/main" id="{6EDDE79E-EB36-B89E-C872-066B50825665}"/>
              </a:ext>
            </a:extLst>
          </p:cNvPr>
          <p:cNvSpPr>
            <a:spLocks noGrp="1"/>
          </p:cNvSpPr>
          <p:nvPr>
            <p:ph type="dt" sz="half" idx="10"/>
          </p:nvPr>
        </p:nvSpPr>
        <p:spPr/>
        <p:txBody>
          <a:bodyPr/>
          <a:lstStyle/>
          <a:p>
            <a:r>
              <a:rPr lang="en-GB" dirty="0"/>
              <a:t>(Saunders et al., 2023:510)</a:t>
            </a:r>
          </a:p>
        </p:txBody>
      </p:sp>
      <p:sp>
        <p:nvSpPr>
          <p:cNvPr id="6" name="Fußzeilenplatzhalter 5">
            <a:extLst>
              <a:ext uri="{FF2B5EF4-FFF2-40B4-BE49-F238E27FC236}">
                <a16:creationId xmlns:a16="http://schemas.microsoft.com/office/drawing/2014/main" id="{68C22269-3276-8ABB-5ABA-D204C9D19ECA}"/>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173507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5CAC9-F47B-F8E6-106E-ED84ABC95A73}"/>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E0FE2E1-56C8-6114-A54A-7DEC33FB1375}"/>
              </a:ext>
            </a:extLst>
          </p:cNvPr>
          <p:cNvSpPr>
            <a:spLocks noGrp="1"/>
          </p:cNvSpPr>
          <p:nvPr>
            <p:ph type="sldNum" sz="quarter" idx="12"/>
          </p:nvPr>
        </p:nvSpPr>
        <p:spPr/>
        <p:txBody>
          <a:bodyPr/>
          <a:lstStyle/>
          <a:p>
            <a:fld id="{D836C0FE-70CA-4950-82D6-CF602CC2B770}" type="slidenum">
              <a:rPr lang="en-GB" smtClean="0"/>
              <a:t>15</a:t>
            </a:fld>
            <a:endParaRPr lang="en-GB" dirty="0"/>
          </a:p>
        </p:txBody>
      </p:sp>
      <p:sp>
        <p:nvSpPr>
          <p:cNvPr id="3" name="Titel 2">
            <a:extLst>
              <a:ext uri="{FF2B5EF4-FFF2-40B4-BE49-F238E27FC236}">
                <a16:creationId xmlns:a16="http://schemas.microsoft.com/office/drawing/2014/main" id="{E54D1272-190E-87D7-F9A9-E0DBD4BB9EB8}"/>
              </a:ext>
            </a:extLst>
          </p:cNvPr>
          <p:cNvSpPr>
            <a:spLocks noGrp="1"/>
          </p:cNvSpPr>
          <p:nvPr>
            <p:ph type="title"/>
          </p:nvPr>
        </p:nvSpPr>
        <p:spPr/>
        <p:txBody>
          <a:bodyPr/>
          <a:lstStyle/>
          <a:p>
            <a:r>
              <a:rPr lang="en-GB" dirty="0"/>
              <a:t>Operationalise your structured Survey</a:t>
            </a:r>
          </a:p>
        </p:txBody>
      </p:sp>
      <p:pic>
        <p:nvPicPr>
          <p:cNvPr id="8" name="Content Placeholder 7">
            <a:extLst>
              <a:ext uri="{FF2B5EF4-FFF2-40B4-BE49-F238E27FC236}">
                <a16:creationId xmlns:a16="http://schemas.microsoft.com/office/drawing/2014/main" id="{FE5C0D0B-5EBE-4A0E-689F-EECB3C25353F}"/>
              </a:ext>
            </a:extLst>
          </p:cNvPr>
          <p:cNvPicPr>
            <a:picLocks noGrp="1" noChangeAspect="1"/>
          </p:cNvPicPr>
          <p:nvPr>
            <p:ph idx="1"/>
          </p:nvPr>
        </p:nvPicPr>
        <p:blipFill>
          <a:blip r:embed="rId2"/>
          <a:stretch>
            <a:fillRect/>
          </a:stretch>
        </p:blipFill>
        <p:spPr>
          <a:xfrm>
            <a:off x="1971463" y="1574691"/>
            <a:ext cx="8249074" cy="4267419"/>
          </a:xfrm>
        </p:spPr>
      </p:pic>
      <p:sp>
        <p:nvSpPr>
          <p:cNvPr id="5" name="Datumsplatzhalter 4">
            <a:extLst>
              <a:ext uri="{FF2B5EF4-FFF2-40B4-BE49-F238E27FC236}">
                <a16:creationId xmlns:a16="http://schemas.microsoft.com/office/drawing/2014/main" id="{F0D9263F-57FC-36B9-6B12-C9A5430822BC}"/>
              </a:ext>
            </a:extLst>
          </p:cNvPr>
          <p:cNvSpPr>
            <a:spLocks noGrp="1"/>
          </p:cNvSpPr>
          <p:nvPr>
            <p:ph type="dt" sz="half" idx="10"/>
          </p:nvPr>
        </p:nvSpPr>
        <p:spPr/>
        <p:txBody>
          <a:bodyPr/>
          <a:lstStyle/>
          <a:p>
            <a:r>
              <a:rPr lang="en-GB" dirty="0"/>
              <a:t>(Saunders et al., 2023:510)</a:t>
            </a:r>
          </a:p>
        </p:txBody>
      </p:sp>
      <p:sp>
        <p:nvSpPr>
          <p:cNvPr id="6" name="Fußzeilenplatzhalter 5">
            <a:extLst>
              <a:ext uri="{FF2B5EF4-FFF2-40B4-BE49-F238E27FC236}">
                <a16:creationId xmlns:a16="http://schemas.microsoft.com/office/drawing/2014/main" id="{68B78070-FE79-A846-F09F-A2DA415E7E09}"/>
              </a:ext>
            </a:extLst>
          </p:cNvPr>
          <p:cNvSpPr>
            <a:spLocks noGrp="1"/>
          </p:cNvSpPr>
          <p:nvPr>
            <p:ph type="ftr" sz="quarter" idx="11"/>
          </p:nvPr>
        </p:nvSpPr>
        <p:spPr/>
        <p:txBody>
          <a:bodyPr/>
          <a:lstStyle/>
          <a:p>
            <a:r>
              <a:rPr lang="en-GB" dirty="0"/>
              <a:t>KMH | IL Scientific Method</a:t>
            </a:r>
          </a:p>
        </p:txBody>
      </p:sp>
      <p:sp>
        <p:nvSpPr>
          <p:cNvPr id="4" name="Rechteck: abgerundete Ecken 3">
            <a:extLst>
              <a:ext uri="{FF2B5EF4-FFF2-40B4-BE49-F238E27FC236}">
                <a16:creationId xmlns:a16="http://schemas.microsoft.com/office/drawing/2014/main" id="{E090B814-368D-30D0-5E88-4504F846D13A}"/>
              </a:ext>
            </a:extLst>
          </p:cNvPr>
          <p:cNvSpPr/>
          <p:nvPr/>
        </p:nvSpPr>
        <p:spPr>
          <a:xfrm>
            <a:off x="1826986" y="3892550"/>
            <a:ext cx="3087914" cy="2140060"/>
          </a:xfrm>
          <a:prstGeom prst="roundRect">
            <a:avLst>
              <a:gd name="adj" fmla="val 1504"/>
            </a:avLst>
          </a:prstGeom>
          <a:noFill/>
          <a:ln w="76200">
            <a:solidFill>
              <a:srgbClr val="FF9E1B"/>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565709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1D98F-12B1-9FD8-D0AE-E802F4F31D03}"/>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5764B8FE-7D26-8717-A43F-740F58FFD802}"/>
              </a:ext>
            </a:extLst>
          </p:cNvPr>
          <p:cNvSpPr>
            <a:spLocks noGrp="1"/>
          </p:cNvSpPr>
          <p:nvPr>
            <p:ph type="sldNum" sz="quarter" idx="12"/>
          </p:nvPr>
        </p:nvSpPr>
        <p:spPr/>
        <p:txBody>
          <a:bodyPr/>
          <a:lstStyle/>
          <a:p>
            <a:fld id="{D836C0FE-70CA-4950-82D6-CF602CC2B770}" type="slidenum">
              <a:rPr lang="en-GB" smtClean="0"/>
              <a:t>16</a:t>
            </a:fld>
            <a:endParaRPr lang="en-GB" dirty="0"/>
          </a:p>
        </p:txBody>
      </p:sp>
      <p:sp>
        <p:nvSpPr>
          <p:cNvPr id="3" name="Titel 2">
            <a:extLst>
              <a:ext uri="{FF2B5EF4-FFF2-40B4-BE49-F238E27FC236}">
                <a16:creationId xmlns:a16="http://schemas.microsoft.com/office/drawing/2014/main" id="{C73C7BD4-823A-E05F-010E-5EC54FF45399}"/>
              </a:ext>
            </a:extLst>
          </p:cNvPr>
          <p:cNvSpPr>
            <a:spLocks noGrp="1"/>
          </p:cNvSpPr>
          <p:nvPr>
            <p:ph type="title"/>
          </p:nvPr>
        </p:nvSpPr>
        <p:spPr/>
        <p:txBody>
          <a:bodyPr/>
          <a:lstStyle/>
          <a:p>
            <a:r>
              <a:rPr lang="en-GB" dirty="0"/>
              <a:t>Operationalise your structured Survey</a:t>
            </a:r>
          </a:p>
        </p:txBody>
      </p:sp>
      <p:sp>
        <p:nvSpPr>
          <p:cNvPr id="4" name="Inhaltsplatzhalter 3">
            <a:extLst>
              <a:ext uri="{FF2B5EF4-FFF2-40B4-BE49-F238E27FC236}">
                <a16:creationId xmlns:a16="http://schemas.microsoft.com/office/drawing/2014/main" id="{7E7C6107-1D0C-8934-BF6E-9F602A2200F1}"/>
              </a:ext>
            </a:extLst>
          </p:cNvPr>
          <p:cNvSpPr>
            <a:spLocks noGrp="1"/>
          </p:cNvSpPr>
          <p:nvPr>
            <p:ph idx="1"/>
          </p:nvPr>
        </p:nvSpPr>
        <p:spPr/>
        <p:txBody>
          <a:bodyPr>
            <a:normAutofit/>
          </a:bodyPr>
          <a:lstStyle/>
          <a:p>
            <a:r>
              <a:rPr lang="en-GB" b="1" dirty="0"/>
              <a:t>Open questions: </a:t>
            </a:r>
            <a:r>
              <a:rPr lang="en-GB" dirty="0"/>
              <a:t>Answers </a:t>
            </a:r>
            <a:r>
              <a:rPr lang="en-GB" dirty="0">
                <a:solidFill>
                  <a:srgbClr val="E37823"/>
                </a:solidFill>
              </a:rPr>
              <a:t>"in own words“:</a:t>
            </a:r>
            <a:endParaRPr lang="en-GB" dirty="0"/>
          </a:p>
          <a:p>
            <a:pPr lvl="1"/>
            <a:r>
              <a:rPr lang="en-GB" dirty="0"/>
              <a:t>Useful: answer options not fully known; spontaneous answers</a:t>
            </a:r>
          </a:p>
          <a:p>
            <a:endParaRPr lang="en-GB" sz="900" b="1" dirty="0"/>
          </a:p>
          <a:p>
            <a:r>
              <a:rPr lang="en-GB" b="1" dirty="0"/>
              <a:t>Closed questions: </a:t>
            </a:r>
            <a:r>
              <a:rPr lang="en-GB" dirty="0"/>
              <a:t>Decision between predefined </a:t>
            </a:r>
            <a:r>
              <a:rPr lang="en-GB" dirty="0">
                <a:solidFill>
                  <a:srgbClr val="E37823"/>
                </a:solidFill>
              </a:rPr>
              <a:t>answer alternatives</a:t>
            </a:r>
          </a:p>
          <a:p>
            <a:pPr lvl="1"/>
            <a:r>
              <a:rPr lang="en-GB" dirty="0"/>
              <a:t>Useful: Comparability of answers</a:t>
            </a:r>
          </a:p>
          <a:p>
            <a:pPr lvl="2"/>
            <a:r>
              <a:rPr lang="en-GB" dirty="0"/>
              <a:t>Time and cost savings</a:t>
            </a:r>
          </a:p>
          <a:p>
            <a:pPr lvl="2"/>
            <a:r>
              <a:rPr lang="en-GB" dirty="0"/>
              <a:t>Formulation weaknesses among respondents</a:t>
            </a:r>
          </a:p>
          <a:p>
            <a:pPr lvl="2"/>
            <a:r>
              <a:rPr lang="en-GB" dirty="0"/>
              <a:t>Avoid excessive demands on the interviewer when taking notes</a:t>
            </a:r>
          </a:p>
        </p:txBody>
      </p:sp>
      <p:sp>
        <p:nvSpPr>
          <p:cNvPr id="5" name="Datumsplatzhalter 4">
            <a:extLst>
              <a:ext uri="{FF2B5EF4-FFF2-40B4-BE49-F238E27FC236}">
                <a16:creationId xmlns:a16="http://schemas.microsoft.com/office/drawing/2014/main" id="{7CF14C2C-7000-35F6-0EBE-40CFB20DCE6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FF4791F-4A9A-BC5C-CD48-E9C7F104E38F}"/>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3878963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319135D0-683E-74AF-F57B-5D34CC3904EF}"/>
              </a:ext>
            </a:extLst>
          </p:cNvPr>
          <p:cNvSpPr>
            <a:spLocks noGrp="1"/>
          </p:cNvSpPr>
          <p:nvPr>
            <p:ph type="sldNum" sz="quarter" idx="12"/>
          </p:nvPr>
        </p:nvSpPr>
        <p:spPr/>
        <p:txBody>
          <a:bodyPr/>
          <a:lstStyle/>
          <a:p>
            <a:fld id="{D836C0FE-70CA-4950-82D6-CF602CC2B770}" type="slidenum">
              <a:rPr lang="en-GB" smtClean="0"/>
              <a:t>17</a:t>
            </a:fld>
            <a:endParaRPr lang="en-GB" dirty="0"/>
          </a:p>
        </p:txBody>
      </p:sp>
      <p:sp>
        <p:nvSpPr>
          <p:cNvPr id="3" name="Titel 2">
            <a:extLst>
              <a:ext uri="{FF2B5EF4-FFF2-40B4-BE49-F238E27FC236}">
                <a16:creationId xmlns:a16="http://schemas.microsoft.com/office/drawing/2014/main" id="{5357A31A-F022-C1A5-3937-C9F6F756EBDC}"/>
              </a:ext>
            </a:extLst>
          </p:cNvPr>
          <p:cNvSpPr>
            <a:spLocks noGrp="1"/>
          </p:cNvSpPr>
          <p:nvPr>
            <p:ph type="title"/>
          </p:nvPr>
        </p:nvSpPr>
        <p:spPr/>
        <p:txBody>
          <a:bodyPr/>
          <a:lstStyle/>
          <a:p>
            <a:r>
              <a:rPr lang="en-GB" sz="2800" b="1" dirty="0"/>
              <a:t>Requirements for Response Categories:</a:t>
            </a:r>
            <a:br>
              <a:rPr lang="en-GB" sz="2800" b="1" dirty="0"/>
            </a:br>
            <a:endParaRPr lang="en-GB" dirty="0"/>
          </a:p>
        </p:txBody>
      </p:sp>
      <p:sp>
        <p:nvSpPr>
          <p:cNvPr id="4" name="Inhaltsplatzhalter 3">
            <a:extLst>
              <a:ext uri="{FF2B5EF4-FFF2-40B4-BE49-F238E27FC236}">
                <a16:creationId xmlns:a16="http://schemas.microsoft.com/office/drawing/2014/main" id="{FFB1DA1F-A1A8-85D7-A770-B1A4C6A10FD8}"/>
              </a:ext>
            </a:extLst>
          </p:cNvPr>
          <p:cNvSpPr>
            <a:spLocks noGrp="1"/>
          </p:cNvSpPr>
          <p:nvPr>
            <p:ph idx="1"/>
          </p:nvPr>
        </p:nvSpPr>
        <p:spPr>
          <a:xfrm>
            <a:off x="695324" y="1138518"/>
            <a:ext cx="10800675" cy="5025747"/>
          </a:xfrm>
        </p:spPr>
        <p:txBody>
          <a:bodyPr>
            <a:normAutofit/>
          </a:bodyPr>
          <a:lstStyle/>
          <a:p>
            <a:pPr>
              <a:lnSpc>
                <a:spcPct val="104000"/>
              </a:lnSpc>
              <a:spcBef>
                <a:spcPts val="600"/>
              </a:spcBef>
            </a:pPr>
            <a:r>
              <a:rPr lang="en-GB" sz="2000" b="1" dirty="0"/>
              <a:t>Exclusivity</a:t>
            </a:r>
            <a:r>
              <a:rPr lang="en-GB" sz="2000" dirty="0"/>
              <a:t> of the categories (→ multiple answers)</a:t>
            </a:r>
          </a:p>
          <a:p>
            <a:pPr lvl="1">
              <a:lnSpc>
                <a:spcPct val="104000"/>
              </a:lnSpc>
              <a:spcBef>
                <a:spcPts val="600"/>
              </a:spcBef>
            </a:pPr>
            <a:r>
              <a:rPr lang="en-GB" sz="2000" b="1" dirty="0"/>
              <a:t>Completeness</a:t>
            </a:r>
            <a:r>
              <a:rPr lang="en-GB" sz="2000" dirty="0"/>
              <a:t> of the categories </a:t>
            </a:r>
            <a:br>
              <a:rPr lang="en-GB" sz="2000" dirty="0"/>
            </a:br>
            <a:r>
              <a:rPr lang="en-GB" sz="1800" dirty="0">
                <a:solidFill>
                  <a:srgbClr val="E37823"/>
                </a:solidFill>
              </a:rPr>
              <a:t>"Remaining category" → Partially open or hybrid questions (additional work in evaluation)</a:t>
            </a:r>
            <a:endParaRPr lang="en-GB" sz="500" i="1" dirty="0">
              <a:latin typeface="Courier New" pitchFamily="49" charset="0"/>
              <a:cs typeface="Courier New" pitchFamily="49" charset="0"/>
            </a:endParaRPr>
          </a:p>
          <a:p>
            <a:pPr marL="714375" lvl="1" indent="0">
              <a:lnSpc>
                <a:spcPct val="104000"/>
              </a:lnSpc>
              <a:spcBef>
                <a:spcPts val="600"/>
              </a:spcBef>
              <a:buNone/>
            </a:pPr>
            <a:br>
              <a:rPr lang="en-GB" sz="300" i="1" dirty="0">
                <a:latin typeface="Courier New" pitchFamily="49" charset="0"/>
                <a:cs typeface="Courier New" pitchFamily="49" charset="0"/>
              </a:rPr>
            </a:br>
            <a:r>
              <a:rPr lang="en-GB" sz="1800" i="1" dirty="0">
                <a:latin typeface="Courier New" pitchFamily="49" charset="0"/>
                <a:cs typeface="Courier New" pitchFamily="49" charset="0"/>
              </a:rPr>
              <a:t>In your opinion, which natural hazards require action </a:t>
            </a:r>
            <a:br>
              <a:rPr lang="en-GB" sz="1800" i="1" dirty="0">
                <a:latin typeface="Courier New" pitchFamily="49" charset="0"/>
                <a:cs typeface="Courier New" pitchFamily="49" charset="0"/>
              </a:rPr>
            </a:br>
            <a:r>
              <a:rPr lang="en-GB" sz="1800" i="1" dirty="0">
                <a:latin typeface="Courier New" pitchFamily="49" charset="0"/>
                <a:cs typeface="Courier New" pitchFamily="49" charset="0"/>
              </a:rPr>
              <a:t>from local authorities?</a:t>
            </a:r>
            <a:br>
              <a:rPr lang="en-GB" sz="1800" b="1" i="1" dirty="0">
                <a:latin typeface="Courier New" pitchFamily="49" charset="0"/>
                <a:cs typeface="Courier New" pitchFamily="49" charset="0"/>
              </a:rPr>
            </a:br>
            <a:r>
              <a:rPr lang="en-GB" sz="1800" b="1" dirty="0">
                <a:sym typeface="Symbol"/>
              </a:rPr>
              <a:t> </a:t>
            </a:r>
            <a:r>
              <a:rPr lang="en-GB" sz="1800" i="1" dirty="0">
                <a:latin typeface="Courier New" pitchFamily="49" charset="0"/>
                <a:cs typeface="Courier New" pitchFamily="49" charset="0"/>
                <a:sym typeface="Symbol"/>
              </a:rPr>
              <a:t>Avalanches</a:t>
            </a:r>
            <a:br>
              <a:rPr lang="en-GB" sz="1800" i="1" dirty="0">
                <a:latin typeface="Courier New" pitchFamily="49" charset="0"/>
                <a:cs typeface="Courier New" pitchFamily="49" charset="0"/>
                <a:sym typeface="Symbol"/>
              </a:rPr>
            </a:br>
            <a:r>
              <a:rPr lang="en-GB" sz="1800" b="1" dirty="0">
                <a:sym typeface="Symbol"/>
              </a:rPr>
              <a:t> </a:t>
            </a:r>
            <a:r>
              <a:rPr lang="en-GB" sz="1800" i="1" dirty="0">
                <a:latin typeface="Courier New" pitchFamily="49" charset="0"/>
                <a:cs typeface="Courier New" pitchFamily="49" charset="0"/>
                <a:sym typeface="Symbol"/>
              </a:rPr>
              <a:t>Floods</a:t>
            </a:r>
            <a:br>
              <a:rPr lang="en-GB" sz="1800" i="1" dirty="0">
                <a:latin typeface="Courier New" pitchFamily="49" charset="0"/>
                <a:cs typeface="Courier New" pitchFamily="49" charset="0"/>
                <a:sym typeface="Symbol"/>
              </a:rPr>
            </a:br>
            <a:r>
              <a:rPr lang="en-GB" sz="1800" b="1" dirty="0">
                <a:sym typeface="Symbol"/>
              </a:rPr>
              <a:t> </a:t>
            </a:r>
            <a:r>
              <a:rPr lang="en-GB" sz="1800" i="1" dirty="0">
                <a:latin typeface="Courier New" pitchFamily="49" charset="0"/>
                <a:cs typeface="Courier New" pitchFamily="49" charset="0"/>
                <a:sym typeface="Symbol"/>
              </a:rPr>
              <a:t>Other ___________________________________</a:t>
            </a:r>
            <a:endParaRPr lang="en-GB" sz="1800" dirty="0">
              <a:solidFill>
                <a:srgbClr val="E37823"/>
              </a:solidFill>
            </a:endParaRPr>
          </a:p>
          <a:p>
            <a:pPr marL="914400" lvl="2" indent="0">
              <a:lnSpc>
                <a:spcPct val="104000"/>
              </a:lnSpc>
              <a:spcBef>
                <a:spcPts val="600"/>
              </a:spcBef>
              <a:buNone/>
            </a:pPr>
            <a:endParaRPr lang="en-GB" sz="900" dirty="0">
              <a:solidFill>
                <a:srgbClr val="E37823"/>
              </a:solidFill>
            </a:endParaRPr>
          </a:p>
          <a:p>
            <a:pPr lvl="1">
              <a:lnSpc>
                <a:spcPct val="104000"/>
              </a:lnSpc>
              <a:spcBef>
                <a:spcPts val="600"/>
              </a:spcBef>
            </a:pPr>
            <a:r>
              <a:rPr lang="en-GB" sz="2000" b="1" dirty="0"/>
              <a:t>Concretisation</a:t>
            </a:r>
            <a:r>
              <a:rPr lang="en-GB" sz="2000" dirty="0"/>
              <a:t> of categories</a:t>
            </a:r>
          </a:p>
          <a:p>
            <a:pPr lvl="2">
              <a:lnSpc>
                <a:spcPct val="104000"/>
              </a:lnSpc>
              <a:spcBef>
                <a:spcPts val="600"/>
              </a:spcBef>
            </a:pPr>
            <a:r>
              <a:rPr lang="en-GB" sz="1800" dirty="0"/>
              <a:t>The respondent must be able to assign categories to observable facts</a:t>
            </a:r>
          </a:p>
          <a:p>
            <a:pPr lvl="1">
              <a:lnSpc>
                <a:spcPct val="104000"/>
              </a:lnSpc>
              <a:spcBef>
                <a:spcPts val="600"/>
              </a:spcBef>
            </a:pPr>
            <a:r>
              <a:rPr lang="en-GB" sz="2000" b="1" dirty="0"/>
              <a:t>Limitation of the number </a:t>
            </a:r>
            <a:r>
              <a:rPr lang="en-GB" sz="2000" dirty="0"/>
              <a:t>of categories</a:t>
            </a:r>
          </a:p>
          <a:p>
            <a:pPr lvl="2">
              <a:lnSpc>
                <a:spcPct val="104000"/>
              </a:lnSpc>
            </a:pPr>
            <a:r>
              <a:rPr lang="en-GB" sz="1700" dirty="0"/>
              <a:t>5 to 7 categories</a:t>
            </a:r>
          </a:p>
        </p:txBody>
      </p:sp>
      <p:sp>
        <p:nvSpPr>
          <p:cNvPr id="5" name="Datumsplatzhalter 4">
            <a:extLst>
              <a:ext uri="{FF2B5EF4-FFF2-40B4-BE49-F238E27FC236}">
                <a16:creationId xmlns:a16="http://schemas.microsoft.com/office/drawing/2014/main" id="{4DA87D0B-FF26-0D43-3156-90A8CAF9AF5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79C12F2-B498-291B-CC64-D9DE05F350E7}"/>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1165692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5F415E1-5F7A-25A4-ACF2-C7110AAF42F2}"/>
              </a:ext>
            </a:extLst>
          </p:cNvPr>
          <p:cNvSpPr>
            <a:spLocks noGrp="1"/>
          </p:cNvSpPr>
          <p:nvPr>
            <p:ph type="sldNum" sz="quarter" idx="12"/>
          </p:nvPr>
        </p:nvSpPr>
        <p:spPr/>
        <p:txBody>
          <a:bodyPr/>
          <a:lstStyle/>
          <a:p>
            <a:fld id="{D836C0FE-70CA-4950-82D6-CF602CC2B770}" type="slidenum">
              <a:rPr lang="en-GB" smtClean="0"/>
              <a:t>18</a:t>
            </a:fld>
            <a:endParaRPr lang="en-GB" dirty="0"/>
          </a:p>
        </p:txBody>
      </p:sp>
      <p:sp>
        <p:nvSpPr>
          <p:cNvPr id="3" name="Titel 2">
            <a:extLst>
              <a:ext uri="{FF2B5EF4-FFF2-40B4-BE49-F238E27FC236}">
                <a16:creationId xmlns:a16="http://schemas.microsoft.com/office/drawing/2014/main" id="{A8E3C299-5F5C-778B-FEFF-802DD4FB466C}"/>
              </a:ext>
            </a:extLst>
          </p:cNvPr>
          <p:cNvSpPr>
            <a:spLocks noGrp="1"/>
          </p:cNvSpPr>
          <p:nvPr>
            <p:ph type="title"/>
          </p:nvPr>
        </p:nvSpPr>
        <p:spPr/>
        <p:txBody>
          <a:bodyPr/>
          <a:lstStyle/>
          <a:p>
            <a:r>
              <a:rPr lang="en-GB" dirty="0"/>
              <a:t>Often used: Scales for Intensities</a:t>
            </a:r>
          </a:p>
        </p:txBody>
      </p:sp>
      <p:sp>
        <p:nvSpPr>
          <p:cNvPr id="4" name="Inhaltsplatzhalter 3">
            <a:extLst>
              <a:ext uri="{FF2B5EF4-FFF2-40B4-BE49-F238E27FC236}">
                <a16:creationId xmlns:a16="http://schemas.microsoft.com/office/drawing/2014/main" id="{C434A017-3216-5CE0-0F1C-A9CBCE536FAE}"/>
              </a:ext>
            </a:extLst>
          </p:cNvPr>
          <p:cNvSpPr>
            <a:spLocks noGrp="1"/>
          </p:cNvSpPr>
          <p:nvPr>
            <p:ph idx="1"/>
          </p:nvPr>
        </p:nvSpPr>
        <p:spPr>
          <a:xfrm>
            <a:off x="695324" y="1278887"/>
            <a:ext cx="10800675" cy="4607472"/>
          </a:xfrm>
        </p:spPr>
        <p:txBody>
          <a:bodyPr>
            <a:normAutofit lnSpcReduction="10000"/>
          </a:bodyPr>
          <a:lstStyle/>
          <a:p>
            <a:pPr marL="0" indent="0">
              <a:spcBef>
                <a:spcPts val="1200"/>
              </a:spcBef>
              <a:spcAft>
                <a:spcPts val="600"/>
              </a:spcAft>
              <a:buNone/>
            </a:pPr>
            <a:r>
              <a:rPr lang="en-GB" sz="2800" b="1" dirty="0"/>
              <a:t>👉 tool for converting empirical facts into numerical facts</a:t>
            </a:r>
          </a:p>
          <a:p>
            <a:pPr>
              <a:spcBef>
                <a:spcPts val="1200"/>
              </a:spcBef>
              <a:spcAft>
                <a:spcPts val="600"/>
              </a:spcAft>
            </a:pPr>
            <a:r>
              <a:rPr lang="en-GB" b="1" dirty="0"/>
              <a:t>Measurement of frequencies:</a:t>
            </a:r>
            <a:br>
              <a:rPr lang="en-GB" dirty="0"/>
            </a:br>
            <a:r>
              <a:rPr lang="en-GB" sz="2400" dirty="0"/>
              <a:t>never - rarely - occasionally - frequently - always</a:t>
            </a:r>
          </a:p>
          <a:p>
            <a:pPr>
              <a:spcBef>
                <a:spcPts val="1200"/>
              </a:spcBef>
              <a:spcAft>
                <a:spcPts val="600"/>
              </a:spcAft>
            </a:pPr>
            <a:r>
              <a:rPr lang="en-GB" b="1" dirty="0"/>
              <a:t>Measurement of intensities:</a:t>
            </a:r>
            <a:br>
              <a:rPr lang="en-GB" dirty="0"/>
            </a:br>
            <a:r>
              <a:rPr lang="en-GB" sz="2400" dirty="0"/>
              <a:t>not at all - a little - moderately - predominantly - completely</a:t>
            </a:r>
            <a:endParaRPr lang="en-GB" dirty="0"/>
          </a:p>
          <a:p>
            <a:pPr>
              <a:spcBef>
                <a:spcPts val="1200"/>
              </a:spcBef>
              <a:spcAft>
                <a:spcPts val="600"/>
              </a:spcAft>
            </a:pPr>
            <a:r>
              <a:rPr lang="en-GB" b="1" dirty="0"/>
              <a:t>Measurement of probabilities:</a:t>
            </a:r>
            <a:br>
              <a:rPr lang="en-GB" dirty="0"/>
            </a:br>
            <a:r>
              <a:rPr lang="en-GB" sz="2400" dirty="0"/>
              <a:t>not at all - probably not - maybe - quite probably - definitely</a:t>
            </a:r>
          </a:p>
          <a:p>
            <a:pPr>
              <a:spcBef>
                <a:spcPts val="1200"/>
              </a:spcBef>
              <a:spcAft>
                <a:spcPts val="600"/>
              </a:spcAft>
            </a:pPr>
            <a:r>
              <a:rPr lang="en-GB" b="1" dirty="0"/>
              <a:t>Measurement of agreement ("Likert scale"):</a:t>
            </a:r>
            <a:br>
              <a:rPr lang="en-GB" dirty="0"/>
            </a:br>
            <a:r>
              <a:rPr lang="en-GB" sz="2400" dirty="0"/>
              <a:t>strongly agree - agree - neutral - tend to disagree – disagree    </a:t>
            </a:r>
            <a:endParaRPr lang="en-GB" dirty="0"/>
          </a:p>
        </p:txBody>
      </p:sp>
      <p:sp>
        <p:nvSpPr>
          <p:cNvPr id="5" name="Datumsplatzhalter 4">
            <a:extLst>
              <a:ext uri="{FF2B5EF4-FFF2-40B4-BE49-F238E27FC236}">
                <a16:creationId xmlns:a16="http://schemas.microsoft.com/office/drawing/2014/main" id="{81E3C16B-1800-F75B-649E-2A76C0D6EA2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F951F4C-020E-AA63-4155-1FD7B4831C6B}"/>
              </a:ext>
            </a:extLst>
          </p:cNvPr>
          <p:cNvSpPr>
            <a:spLocks noGrp="1"/>
          </p:cNvSpPr>
          <p:nvPr>
            <p:ph type="ftr" sz="quarter" idx="11"/>
          </p:nvPr>
        </p:nvSpPr>
        <p:spPr/>
        <p:txBody>
          <a:bodyPr/>
          <a:lstStyle/>
          <a:p>
            <a:r>
              <a:rPr lang="en-GB" dirty="0"/>
              <a:t>KMH | IL Scientific Method</a:t>
            </a:r>
          </a:p>
        </p:txBody>
      </p:sp>
      <p:sp>
        <p:nvSpPr>
          <p:cNvPr id="7" name="Rechteck 6">
            <a:extLst>
              <a:ext uri="{FF2B5EF4-FFF2-40B4-BE49-F238E27FC236}">
                <a16:creationId xmlns:a16="http://schemas.microsoft.com/office/drawing/2014/main" id="{534ACEEF-4370-FCEF-DB48-E3FF1375376F}"/>
              </a:ext>
            </a:extLst>
          </p:cNvPr>
          <p:cNvSpPr/>
          <p:nvPr/>
        </p:nvSpPr>
        <p:spPr>
          <a:xfrm>
            <a:off x="1950087" y="5808081"/>
            <a:ext cx="6843464" cy="369332"/>
          </a:xfrm>
          <a:prstGeom prst="rect">
            <a:avLst/>
          </a:prstGeom>
        </p:spPr>
        <p:txBody>
          <a:bodyPr wrap="square">
            <a:spAutoFit/>
          </a:bodyPr>
          <a:lstStyle/>
          <a:p>
            <a:r>
              <a:rPr lang="en-GB" b="1" dirty="0">
                <a:solidFill>
                  <a:srgbClr val="E37823"/>
                </a:solidFill>
              </a:rPr>
              <a:t>+2                     +1                    0 	                 +1                     +2</a:t>
            </a:r>
          </a:p>
        </p:txBody>
      </p:sp>
      <p:sp>
        <p:nvSpPr>
          <p:cNvPr id="8" name="Rechteck 7">
            <a:extLst>
              <a:ext uri="{FF2B5EF4-FFF2-40B4-BE49-F238E27FC236}">
                <a16:creationId xmlns:a16="http://schemas.microsoft.com/office/drawing/2014/main" id="{CAE91D12-604D-42EE-85C6-98B33AF42EC1}"/>
              </a:ext>
            </a:extLst>
          </p:cNvPr>
          <p:cNvSpPr/>
          <p:nvPr/>
        </p:nvSpPr>
        <p:spPr>
          <a:xfrm>
            <a:off x="1374023" y="2724161"/>
            <a:ext cx="6843464" cy="369332"/>
          </a:xfrm>
          <a:prstGeom prst="rect">
            <a:avLst/>
          </a:prstGeom>
        </p:spPr>
        <p:txBody>
          <a:bodyPr wrap="square">
            <a:spAutoFit/>
          </a:bodyPr>
          <a:lstStyle/>
          <a:p>
            <a:r>
              <a:rPr lang="en-GB" b="1" dirty="0">
                <a:solidFill>
                  <a:srgbClr val="E37823"/>
                </a:solidFill>
              </a:rPr>
              <a:t>  0          +1                   +2 	                 +3                       +4</a:t>
            </a:r>
          </a:p>
        </p:txBody>
      </p:sp>
      <p:sp>
        <p:nvSpPr>
          <p:cNvPr id="9" name="Rechteck 8">
            <a:extLst>
              <a:ext uri="{FF2B5EF4-FFF2-40B4-BE49-F238E27FC236}">
                <a16:creationId xmlns:a16="http://schemas.microsoft.com/office/drawing/2014/main" id="{221013AB-753A-7F59-44CA-02276C629171}"/>
              </a:ext>
            </a:extLst>
          </p:cNvPr>
          <p:cNvSpPr/>
          <p:nvPr/>
        </p:nvSpPr>
        <p:spPr>
          <a:xfrm>
            <a:off x="1399855" y="3729102"/>
            <a:ext cx="6843464" cy="369332"/>
          </a:xfrm>
          <a:prstGeom prst="rect">
            <a:avLst/>
          </a:prstGeom>
        </p:spPr>
        <p:txBody>
          <a:bodyPr wrap="square">
            <a:spAutoFit/>
          </a:bodyPr>
          <a:lstStyle/>
          <a:p>
            <a:r>
              <a:rPr lang="en-GB" b="1" dirty="0">
                <a:solidFill>
                  <a:srgbClr val="E37823"/>
                </a:solidFill>
              </a:rPr>
              <a:t>       0                +1                 +2 	                         +3                                       +4</a:t>
            </a:r>
          </a:p>
        </p:txBody>
      </p:sp>
      <p:sp>
        <p:nvSpPr>
          <p:cNvPr id="10" name="Rechteck 9">
            <a:extLst>
              <a:ext uri="{FF2B5EF4-FFF2-40B4-BE49-F238E27FC236}">
                <a16:creationId xmlns:a16="http://schemas.microsoft.com/office/drawing/2014/main" id="{665EEA2D-1D6D-47C3-61B1-4FF8F7A2F66C}"/>
              </a:ext>
            </a:extLst>
          </p:cNvPr>
          <p:cNvSpPr/>
          <p:nvPr/>
        </p:nvSpPr>
        <p:spPr>
          <a:xfrm>
            <a:off x="1374022" y="4737214"/>
            <a:ext cx="7631807" cy="369332"/>
          </a:xfrm>
          <a:prstGeom prst="rect">
            <a:avLst/>
          </a:prstGeom>
        </p:spPr>
        <p:txBody>
          <a:bodyPr wrap="square">
            <a:spAutoFit/>
          </a:bodyPr>
          <a:lstStyle/>
          <a:p>
            <a:r>
              <a:rPr lang="en-GB" b="1" dirty="0">
                <a:solidFill>
                  <a:srgbClr val="E37823"/>
                </a:solidFill>
              </a:rPr>
              <a:t>       0                          +1                    +2 	                         +3                       +4</a:t>
            </a:r>
          </a:p>
        </p:txBody>
      </p:sp>
    </p:spTree>
    <p:extLst>
      <p:ext uri="{BB962C8B-B14F-4D97-AF65-F5344CB8AC3E}">
        <p14:creationId xmlns:p14="http://schemas.microsoft.com/office/powerpoint/2010/main" val="226769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94744-9589-6586-90B7-5087BA24795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340732E-DD97-82BB-39E5-4C65B9E25907}"/>
              </a:ext>
            </a:extLst>
          </p:cNvPr>
          <p:cNvSpPr>
            <a:spLocks noGrp="1"/>
          </p:cNvSpPr>
          <p:nvPr>
            <p:ph type="sldNum" sz="quarter" idx="12"/>
          </p:nvPr>
        </p:nvSpPr>
        <p:spPr/>
        <p:txBody>
          <a:bodyPr/>
          <a:lstStyle/>
          <a:p>
            <a:fld id="{D836C0FE-70CA-4950-82D6-CF602CC2B770}" type="slidenum">
              <a:rPr lang="en-GB" smtClean="0"/>
              <a:t>19</a:t>
            </a:fld>
            <a:endParaRPr lang="en-GB" dirty="0"/>
          </a:p>
        </p:txBody>
      </p:sp>
      <p:sp>
        <p:nvSpPr>
          <p:cNvPr id="3" name="Titel 2">
            <a:extLst>
              <a:ext uri="{FF2B5EF4-FFF2-40B4-BE49-F238E27FC236}">
                <a16:creationId xmlns:a16="http://schemas.microsoft.com/office/drawing/2014/main" id="{646DC605-D606-FCCA-CA03-3521B1D6FD83}"/>
              </a:ext>
            </a:extLst>
          </p:cNvPr>
          <p:cNvSpPr>
            <a:spLocks noGrp="1"/>
          </p:cNvSpPr>
          <p:nvPr>
            <p:ph type="title"/>
          </p:nvPr>
        </p:nvSpPr>
        <p:spPr/>
        <p:txBody>
          <a:bodyPr/>
          <a:lstStyle/>
          <a:p>
            <a:r>
              <a:rPr lang="en-GB" dirty="0"/>
              <a:t>Often used: Scales for Intensities</a:t>
            </a:r>
          </a:p>
        </p:txBody>
      </p:sp>
      <p:sp>
        <p:nvSpPr>
          <p:cNvPr id="4" name="Inhaltsplatzhalter 3">
            <a:extLst>
              <a:ext uri="{FF2B5EF4-FFF2-40B4-BE49-F238E27FC236}">
                <a16:creationId xmlns:a16="http://schemas.microsoft.com/office/drawing/2014/main" id="{79DA9D92-4375-2A29-716A-E9C2457D7C9A}"/>
              </a:ext>
            </a:extLst>
          </p:cNvPr>
          <p:cNvSpPr>
            <a:spLocks noGrp="1"/>
          </p:cNvSpPr>
          <p:nvPr>
            <p:ph idx="1"/>
          </p:nvPr>
        </p:nvSpPr>
        <p:spPr>
          <a:xfrm>
            <a:off x="695324" y="1278887"/>
            <a:ext cx="10800675" cy="4607472"/>
          </a:xfrm>
        </p:spPr>
        <p:txBody>
          <a:bodyPr>
            <a:normAutofit lnSpcReduction="10000"/>
          </a:bodyPr>
          <a:lstStyle/>
          <a:p>
            <a:pPr marL="0" indent="0">
              <a:spcBef>
                <a:spcPts val="1200"/>
              </a:spcBef>
              <a:spcAft>
                <a:spcPts val="600"/>
              </a:spcAft>
              <a:buNone/>
            </a:pPr>
            <a:r>
              <a:rPr lang="en-GB" sz="2800" b="1" dirty="0"/>
              <a:t>👉 tool for converting empirical facts into numerical facts</a:t>
            </a:r>
          </a:p>
          <a:p>
            <a:pPr>
              <a:spcBef>
                <a:spcPts val="1200"/>
              </a:spcBef>
              <a:spcAft>
                <a:spcPts val="600"/>
              </a:spcAft>
            </a:pPr>
            <a:r>
              <a:rPr lang="en-GB" b="1" dirty="0"/>
              <a:t>Measurement of frequencies:</a:t>
            </a:r>
            <a:br>
              <a:rPr lang="en-GB" dirty="0"/>
            </a:br>
            <a:r>
              <a:rPr lang="en-GB" sz="2400" dirty="0"/>
              <a:t>never - rarely - occasionally - frequently - always</a:t>
            </a:r>
          </a:p>
          <a:p>
            <a:pPr>
              <a:spcBef>
                <a:spcPts val="1200"/>
              </a:spcBef>
              <a:spcAft>
                <a:spcPts val="600"/>
              </a:spcAft>
            </a:pPr>
            <a:r>
              <a:rPr lang="en-GB" b="1" dirty="0"/>
              <a:t>Measurement of intensities:</a:t>
            </a:r>
            <a:br>
              <a:rPr lang="en-GB" dirty="0"/>
            </a:br>
            <a:r>
              <a:rPr lang="en-GB" sz="2400" dirty="0"/>
              <a:t>not at all - a little - moderately - predominantly - completely</a:t>
            </a:r>
            <a:endParaRPr lang="en-GB" dirty="0"/>
          </a:p>
          <a:p>
            <a:pPr>
              <a:spcBef>
                <a:spcPts val="1200"/>
              </a:spcBef>
              <a:spcAft>
                <a:spcPts val="600"/>
              </a:spcAft>
            </a:pPr>
            <a:r>
              <a:rPr lang="en-GB" b="1" dirty="0"/>
              <a:t>Measurement of probabilities:</a:t>
            </a:r>
            <a:br>
              <a:rPr lang="en-GB" dirty="0"/>
            </a:br>
            <a:r>
              <a:rPr lang="en-GB" sz="2400" dirty="0"/>
              <a:t>not at all - probably not - maybe - quite probably - definitely</a:t>
            </a:r>
          </a:p>
          <a:p>
            <a:pPr>
              <a:spcBef>
                <a:spcPts val="1200"/>
              </a:spcBef>
              <a:spcAft>
                <a:spcPts val="600"/>
              </a:spcAft>
            </a:pPr>
            <a:r>
              <a:rPr lang="en-GB" b="1" dirty="0"/>
              <a:t>Measurement of agreement ("Likert scale"):</a:t>
            </a:r>
            <a:br>
              <a:rPr lang="en-GB" dirty="0"/>
            </a:br>
            <a:r>
              <a:rPr lang="en-GB" sz="2400" dirty="0"/>
              <a:t>strongly agree - agree - neutral - tend to disagree – disagree    </a:t>
            </a:r>
            <a:endParaRPr lang="en-GB" dirty="0"/>
          </a:p>
        </p:txBody>
      </p:sp>
      <p:sp>
        <p:nvSpPr>
          <p:cNvPr id="5" name="Datumsplatzhalter 4">
            <a:extLst>
              <a:ext uri="{FF2B5EF4-FFF2-40B4-BE49-F238E27FC236}">
                <a16:creationId xmlns:a16="http://schemas.microsoft.com/office/drawing/2014/main" id="{3589AF34-925E-E4FE-04EE-19077E64463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3E881A19-46C7-6471-00CE-51C8784D6F0B}"/>
              </a:ext>
            </a:extLst>
          </p:cNvPr>
          <p:cNvSpPr>
            <a:spLocks noGrp="1"/>
          </p:cNvSpPr>
          <p:nvPr>
            <p:ph type="ftr" sz="quarter" idx="11"/>
          </p:nvPr>
        </p:nvSpPr>
        <p:spPr/>
        <p:txBody>
          <a:bodyPr/>
          <a:lstStyle/>
          <a:p>
            <a:r>
              <a:rPr lang="en-GB" dirty="0"/>
              <a:t>KMH | IL Scientific Method</a:t>
            </a:r>
          </a:p>
        </p:txBody>
      </p:sp>
      <p:sp>
        <p:nvSpPr>
          <p:cNvPr id="7" name="Rechteck 6">
            <a:extLst>
              <a:ext uri="{FF2B5EF4-FFF2-40B4-BE49-F238E27FC236}">
                <a16:creationId xmlns:a16="http://schemas.microsoft.com/office/drawing/2014/main" id="{08F5DD14-E916-8AA4-7819-21F8400F5686}"/>
              </a:ext>
            </a:extLst>
          </p:cNvPr>
          <p:cNvSpPr/>
          <p:nvPr/>
        </p:nvSpPr>
        <p:spPr>
          <a:xfrm>
            <a:off x="1950087" y="5808081"/>
            <a:ext cx="6843464" cy="369332"/>
          </a:xfrm>
          <a:prstGeom prst="rect">
            <a:avLst/>
          </a:prstGeom>
        </p:spPr>
        <p:txBody>
          <a:bodyPr wrap="square">
            <a:spAutoFit/>
          </a:bodyPr>
          <a:lstStyle/>
          <a:p>
            <a:r>
              <a:rPr lang="en-GB" b="1" dirty="0">
                <a:solidFill>
                  <a:srgbClr val="E37823"/>
                </a:solidFill>
              </a:rPr>
              <a:t>+2                     +1                    0 	                 +1                     +2</a:t>
            </a:r>
          </a:p>
        </p:txBody>
      </p:sp>
      <p:sp>
        <p:nvSpPr>
          <p:cNvPr id="8" name="Rechteck 7">
            <a:extLst>
              <a:ext uri="{FF2B5EF4-FFF2-40B4-BE49-F238E27FC236}">
                <a16:creationId xmlns:a16="http://schemas.microsoft.com/office/drawing/2014/main" id="{284DBC75-25F2-1D32-A86A-2D383E190B1C}"/>
              </a:ext>
            </a:extLst>
          </p:cNvPr>
          <p:cNvSpPr/>
          <p:nvPr/>
        </p:nvSpPr>
        <p:spPr>
          <a:xfrm>
            <a:off x="1374023" y="2724161"/>
            <a:ext cx="6843464" cy="369332"/>
          </a:xfrm>
          <a:prstGeom prst="rect">
            <a:avLst/>
          </a:prstGeom>
        </p:spPr>
        <p:txBody>
          <a:bodyPr wrap="square">
            <a:spAutoFit/>
          </a:bodyPr>
          <a:lstStyle/>
          <a:p>
            <a:r>
              <a:rPr lang="en-GB" b="1" dirty="0">
                <a:solidFill>
                  <a:srgbClr val="E37823"/>
                </a:solidFill>
              </a:rPr>
              <a:t>  0          +1                   +2 	                 +3                       +4</a:t>
            </a:r>
          </a:p>
        </p:txBody>
      </p:sp>
      <p:sp>
        <p:nvSpPr>
          <p:cNvPr id="9" name="Rechteck 8">
            <a:extLst>
              <a:ext uri="{FF2B5EF4-FFF2-40B4-BE49-F238E27FC236}">
                <a16:creationId xmlns:a16="http://schemas.microsoft.com/office/drawing/2014/main" id="{75B95890-5B24-8871-4DD1-0FC54BD1BD22}"/>
              </a:ext>
            </a:extLst>
          </p:cNvPr>
          <p:cNvSpPr/>
          <p:nvPr/>
        </p:nvSpPr>
        <p:spPr>
          <a:xfrm>
            <a:off x="1399855" y="3729102"/>
            <a:ext cx="6843464" cy="369332"/>
          </a:xfrm>
          <a:prstGeom prst="rect">
            <a:avLst/>
          </a:prstGeom>
        </p:spPr>
        <p:txBody>
          <a:bodyPr wrap="square">
            <a:spAutoFit/>
          </a:bodyPr>
          <a:lstStyle/>
          <a:p>
            <a:r>
              <a:rPr lang="en-GB" b="1" dirty="0">
                <a:solidFill>
                  <a:srgbClr val="E37823"/>
                </a:solidFill>
              </a:rPr>
              <a:t>       0                +1                 +2 	                         +3                                       +4</a:t>
            </a:r>
          </a:p>
        </p:txBody>
      </p:sp>
      <p:sp>
        <p:nvSpPr>
          <p:cNvPr id="10" name="Rechteck 9">
            <a:extLst>
              <a:ext uri="{FF2B5EF4-FFF2-40B4-BE49-F238E27FC236}">
                <a16:creationId xmlns:a16="http://schemas.microsoft.com/office/drawing/2014/main" id="{195ED7E6-655F-66D6-379F-7461822ACFCA}"/>
              </a:ext>
            </a:extLst>
          </p:cNvPr>
          <p:cNvSpPr/>
          <p:nvPr/>
        </p:nvSpPr>
        <p:spPr>
          <a:xfrm>
            <a:off x="1374022" y="4737214"/>
            <a:ext cx="7631807" cy="369332"/>
          </a:xfrm>
          <a:prstGeom prst="rect">
            <a:avLst/>
          </a:prstGeom>
        </p:spPr>
        <p:txBody>
          <a:bodyPr wrap="square">
            <a:spAutoFit/>
          </a:bodyPr>
          <a:lstStyle/>
          <a:p>
            <a:r>
              <a:rPr lang="en-GB" b="1" dirty="0">
                <a:solidFill>
                  <a:srgbClr val="E37823"/>
                </a:solidFill>
              </a:rPr>
              <a:t>       0                          +1                    +2 	                         +3                       +4</a:t>
            </a:r>
          </a:p>
        </p:txBody>
      </p:sp>
      <p:sp>
        <p:nvSpPr>
          <p:cNvPr id="11" name="Rechteck 10">
            <a:extLst>
              <a:ext uri="{FF2B5EF4-FFF2-40B4-BE49-F238E27FC236}">
                <a16:creationId xmlns:a16="http://schemas.microsoft.com/office/drawing/2014/main" id="{13C20A5B-AFE2-6B2B-9208-7E2C67827159}"/>
              </a:ext>
            </a:extLst>
          </p:cNvPr>
          <p:cNvSpPr/>
          <p:nvPr/>
        </p:nvSpPr>
        <p:spPr>
          <a:xfrm>
            <a:off x="500514" y="1965812"/>
            <a:ext cx="11209386" cy="4182634"/>
          </a:xfrm>
          <a:prstGeom prst="rect">
            <a:avLst/>
          </a:prstGeom>
          <a:solidFill>
            <a:schemeClr val="bg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2" name="Abgerundetes Rechteck 11">
            <a:extLst>
              <a:ext uri="{FF2B5EF4-FFF2-40B4-BE49-F238E27FC236}">
                <a16:creationId xmlns:a16="http://schemas.microsoft.com/office/drawing/2014/main" id="{99FC6F31-AB6C-CCB3-A961-309063FCE5D4}"/>
              </a:ext>
            </a:extLst>
          </p:cNvPr>
          <p:cNvSpPr/>
          <p:nvPr/>
        </p:nvSpPr>
        <p:spPr>
          <a:xfrm>
            <a:off x="7931660" y="2696326"/>
            <a:ext cx="6120680" cy="1656184"/>
          </a:xfrm>
          <a:prstGeom prst="roundRect">
            <a:avLst/>
          </a:prstGeom>
          <a:solidFill>
            <a:schemeClr val="bg1"/>
          </a:solidFill>
          <a:ln>
            <a:solidFill>
              <a:srgbClr val="E37823"/>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pic>
        <p:nvPicPr>
          <p:cNvPr id="13" name="Picture 2">
            <a:extLst>
              <a:ext uri="{FF2B5EF4-FFF2-40B4-BE49-F238E27FC236}">
                <a16:creationId xmlns:a16="http://schemas.microsoft.com/office/drawing/2014/main" id="{2EDBCEAC-1EA2-9FD7-0086-02AE92CC465F}"/>
              </a:ext>
            </a:extLst>
          </p:cNvPr>
          <p:cNvPicPr>
            <a:picLocks noChangeAspect="1" noChangeArrowheads="1"/>
          </p:cNvPicPr>
          <p:nvPr/>
        </p:nvPicPr>
        <p:blipFill>
          <a:blip r:embed="rId2">
            <a:clrChange>
              <a:clrFrom>
                <a:srgbClr val="E9E9EA"/>
              </a:clrFrom>
              <a:clrTo>
                <a:srgbClr val="E9E9EA">
                  <a:alpha val="0"/>
                </a:srgbClr>
              </a:clrTo>
            </a:clrChange>
            <a:extLst>
              <a:ext uri="{28A0092B-C50C-407E-A947-70E740481C1C}">
                <a14:useLocalDpi xmlns:a14="http://schemas.microsoft.com/office/drawing/2010/main" val="0"/>
              </a:ext>
            </a:extLst>
          </a:blip>
          <a:srcRect/>
          <a:stretch>
            <a:fillRect/>
          </a:stretch>
        </p:blipFill>
        <p:spPr bwMode="auto">
          <a:xfrm>
            <a:off x="8291700" y="3029623"/>
            <a:ext cx="3171056" cy="77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hteck 13">
            <a:extLst>
              <a:ext uri="{FF2B5EF4-FFF2-40B4-BE49-F238E27FC236}">
                <a16:creationId xmlns:a16="http://schemas.microsoft.com/office/drawing/2014/main" id="{559C9D1B-CC63-D40C-FAE9-DA4C0C57CFBB}"/>
              </a:ext>
            </a:extLst>
          </p:cNvPr>
          <p:cNvSpPr/>
          <p:nvPr/>
        </p:nvSpPr>
        <p:spPr>
          <a:xfrm>
            <a:off x="8291700" y="3799737"/>
            <a:ext cx="3171056" cy="369332"/>
          </a:xfrm>
          <a:prstGeom prst="rect">
            <a:avLst/>
          </a:prstGeom>
        </p:spPr>
        <p:txBody>
          <a:bodyPr wrap="square">
            <a:spAutoFit/>
          </a:bodyPr>
          <a:lstStyle/>
          <a:p>
            <a:r>
              <a:rPr lang="en-GB" b="1" dirty="0">
                <a:solidFill>
                  <a:srgbClr val="E37823"/>
                </a:solidFill>
              </a:rPr>
              <a:t> +3      +2      +1     -1	       -2      -3</a:t>
            </a:r>
          </a:p>
        </p:txBody>
      </p:sp>
    </p:spTree>
    <p:extLst>
      <p:ext uri="{BB962C8B-B14F-4D97-AF65-F5344CB8AC3E}">
        <p14:creationId xmlns:p14="http://schemas.microsoft.com/office/powerpoint/2010/main" val="110853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63D9E4B-1623-D475-3268-D4549BBFDCA9}"/>
              </a:ext>
            </a:extLst>
          </p:cNvPr>
          <p:cNvSpPr>
            <a:spLocks noGrp="1"/>
          </p:cNvSpPr>
          <p:nvPr>
            <p:ph type="sldNum" sz="quarter" idx="12"/>
          </p:nvPr>
        </p:nvSpPr>
        <p:spPr/>
        <p:txBody>
          <a:bodyPr/>
          <a:lstStyle/>
          <a:p>
            <a:fld id="{D836C0FE-70CA-4950-82D6-CF602CC2B770}" type="slidenum">
              <a:rPr lang="en-GB" smtClean="0"/>
              <a:t>20</a:t>
            </a:fld>
            <a:endParaRPr lang="en-GB" dirty="0"/>
          </a:p>
        </p:txBody>
      </p:sp>
      <p:sp>
        <p:nvSpPr>
          <p:cNvPr id="3" name="Titel 2">
            <a:extLst>
              <a:ext uri="{FF2B5EF4-FFF2-40B4-BE49-F238E27FC236}">
                <a16:creationId xmlns:a16="http://schemas.microsoft.com/office/drawing/2014/main" id="{87FD1B83-BC82-6D31-FA1F-2E6D0DEEABD9}"/>
              </a:ext>
            </a:extLst>
          </p:cNvPr>
          <p:cNvSpPr>
            <a:spLocks noGrp="1"/>
          </p:cNvSpPr>
          <p:nvPr>
            <p:ph type="title"/>
          </p:nvPr>
        </p:nvSpPr>
        <p:spPr/>
        <p:txBody>
          <a:bodyPr/>
          <a:lstStyle/>
          <a:p>
            <a:r>
              <a:rPr lang="en-GB" dirty="0"/>
              <a:t>Some Suggestions for formulating Questions</a:t>
            </a:r>
          </a:p>
        </p:txBody>
      </p:sp>
      <p:sp>
        <p:nvSpPr>
          <p:cNvPr id="4" name="Inhaltsplatzhalter 3">
            <a:extLst>
              <a:ext uri="{FF2B5EF4-FFF2-40B4-BE49-F238E27FC236}">
                <a16:creationId xmlns:a16="http://schemas.microsoft.com/office/drawing/2014/main" id="{37FF909F-E709-0A23-DBD7-18B55FA83D2A}"/>
              </a:ext>
            </a:extLst>
          </p:cNvPr>
          <p:cNvSpPr>
            <a:spLocks noGrp="1"/>
          </p:cNvSpPr>
          <p:nvPr>
            <p:ph idx="1"/>
          </p:nvPr>
        </p:nvSpPr>
        <p:spPr>
          <a:xfrm>
            <a:off x="695324" y="1093694"/>
            <a:ext cx="10800675" cy="5070571"/>
          </a:xfrm>
        </p:spPr>
        <p:txBody>
          <a:bodyPr/>
          <a:lstStyle/>
          <a:p>
            <a:pPr>
              <a:lnSpc>
                <a:spcPct val="100000"/>
              </a:lnSpc>
              <a:spcBef>
                <a:spcPts val="800"/>
              </a:spcBef>
              <a:spcAft>
                <a:spcPts val="1200"/>
              </a:spcAft>
            </a:pPr>
            <a:r>
              <a:rPr lang="en-GB" b="1" dirty="0"/>
              <a:t>Simple formulations</a:t>
            </a:r>
            <a:r>
              <a:rPr lang="en-GB" dirty="0"/>
              <a:t>: no technical terms, no double negatives, etc.</a:t>
            </a:r>
          </a:p>
          <a:p>
            <a:pPr lvl="1">
              <a:lnSpc>
                <a:spcPct val="100000"/>
              </a:lnSpc>
              <a:spcBef>
                <a:spcPts val="800"/>
              </a:spcBef>
              <a:spcAft>
                <a:spcPts val="1200"/>
              </a:spcAft>
              <a:buNone/>
            </a:pPr>
            <a:r>
              <a:rPr lang="en-GB" sz="2000" i="1" dirty="0">
                <a:latin typeface="Courier New" pitchFamily="49" charset="0"/>
                <a:cs typeface="Courier New" pitchFamily="49" charset="0"/>
              </a:rPr>
              <a:t>"I don't like walking alone„</a:t>
            </a:r>
            <a:endParaRPr lang="en-GB" i="1" dirty="0">
              <a:latin typeface="Courier New" pitchFamily="49" charset="0"/>
              <a:cs typeface="Courier New" pitchFamily="49" charset="0"/>
            </a:endParaRPr>
          </a:p>
          <a:p>
            <a:pPr>
              <a:lnSpc>
                <a:spcPct val="100000"/>
              </a:lnSpc>
              <a:spcBef>
                <a:spcPts val="800"/>
              </a:spcBef>
              <a:spcAft>
                <a:spcPts val="1200"/>
              </a:spcAft>
            </a:pPr>
            <a:r>
              <a:rPr lang="en-GB" b="1" dirty="0"/>
              <a:t>Short &amp; straight </a:t>
            </a:r>
            <a:r>
              <a:rPr lang="en-GB" dirty="0"/>
              <a:t>questions</a:t>
            </a:r>
          </a:p>
          <a:p>
            <a:pPr lvl="1">
              <a:lnSpc>
                <a:spcPct val="100000"/>
              </a:lnSpc>
              <a:spcBef>
                <a:spcPts val="800"/>
              </a:spcBef>
              <a:spcAft>
                <a:spcPts val="1200"/>
              </a:spcAft>
            </a:pPr>
            <a:r>
              <a:rPr lang="en-GB" b="1" dirty="0"/>
              <a:t>Be specific</a:t>
            </a:r>
            <a:r>
              <a:rPr lang="en-GB" dirty="0"/>
              <a:t>:</a:t>
            </a:r>
            <a:r>
              <a:rPr lang="en-GB" b="1" dirty="0">
                <a:latin typeface="Courier New" pitchFamily="49" charset="0"/>
                <a:cs typeface="Courier New" pitchFamily="49" charset="0"/>
              </a:rPr>
              <a:t> </a:t>
            </a:r>
            <a:r>
              <a:rPr lang="en-GB" i="1" dirty="0">
                <a:latin typeface="Courier New" pitchFamily="49" charset="0"/>
                <a:cs typeface="Courier New" pitchFamily="49" charset="0"/>
              </a:rPr>
              <a:t>"the traffic situation"</a:t>
            </a:r>
          </a:p>
          <a:p>
            <a:pPr>
              <a:lnSpc>
                <a:spcPct val="100000"/>
              </a:lnSpc>
              <a:spcBef>
                <a:spcPts val="800"/>
              </a:spcBef>
              <a:spcAft>
                <a:spcPts val="1200"/>
              </a:spcAft>
            </a:pPr>
            <a:r>
              <a:rPr lang="en-GB" b="1" dirty="0"/>
              <a:t>(Miss-)Leading questions</a:t>
            </a:r>
            <a:r>
              <a:rPr lang="en-GB" dirty="0"/>
              <a:t> : </a:t>
            </a:r>
            <a:r>
              <a:rPr lang="en-GB" sz="2000" i="1" dirty="0">
                <a:latin typeface="Courier New" pitchFamily="49" charset="0"/>
                <a:cs typeface="Courier New" pitchFamily="49" charset="0"/>
              </a:rPr>
              <a:t>"Don't you also mean ..."</a:t>
            </a:r>
            <a:endParaRPr lang="en-GB" i="1" dirty="0">
              <a:latin typeface="Courier New" pitchFamily="49" charset="0"/>
              <a:cs typeface="Courier New" pitchFamily="49" charset="0"/>
            </a:endParaRPr>
          </a:p>
          <a:p>
            <a:pPr>
              <a:lnSpc>
                <a:spcPct val="100000"/>
              </a:lnSpc>
              <a:spcBef>
                <a:spcPts val="800"/>
              </a:spcBef>
              <a:spcAft>
                <a:spcPts val="1200"/>
              </a:spcAft>
            </a:pPr>
            <a:r>
              <a:rPr lang="en-GB" dirty="0"/>
              <a:t>Be careful* with emotionally </a:t>
            </a:r>
            <a:r>
              <a:rPr lang="en-GB" b="1" dirty="0"/>
              <a:t>"preloaded" </a:t>
            </a:r>
            <a:r>
              <a:rPr lang="en-GB" dirty="0"/>
              <a:t>terms</a:t>
            </a:r>
          </a:p>
          <a:p>
            <a:pPr>
              <a:lnSpc>
                <a:spcPct val="100000"/>
              </a:lnSpc>
              <a:spcBef>
                <a:spcPts val="800"/>
              </a:spcBef>
              <a:spcAft>
                <a:spcPts val="1200"/>
              </a:spcAft>
            </a:pPr>
            <a:r>
              <a:rPr lang="en-GB" dirty="0"/>
              <a:t>Avoid </a:t>
            </a:r>
            <a:r>
              <a:rPr lang="en-GB" b="1" dirty="0"/>
              <a:t>hypothetical questions</a:t>
            </a:r>
            <a:r>
              <a:rPr lang="en-GB" dirty="0"/>
              <a:t>: </a:t>
            </a:r>
            <a:r>
              <a:rPr lang="en-GB" sz="2000" i="1" dirty="0">
                <a:latin typeface="Courier New" pitchFamily="49" charset="0"/>
                <a:cs typeface="Courier New" pitchFamily="49" charset="0"/>
              </a:rPr>
              <a:t>"Suppose you had ..."</a:t>
            </a:r>
            <a:endParaRPr lang="en-GB" i="1" dirty="0">
              <a:latin typeface="Courier New" pitchFamily="49" charset="0"/>
              <a:cs typeface="Courier New" pitchFamily="49" charset="0"/>
            </a:endParaRPr>
          </a:p>
          <a:p>
            <a:pPr>
              <a:lnSpc>
                <a:spcPct val="100000"/>
              </a:lnSpc>
              <a:spcBef>
                <a:spcPts val="800"/>
              </a:spcBef>
              <a:spcAft>
                <a:spcPts val="1200"/>
              </a:spcAft>
            </a:pPr>
            <a:r>
              <a:rPr lang="en-GB" dirty="0"/>
              <a:t>Do </a:t>
            </a:r>
            <a:r>
              <a:rPr lang="en-GB" b="1" dirty="0"/>
              <a:t>not overwhelm </a:t>
            </a:r>
            <a:r>
              <a:rPr lang="en-GB" dirty="0"/>
              <a:t>respondents</a:t>
            </a:r>
            <a:r>
              <a:rPr lang="en-GB" b="1" dirty="0"/>
              <a:t> </a:t>
            </a:r>
            <a:r>
              <a:rPr lang="en-GB" dirty="0"/>
              <a:t>(e.g. percentages)</a:t>
            </a:r>
            <a:endParaRPr lang="en-GB" i="1" dirty="0"/>
          </a:p>
        </p:txBody>
      </p:sp>
      <p:sp>
        <p:nvSpPr>
          <p:cNvPr id="5" name="Datumsplatzhalter 4">
            <a:extLst>
              <a:ext uri="{FF2B5EF4-FFF2-40B4-BE49-F238E27FC236}">
                <a16:creationId xmlns:a16="http://schemas.microsoft.com/office/drawing/2014/main" id="{AD04B75A-C7F7-7D9A-37F0-4FAD29599CF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19DB931-E94D-63C2-85CE-8F25AB9BB729}"/>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3710087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07133-E473-D9BA-650E-59F715B69BB5}"/>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3C3A5CB-FA45-3F23-4EAE-B82EA09B10D9}"/>
              </a:ext>
            </a:extLst>
          </p:cNvPr>
          <p:cNvSpPr>
            <a:spLocks noGrp="1"/>
          </p:cNvSpPr>
          <p:nvPr>
            <p:ph type="sldNum" sz="quarter" idx="12"/>
          </p:nvPr>
        </p:nvSpPr>
        <p:spPr/>
        <p:txBody>
          <a:bodyPr/>
          <a:lstStyle/>
          <a:p>
            <a:fld id="{D836C0FE-70CA-4950-82D6-CF602CC2B770}" type="slidenum">
              <a:rPr lang="en-GB" smtClean="0"/>
              <a:t>21</a:t>
            </a:fld>
            <a:endParaRPr lang="en-GB" dirty="0"/>
          </a:p>
        </p:txBody>
      </p:sp>
      <p:sp>
        <p:nvSpPr>
          <p:cNvPr id="3" name="Titel 2">
            <a:extLst>
              <a:ext uri="{FF2B5EF4-FFF2-40B4-BE49-F238E27FC236}">
                <a16:creationId xmlns:a16="http://schemas.microsoft.com/office/drawing/2014/main" id="{C8CB6244-D8AF-EC18-C656-C72ABDBDE307}"/>
              </a:ext>
            </a:extLst>
          </p:cNvPr>
          <p:cNvSpPr>
            <a:spLocks noGrp="1"/>
          </p:cNvSpPr>
          <p:nvPr>
            <p:ph type="title"/>
          </p:nvPr>
        </p:nvSpPr>
        <p:spPr/>
        <p:txBody>
          <a:bodyPr/>
          <a:lstStyle/>
          <a:p>
            <a:r>
              <a:rPr lang="en-GB" dirty="0"/>
              <a:t>Some Suggestions for formulating Questions</a:t>
            </a:r>
          </a:p>
        </p:txBody>
      </p:sp>
      <p:sp>
        <p:nvSpPr>
          <p:cNvPr id="4" name="Inhaltsplatzhalter 3">
            <a:extLst>
              <a:ext uri="{FF2B5EF4-FFF2-40B4-BE49-F238E27FC236}">
                <a16:creationId xmlns:a16="http://schemas.microsoft.com/office/drawing/2014/main" id="{9ABE58E9-B54B-B83C-774D-47170743FADB}"/>
              </a:ext>
            </a:extLst>
          </p:cNvPr>
          <p:cNvSpPr>
            <a:spLocks noGrp="1"/>
          </p:cNvSpPr>
          <p:nvPr>
            <p:ph idx="1"/>
          </p:nvPr>
        </p:nvSpPr>
        <p:spPr>
          <a:xfrm>
            <a:off x="695324" y="1093694"/>
            <a:ext cx="10800675" cy="5070571"/>
          </a:xfrm>
        </p:spPr>
        <p:txBody>
          <a:bodyPr>
            <a:normAutofit/>
          </a:bodyPr>
          <a:lstStyle/>
          <a:p>
            <a:pPr>
              <a:lnSpc>
                <a:spcPct val="104000"/>
              </a:lnSpc>
              <a:spcBef>
                <a:spcPts val="1800"/>
              </a:spcBef>
            </a:pPr>
            <a:r>
              <a:rPr lang="en-GB" dirty="0"/>
              <a:t>questions: </a:t>
            </a:r>
            <a:r>
              <a:rPr lang="en-GB" b="1" dirty="0"/>
              <a:t>one-dimensional</a:t>
            </a:r>
            <a:endParaRPr lang="en-GB" dirty="0"/>
          </a:p>
          <a:p>
            <a:pPr marL="450850" lvl="1" indent="6350">
              <a:lnSpc>
                <a:spcPct val="104000"/>
              </a:lnSpc>
              <a:spcBef>
                <a:spcPts val="1800"/>
              </a:spcBef>
              <a:buNone/>
            </a:pPr>
            <a:r>
              <a:rPr lang="en-GB" sz="2000" i="1" dirty="0">
                <a:latin typeface="Courier New" pitchFamily="49" charset="0"/>
                <a:cs typeface="Courier New" pitchFamily="49" charset="0"/>
              </a:rPr>
              <a:t>"Are you in favour or against the expansion of XY to improve the traffic situation?"</a:t>
            </a:r>
          </a:p>
          <a:p>
            <a:pPr>
              <a:lnSpc>
                <a:spcPct val="104000"/>
              </a:lnSpc>
              <a:spcBef>
                <a:spcPts val="1800"/>
              </a:spcBef>
            </a:pPr>
            <a:r>
              <a:rPr lang="en-GB" dirty="0"/>
              <a:t>Questions on distances, frequencies, etc.:</a:t>
            </a:r>
            <a:br>
              <a:rPr lang="en-GB" dirty="0"/>
            </a:br>
            <a:r>
              <a:rPr lang="en-GB" dirty="0"/>
              <a:t> 👉provide categories with specified </a:t>
            </a:r>
            <a:r>
              <a:rPr lang="en-GB" b="1" dirty="0"/>
              <a:t>units</a:t>
            </a:r>
          </a:p>
          <a:p>
            <a:pPr lvl="1">
              <a:lnSpc>
                <a:spcPct val="104000"/>
              </a:lnSpc>
              <a:spcBef>
                <a:spcPts val="1800"/>
              </a:spcBef>
              <a:buNone/>
            </a:pPr>
            <a:r>
              <a:rPr lang="en-GB" sz="2000" i="1" dirty="0">
                <a:latin typeface="Courier New" pitchFamily="49" charset="0"/>
                <a:cs typeface="Courier New" pitchFamily="49" charset="0"/>
              </a:rPr>
              <a:t>"How often do you read a daily newspaper?"</a:t>
            </a:r>
          </a:p>
          <a:p>
            <a:pPr>
              <a:lnSpc>
                <a:spcPct val="104000"/>
              </a:lnSpc>
              <a:spcBef>
                <a:spcPts val="1800"/>
              </a:spcBef>
            </a:pPr>
            <a:r>
              <a:rPr lang="en-GB" dirty="0"/>
              <a:t>Number of answer categories = „</a:t>
            </a:r>
            <a:r>
              <a:rPr lang="en-GB" b="1" dirty="0"/>
              <a:t>manageable"</a:t>
            </a:r>
          </a:p>
          <a:p>
            <a:pPr lvl="1">
              <a:lnSpc>
                <a:spcPct val="104000"/>
              </a:lnSpc>
              <a:spcBef>
                <a:spcPts val="1800"/>
              </a:spcBef>
            </a:pPr>
            <a:r>
              <a:rPr lang="en-GB" dirty="0"/>
              <a:t>5 to 7 categories</a:t>
            </a:r>
          </a:p>
        </p:txBody>
      </p:sp>
      <p:sp>
        <p:nvSpPr>
          <p:cNvPr id="5" name="Datumsplatzhalter 4">
            <a:extLst>
              <a:ext uri="{FF2B5EF4-FFF2-40B4-BE49-F238E27FC236}">
                <a16:creationId xmlns:a16="http://schemas.microsoft.com/office/drawing/2014/main" id="{B60BF59C-18CF-66DB-7896-EAE055D5B76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FCEC12F5-615B-EA0C-CE91-F8FA81F79E0D}"/>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1633400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B667106-C267-5950-7E3C-185C153D6FAB}"/>
              </a:ext>
            </a:extLst>
          </p:cNvPr>
          <p:cNvSpPr>
            <a:spLocks noGrp="1"/>
          </p:cNvSpPr>
          <p:nvPr>
            <p:ph type="sldNum" sz="quarter" idx="12"/>
          </p:nvPr>
        </p:nvSpPr>
        <p:spPr/>
        <p:txBody>
          <a:bodyPr/>
          <a:lstStyle/>
          <a:p>
            <a:fld id="{D836C0FE-70CA-4950-82D6-CF602CC2B770}" type="slidenum">
              <a:rPr lang="en-GB" smtClean="0"/>
              <a:t>22</a:t>
            </a:fld>
            <a:endParaRPr lang="en-GB" dirty="0"/>
          </a:p>
        </p:txBody>
      </p:sp>
      <p:sp>
        <p:nvSpPr>
          <p:cNvPr id="3" name="Titel 2">
            <a:extLst>
              <a:ext uri="{FF2B5EF4-FFF2-40B4-BE49-F238E27FC236}">
                <a16:creationId xmlns:a16="http://schemas.microsoft.com/office/drawing/2014/main" id="{7CCDC45A-5723-3319-96AA-F55E4F1F7430}"/>
              </a:ext>
            </a:extLst>
          </p:cNvPr>
          <p:cNvSpPr>
            <a:spLocks noGrp="1"/>
          </p:cNvSpPr>
          <p:nvPr>
            <p:ph type="title"/>
          </p:nvPr>
        </p:nvSpPr>
        <p:spPr/>
        <p:txBody>
          <a:bodyPr/>
          <a:lstStyle/>
          <a:p>
            <a:r>
              <a:rPr lang="en-GB" dirty="0"/>
              <a:t>Order of Questions:</a:t>
            </a:r>
          </a:p>
        </p:txBody>
      </p:sp>
      <p:sp>
        <p:nvSpPr>
          <p:cNvPr id="4" name="Inhaltsplatzhalter 3">
            <a:extLst>
              <a:ext uri="{FF2B5EF4-FFF2-40B4-BE49-F238E27FC236}">
                <a16:creationId xmlns:a16="http://schemas.microsoft.com/office/drawing/2014/main" id="{51D4CE7F-DDE8-1C18-CB3C-4FB44741B1E9}"/>
              </a:ext>
            </a:extLst>
          </p:cNvPr>
          <p:cNvSpPr>
            <a:spLocks noGrp="1"/>
          </p:cNvSpPr>
          <p:nvPr>
            <p:ph idx="1"/>
          </p:nvPr>
        </p:nvSpPr>
        <p:spPr>
          <a:xfrm>
            <a:off x="695324" y="977153"/>
            <a:ext cx="10800675" cy="5187112"/>
          </a:xfrm>
        </p:spPr>
        <p:txBody>
          <a:bodyPr>
            <a:normAutofit/>
          </a:bodyPr>
          <a:lstStyle/>
          <a:p>
            <a:pPr marL="0" indent="0">
              <a:buNone/>
            </a:pPr>
            <a:r>
              <a:rPr lang="en-GB" dirty="0">
                <a:solidFill>
                  <a:schemeClr val="tx2"/>
                </a:solidFill>
              </a:rPr>
              <a:t> 👉 it depends on the respondents (panel or volunteers)</a:t>
            </a:r>
          </a:p>
          <a:p>
            <a:pPr>
              <a:spcAft>
                <a:spcPts val="200"/>
              </a:spcAft>
            </a:pPr>
            <a:r>
              <a:rPr lang="en-GB" b="1" dirty="0"/>
              <a:t>Introduction: </a:t>
            </a:r>
          </a:p>
          <a:p>
            <a:pPr lvl="1">
              <a:spcAft>
                <a:spcPts val="200"/>
              </a:spcAft>
            </a:pPr>
            <a:r>
              <a:rPr lang="en-GB" sz="2000" dirty="0"/>
              <a:t>Make the benefits &amp; purpose of the survey clear</a:t>
            </a:r>
          </a:p>
          <a:p>
            <a:pPr>
              <a:spcAft>
                <a:spcPts val="200"/>
              </a:spcAft>
            </a:pPr>
            <a:r>
              <a:rPr lang="en-GB" b="1" dirty="0"/>
              <a:t>Icebreaker questions: </a:t>
            </a:r>
            <a:r>
              <a:rPr lang="en-GB" dirty="0"/>
              <a:t>simple questions for introduction</a:t>
            </a:r>
          </a:p>
          <a:p>
            <a:pPr lvl="1">
              <a:spcAft>
                <a:spcPts val="200"/>
              </a:spcAft>
            </a:pPr>
            <a:r>
              <a:rPr lang="en-GB" sz="2000" dirty="0"/>
              <a:t>Easy to answer &amp; arouse interest</a:t>
            </a:r>
          </a:p>
          <a:p>
            <a:pPr>
              <a:spcAft>
                <a:spcPts val="200"/>
              </a:spcAft>
            </a:pPr>
            <a:r>
              <a:rPr lang="en-GB" b="1" dirty="0"/>
              <a:t>Main part: </a:t>
            </a:r>
            <a:r>
              <a:rPr lang="en-GB" dirty="0"/>
              <a:t>core questions on content</a:t>
            </a:r>
          </a:p>
          <a:p>
            <a:pPr lvl="1">
              <a:spcAft>
                <a:spcPts val="200"/>
              </a:spcAft>
            </a:pPr>
            <a:r>
              <a:rPr lang="en-GB" sz="2000" dirty="0"/>
              <a:t>Difficult or monotonous questions (blocks)</a:t>
            </a:r>
          </a:p>
          <a:p>
            <a:pPr lvl="1">
              <a:spcAft>
                <a:spcPts val="200"/>
              </a:spcAft>
            </a:pPr>
            <a:r>
              <a:rPr lang="en-GB" sz="2000" dirty="0"/>
              <a:t>Funnelling: From the general to the </a:t>
            </a:r>
            <a:r>
              <a:rPr lang="en-GB" sz="2000" dirty="0" err="1"/>
              <a:t>specifi</a:t>
            </a:r>
            <a:endParaRPr lang="en-GB" sz="2000" dirty="0"/>
          </a:p>
          <a:p>
            <a:pPr>
              <a:spcAft>
                <a:spcPts val="200"/>
              </a:spcAft>
            </a:pPr>
            <a:r>
              <a:rPr lang="en-GB" sz="2000" b="1" dirty="0"/>
              <a:t>End:</a:t>
            </a:r>
          </a:p>
          <a:p>
            <a:pPr lvl="1">
              <a:spcAft>
                <a:spcPts val="200"/>
              </a:spcAft>
            </a:pPr>
            <a:r>
              <a:rPr lang="en-GB" sz="1800" b="1" dirty="0"/>
              <a:t>Demographic</a:t>
            </a:r>
            <a:r>
              <a:rPr lang="en-GB" sz="1800" dirty="0"/>
              <a:t> characteristics</a:t>
            </a:r>
          </a:p>
        </p:txBody>
      </p:sp>
      <p:sp>
        <p:nvSpPr>
          <p:cNvPr id="5" name="Datumsplatzhalter 4">
            <a:extLst>
              <a:ext uri="{FF2B5EF4-FFF2-40B4-BE49-F238E27FC236}">
                <a16:creationId xmlns:a16="http://schemas.microsoft.com/office/drawing/2014/main" id="{464C359F-6D26-0043-6638-C94D887FB1A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9A014CC-B170-ECFC-FC13-A16C1FBD41F5}"/>
              </a:ext>
            </a:extLst>
          </p:cNvPr>
          <p:cNvSpPr>
            <a:spLocks noGrp="1"/>
          </p:cNvSpPr>
          <p:nvPr>
            <p:ph type="ftr" sz="quarter" idx="11"/>
          </p:nvPr>
        </p:nvSpPr>
        <p:spPr/>
        <p:txBody>
          <a:bodyPr/>
          <a:lstStyle/>
          <a:p>
            <a:r>
              <a:rPr lang="en-GB" dirty="0"/>
              <a:t>KMH | IL Scientific Method</a:t>
            </a:r>
          </a:p>
        </p:txBody>
      </p:sp>
      <p:sp>
        <p:nvSpPr>
          <p:cNvPr id="7" name="Geschweifte Klammer rechts 6">
            <a:extLst>
              <a:ext uri="{FF2B5EF4-FFF2-40B4-BE49-F238E27FC236}">
                <a16:creationId xmlns:a16="http://schemas.microsoft.com/office/drawing/2014/main" id="{06489D6D-DFE4-50CC-7F41-C90DA8E7007B}"/>
              </a:ext>
            </a:extLst>
          </p:cNvPr>
          <p:cNvSpPr/>
          <p:nvPr/>
        </p:nvSpPr>
        <p:spPr>
          <a:xfrm>
            <a:off x="7494494" y="1891553"/>
            <a:ext cx="1066800" cy="3989294"/>
          </a:xfrm>
          <a:prstGeom prst="rightBrace">
            <a:avLst>
              <a:gd name="adj1" fmla="val 36064"/>
              <a:gd name="adj2" fmla="val 50000"/>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dirty="0"/>
          </a:p>
        </p:txBody>
      </p:sp>
      <p:sp>
        <p:nvSpPr>
          <p:cNvPr id="8" name="Textfeld 7">
            <a:extLst>
              <a:ext uri="{FF2B5EF4-FFF2-40B4-BE49-F238E27FC236}">
                <a16:creationId xmlns:a16="http://schemas.microsoft.com/office/drawing/2014/main" id="{4F1557A1-07A7-E7C0-DFF8-8995B4942DA5}"/>
              </a:ext>
            </a:extLst>
          </p:cNvPr>
          <p:cNvSpPr txBox="1"/>
          <p:nvPr/>
        </p:nvSpPr>
        <p:spPr>
          <a:xfrm>
            <a:off x="8749554" y="3361765"/>
            <a:ext cx="3173506" cy="959430"/>
          </a:xfrm>
          <a:prstGeom prst="rect">
            <a:avLst/>
          </a:prstGeom>
          <a:noFill/>
        </p:spPr>
        <p:txBody>
          <a:bodyPr wrap="square" lIns="0" tIns="0" rIns="0" bIns="0" rtlCol="0">
            <a:spAutoFit/>
          </a:bodyPr>
          <a:lstStyle/>
          <a:p>
            <a:pPr algn="l">
              <a:lnSpc>
                <a:spcPct val="120000"/>
              </a:lnSpc>
              <a:spcBef>
                <a:spcPts val="800"/>
              </a:spcBef>
            </a:pPr>
            <a:r>
              <a:rPr lang="en-GB" sz="2400" b="1" dirty="0">
                <a:solidFill>
                  <a:schemeClr val="tx2"/>
                </a:solidFill>
              </a:rPr>
              <a:t>Length:</a:t>
            </a:r>
          </a:p>
          <a:p>
            <a:pPr algn="l">
              <a:lnSpc>
                <a:spcPct val="120000"/>
              </a:lnSpc>
              <a:spcBef>
                <a:spcPts val="800"/>
              </a:spcBef>
            </a:pPr>
            <a:r>
              <a:rPr lang="en-GB" sz="2400" dirty="0">
                <a:solidFill>
                  <a:schemeClr val="tx2"/>
                </a:solidFill>
              </a:rPr>
              <a:t>Rule of Thumb: &lt; 15 min.</a:t>
            </a:r>
          </a:p>
        </p:txBody>
      </p:sp>
    </p:spTree>
    <p:extLst>
      <p:ext uri="{BB962C8B-B14F-4D97-AF65-F5344CB8AC3E}">
        <p14:creationId xmlns:p14="http://schemas.microsoft.com/office/powerpoint/2010/main" val="36564406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F9DF9-C24F-D559-B51E-5FA3C242A427}"/>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F58F5F1-6B22-E618-6360-463E76783426}"/>
              </a:ext>
            </a:extLst>
          </p:cNvPr>
          <p:cNvSpPr>
            <a:spLocks noGrp="1"/>
          </p:cNvSpPr>
          <p:nvPr>
            <p:ph type="sldNum" sz="quarter" idx="12"/>
          </p:nvPr>
        </p:nvSpPr>
        <p:spPr/>
        <p:txBody>
          <a:bodyPr/>
          <a:lstStyle/>
          <a:p>
            <a:fld id="{D836C0FE-70CA-4950-82D6-CF602CC2B770}" type="slidenum">
              <a:rPr lang="de-DE" smtClean="0"/>
              <a:t>23</a:t>
            </a:fld>
            <a:endParaRPr lang="de-DE" dirty="0"/>
          </a:p>
        </p:txBody>
      </p:sp>
      <p:sp>
        <p:nvSpPr>
          <p:cNvPr id="3" name="Titel 2">
            <a:extLst>
              <a:ext uri="{FF2B5EF4-FFF2-40B4-BE49-F238E27FC236}">
                <a16:creationId xmlns:a16="http://schemas.microsoft.com/office/drawing/2014/main" id="{5EEB40E4-3D1B-5FD8-B1F1-28EC244FF052}"/>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8AF925A0-DF0D-D346-1AFE-4CF033BE5F38}"/>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0CAD147B-1559-E063-62B2-9D5E6913A982}"/>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4A481B2D-A43A-9EF9-A847-E6A871E79364}"/>
              </a:ext>
            </a:extLst>
          </p:cNvPr>
          <p:cNvSpPr>
            <a:spLocks noGrp="1"/>
          </p:cNvSpPr>
          <p:nvPr>
            <p:ph type="ftr" sz="quarter" idx="11"/>
          </p:nvPr>
        </p:nvSpPr>
        <p:spPr/>
        <p:txBody>
          <a:bodyPr/>
          <a:lstStyle/>
          <a:p>
            <a:r>
              <a:rPr lang="de-DE"/>
              <a:t>KMH | IL Scientific Method</a:t>
            </a:r>
            <a:endParaRPr lang="de-DE" dirty="0"/>
          </a:p>
        </p:txBody>
      </p:sp>
      <p:sp>
        <p:nvSpPr>
          <p:cNvPr id="17" name="Freihandform: Form 16">
            <a:extLst>
              <a:ext uri="{FF2B5EF4-FFF2-40B4-BE49-F238E27FC236}">
                <a16:creationId xmlns:a16="http://schemas.microsoft.com/office/drawing/2014/main" id="{C363D966-3264-E768-D218-36FC87EE5406}"/>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8" name="Freihandform: Form 17">
            <a:extLst>
              <a:ext uri="{FF2B5EF4-FFF2-40B4-BE49-F238E27FC236}">
                <a16:creationId xmlns:a16="http://schemas.microsoft.com/office/drawing/2014/main" id="{407E1938-75AB-6D45-3184-BF6EF10E974F}"/>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9" name="Freihandform: Form 18">
            <a:extLst>
              <a:ext uri="{FF2B5EF4-FFF2-40B4-BE49-F238E27FC236}">
                <a16:creationId xmlns:a16="http://schemas.microsoft.com/office/drawing/2014/main" id="{D4B31842-FA30-8958-4443-4EBA7BB01823}"/>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0" name="Geschweifte Klammer links 19">
            <a:extLst>
              <a:ext uri="{FF2B5EF4-FFF2-40B4-BE49-F238E27FC236}">
                <a16:creationId xmlns:a16="http://schemas.microsoft.com/office/drawing/2014/main" id="{03A106BC-2E38-9EA7-AF36-6B3D70E3BE03}"/>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1" name="Textfeld 20">
            <a:extLst>
              <a:ext uri="{FF2B5EF4-FFF2-40B4-BE49-F238E27FC236}">
                <a16:creationId xmlns:a16="http://schemas.microsoft.com/office/drawing/2014/main" id="{C8F4E585-4487-DE51-A36D-954D28343D7C}"/>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E8D3A774-31A5-5622-1C6F-DA22A6D2CA5E}"/>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CBA2D35B-ED49-5459-F967-791AD538D309}"/>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4" name="Textfeld 23">
            <a:extLst>
              <a:ext uri="{FF2B5EF4-FFF2-40B4-BE49-F238E27FC236}">
                <a16:creationId xmlns:a16="http://schemas.microsoft.com/office/drawing/2014/main" id="{C1B437E4-D529-A7B8-23E2-2DD6F79E2800}"/>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887DF648-DC05-00BB-977C-20E4ED54F34D}"/>
              </a:ext>
            </a:extLst>
          </p:cNvPr>
          <p:cNvSpPr/>
          <p:nvPr/>
        </p:nvSpPr>
        <p:spPr>
          <a:xfrm>
            <a:off x="10820400" y="3348930"/>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3891496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12F9626-0996-0BEA-1771-5BC463D071A8}"/>
              </a:ext>
            </a:extLst>
          </p:cNvPr>
          <p:cNvSpPr>
            <a:spLocks noGrp="1"/>
          </p:cNvSpPr>
          <p:nvPr>
            <p:ph type="sldNum" sz="quarter" idx="12"/>
          </p:nvPr>
        </p:nvSpPr>
        <p:spPr/>
        <p:txBody>
          <a:bodyPr/>
          <a:lstStyle/>
          <a:p>
            <a:fld id="{D836C0FE-70CA-4950-82D6-CF602CC2B770}" type="slidenum">
              <a:rPr lang="en-GB" smtClean="0"/>
              <a:t>24</a:t>
            </a:fld>
            <a:endParaRPr lang="en-GB" dirty="0"/>
          </a:p>
        </p:txBody>
      </p:sp>
      <p:sp>
        <p:nvSpPr>
          <p:cNvPr id="3" name="Titel 2">
            <a:extLst>
              <a:ext uri="{FF2B5EF4-FFF2-40B4-BE49-F238E27FC236}">
                <a16:creationId xmlns:a16="http://schemas.microsoft.com/office/drawing/2014/main" id="{12111E1A-04AD-C547-FFAF-8EEE3EBE345C}"/>
              </a:ext>
            </a:extLst>
          </p:cNvPr>
          <p:cNvSpPr>
            <a:spLocks noGrp="1"/>
          </p:cNvSpPr>
          <p:nvPr>
            <p:ph type="title"/>
          </p:nvPr>
        </p:nvSpPr>
        <p:spPr/>
        <p:txBody>
          <a:bodyPr/>
          <a:lstStyle/>
          <a:p>
            <a:r>
              <a:rPr lang="en-GB" dirty="0"/>
              <a:t>Why is Sampling important?</a:t>
            </a:r>
          </a:p>
        </p:txBody>
      </p:sp>
      <p:sp>
        <p:nvSpPr>
          <p:cNvPr id="4" name="Inhaltsplatzhalter 3">
            <a:extLst>
              <a:ext uri="{FF2B5EF4-FFF2-40B4-BE49-F238E27FC236}">
                <a16:creationId xmlns:a16="http://schemas.microsoft.com/office/drawing/2014/main" id="{AE7ADFCD-C2BC-ACE7-0F19-5AECCCC9A3C1}"/>
              </a:ext>
            </a:extLst>
          </p:cNvPr>
          <p:cNvSpPr>
            <a:spLocks noGrp="1"/>
          </p:cNvSpPr>
          <p:nvPr>
            <p:ph idx="1"/>
          </p:nvPr>
        </p:nvSpPr>
        <p:spPr>
          <a:xfrm>
            <a:off x="695325" y="1556793"/>
            <a:ext cx="5510742" cy="4607472"/>
          </a:xfrm>
        </p:spPr>
        <p:txBody>
          <a:bodyPr>
            <a:normAutofit/>
          </a:bodyPr>
          <a:lstStyle/>
          <a:p>
            <a:pPr>
              <a:lnSpc>
                <a:spcPct val="104000"/>
              </a:lnSpc>
              <a:spcAft>
                <a:spcPts val="1800"/>
              </a:spcAft>
            </a:pPr>
            <a:r>
              <a:rPr lang="en-GB" sz="2400" b="1" dirty="0"/>
              <a:t>"Representative":</a:t>
            </a:r>
          </a:p>
          <a:p>
            <a:pPr lvl="1">
              <a:lnSpc>
                <a:spcPct val="104000"/>
              </a:lnSpc>
              <a:spcAft>
                <a:spcPts val="1800"/>
              </a:spcAft>
            </a:pPr>
            <a:r>
              <a:rPr lang="en-GB" dirty="0"/>
              <a:t>every element of the population → equal chance of being included in the sample</a:t>
            </a:r>
          </a:p>
          <a:p>
            <a:pPr lvl="1">
              <a:lnSpc>
                <a:spcPct val="104000"/>
              </a:lnSpc>
              <a:spcAft>
                <a:spcPts val="1800"/>
              </a:spcAft>
            </a:pPr>
            <a:r>
              <a:rPr lang="en-GB" b="1" dirty="0">
                <a:solidFill>
                  <a:srgbClr val="E37823"/>
                </a:solidFill>
              </a:rPr>
              <a:t>👉 structural equality = frequency distribution of "important" characteristics in the population exactly reproduced</a:t>
            </a:r>
            <a:endParaRPr lang="en-GB" sz="1000" b="1" dirty="0">
              <a:solidFill>
                <a:srgbClr val="E37823"/>
              </a:solidFill>
            </a:endParaRPr>
          </a:p>
          <a:p>
            <a:pPr lvl="1">
              <a:lnSpc>
                <a:spcPct val="104000"/>
              </a:lnSpc>
              <a:spcAft>
                <a:spcPts val="1800"/>
              </a:spcAft>
            </a:pPr>
            <a:r>
              <a:rPr lang="en-GB" sz="2400" dirty="0"/>
              <a:t>Prerequisite for drawing conclusions about the population (e.g. ranges)</a:t>
            </a:r>
          </a:p>
        </p:txBody>
      </p:sp>
      <p:sp>
        <p:nvSpPr>
          <p:cNvPr id="5" name="Datumsplatzhalter 4">
            <a:extLst>
              <a:ext uri="{FF2B5EF4-FFF2-40B4-BE49-F238E27FC236}">
                <a16:creationId xmlns:a16="http://schemas.microsoft.com/office/drawing/2014/main" id="{E135704C-162E-B312-D1A0-CEC889A4411E}"/>
              </a:ext>
            </a:extLst>
          </p:cNvPr>
          <p:cNvSpPr>
            <a:spLocks noGrp="1"/>
          </p:cNvSpPr>
          <p:nvPr>
            <p:ph type="dt" sz="half" idx="10"/>
          </p:nvPr>
        </p:nvSpPr>
        <p:spPr/>
        <p:txBody>
          <a:bodyPr/>
          <a:lstStyle/>
          <a:p>
            <a:r>
              <a:rPr lang="en-GB" dirty="0"/>
              <a:t>(Saunders et al., 2023:292)</a:t>
            </a:r>
          </a:p>
        </p:txBody>
      </p:sp>
      <p:sp>
        <p:nvSpPr>
          <p:cNvPr id="6" name="Fußzeilenplatzhalter 5">
            <a:extLst>
              <a:ext uri="{FF2B5EF4-FFF2-40B4-BE49-F238E27FC236}">
                <a16:creationId xmlns:a16="http://schemas.microsoft.com/office/drawing/2014/main" id="{1EC8AE68-2E78-54A6-9994-962D7928E9AC}"/>
              </a:ext>
            </a:extLst>
          </p:cNvPr>
          <p:cNvSpPr>
            <a:spLocks noGrp="1"/>
          </p:cNvSpPr>
          <p:nvPr>
            <p:ph type="ftr" sz="quarter" idx="11"/>
          </p:nvPr>
        </p:nvSpPr>
        <p:spPr/>
        <p:txBody>
          <a:bodyPr/>
          <a:lstStyle/>
          <a:p>
            <a:r>
              <a:rPr lang="en-GB" dirty="0"/>
              <a:t>KMH | IL Scientific Method</a:t>
            </a:r>
          </a:p>
        </p:txBody>
      </p:sp>
      <p:pic>
        <p:nvPicPr>
          <p:cNvPr id="8" name="Inhaltsplatzhalter 7">
            <a:extLst>
              <a:ext uri="{FF2B5EF4-FFF2-40B4-BE49-F238E27FC236}">
                <a16:creationId xmlns:a16="http://schemas.microsoft.com/office/drawing/2014/main" id="{26ABCBEC-90D1-5090-B49A-5AC60FB100D1}"/>
              </a:ext>
            </a:extLst>
          </p:cNvPr>
          <p:cNvPicPr>
            <a:picLocks noChangeAspect="1"/>
          </p:cNvPicPr>
          <p:nvPr/>
        </p:nvPicPr>
        <p:blipFill>
          <a:blip r:embed="rId2"/>
          <a:stretch>
            <a:fillRect/>
          </a:stretch>
        </p:blipFill>
        <p:spPr bwMode="gray">
          <a:xfrm>
            <a:off x="6677955" y="2114096"/>
            <a:ext cx="5023108" cy="3479979"/>
          </a:xfrm>
          <a:prstGeom prst="rect">
            <a:avLst/>
          </a:prstGeom>
        </p:spPr>
      </p:pic>
    </p:spTree>
    <p:extLst>
      <p:ext uri="{BB962C8B-B14F-4D97-AF65-F5344CB8AC3E}">
        <p14:creationId xmlns:p14="http://schemas.microsoft.com/office/powerpoint/2010/main" val="3093752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1D50F1A-FE88-C42C-86BC-444D6A237A3D}"/>
              </a:ext>
            </a:extLst>
          </p:cNvPr>
          <p:cNvSpPr>
            <a:spLocks noGrp="1"/>
          </p:cNvSpPr>
          <p:nvPr>
            <p:ph type="sldNum" sz="quarter" idx="12"/>
          </p:nvPr>
        </p:nvSpPr>
        <p:spPr/>
        <p:txBody>
          <a:bodyPr/>
          <a:lstStyle/>
          <a:p>
            <a:fld id="{D836C0FE-70CA-4950-82D6-CF602CC2B770}" type="slidenum">
              <a:rPr lang="en-GB" smtClean="0"/>
              <a:t>25</a:t>
            </a:fld>
            <a:endParaRPr lang="en-GB" dirty="0"/>
          </a:p>
        </p:txBody>
      </p:sp>
      <p:sp>
        <p:nvSpPr>
          <p:cNvPr id="3" name="Titel 2">
            <a:extLst>
              <a:ext uri="{FF2B5EF4-FFF2-40B4-BE49-F238E27FC236}">
                <a16:creationId xmlns:a16="http://schemas.microsoft.com/office/drawing/2014/main" id="{A32C24D3-490E-328B-B19B-9EB6161BC32D}"/>
              </a:ext>
            </a:extLst>
          </p:cNvPr>
          <p:cNvSpPr>
            <a:spLocks noGrp="1"/>
          </p:cNvSpPr>
          <p:nvPr>
            <p:ph type="title"/>
          </p:nvPr>
        </p:nvSpPr>
        <p:spPr/>
        <p:txBody>
          <a:bodyPr/>
          <a:lstStyle/>
          <a:p>
            <a:r>
              <a:rPr lang="en-GB" dirty="0"/>
              <a:t>Why is Sampling important?</a:t>
            </a:r>
          </a:p>
        </p:txBody>
      </p:sp>
      <p:pic>
        <p:nvPicPr>
          <p:cNvPr id="8" name="Inhaltsplatzhalter 7">
            <a:extLst>
              <a:ext uri="{FF2B5EF4-FFF2-40B4-BE49-F238E27FC236}">
                <a16:creationId xmlns:a16="http://schemas.microsoft.com/office/drawing/2014/main" id="{D12BB886-441E-2311-B924-50EA0851CCA2}"/>
              </a:ext>
            </a:extLst>
          </p:cNvPr>
          <p:cNvPicPr>
            <a:picLocks noGrp="1" noChangeAspect="1"/>
          </p:cNvPicPr>
          <p:nvPr>
            <p:ph idx="1"/>
          </p:nvPr>
        </p:nvPicPr>
        <p:blipFill>
          <a:blip r:embed="rId2"/>
          <a:stretch>
            <a:fillRect/>
          </a:stretch>
        </p:blipFill>
        <p:spPr>
          <a:xfrm>
            <a:off x="2570112" y="1404938"/>
            <a:ext cx="6764905" cy="4606925"/>
          </a:xfrm>
        </p:spPr>
      </p:pic>
      <p:sp>
        <p:nvSpPr>
          <p:cNvPr id="5" name="Datumsplatzhalter 4">
            <a:extLst>
              <a:ext uri="{FF2B5EF4-FFF2-40B4-BE49-F238E27FC236}">
                <a16:creationId xmlns:a16="http://schemas.microsoft.com/office/drawing/2014/main" id="{7AB42DE5-1875-70DF-294F-FB749075573F}"/>
              </a:ext>
            </a:extLst>
          </p:cNvPr>
          <p:cNvSpPr>
            <a:spLocks noGrp="1"/>
          </p:cNvSpPr>
          <p:nvPr>
            <p:ph type="dt" sz="half" idx="10"/>
          </p:nvPr>
        </p:nvSpPr>
        <p:spPr/>
        <p:txBody>
          <a:bodyPr/>
          <a:lstStyle/>
          <a:p>
            <a:r>
              <a:rPr lang="en-GB" dirty="0"/>
              <a:t>(Saunders et al., 2023:298)</a:t>
            </a:r>
          </a:p>
        </p:txBody>
      </p:sp>
      <p:sp>
        <p:nvSpPr>
          <p:cNvPr id="6" name="Fußzeilenplatzhalter 5">
            <a:extLst>
              <a:ext uri="{FF2B5EF4-FFF2-40B4-BE49-F238E27FC236}">
                <a16:creationId xmlns:a16="http://schemas.microsoft.com/office/drawing/2014/main" id="{EB0965EE-51D7-57B1-4F77-E854562439D9}"/>
              </a:ext>
            </a:extLst>
          </p:cNvPr>
          <p:cNvSpPr>
            <a:spLocks noGrp="1"/>
          </p:cNvSpPr>
          <p:nvPr>
            <p:ph type="ftr" sz="quarter" idx="11"/>
          </p:nvPr>
        </p:nvSpPr>
        <p:spPr/>
        <p:txBody>
          <a:bodyPr/>
          <a:lstStyle/>
          <a:p>
            <a:r>
              <a:rPr lang="en-GB" dirty="0"/>
              <a:t>KMH | IL Scientific Method</a:t>
            </a:r>
          </a:p>
        </p:txBody>
      </p:sp>
      <p:sp>
        <p:nvSpPr>
          <p:cNvPr id="9" name="Textfeld 8">
            <a:extLst>
              <a:ext uri="{FF2B5EF4-FFF2-40B4-BE49-F238E27FC236}">
                <a16:creationId xmlns:a16="http://schemas.microsoft.com/office/drawing/2014/main" id="{A8B66248-F7A4-3245-6E3B-8C0194D62FB6}"/>
              </a:ext>
            </a:extLst>
          </p:cNvPr>
          <p:cNvSpPr txBox="1"/>
          <p:nvPr/>
        </p:nvSpPr>
        <p:spPr>
          <a:xfrm>
            <a:off x="6134100" y="1350433"/>
            <a:ext cx="440266" cy="413639"/>
          </a:xfrm>
          <a:prstGeom prst="rect">
            <a:avLst/>
          </a:prstGeom>
          <a:noFill/>
        </p:spPr>
        <p:txBody>
          <a:bodyPr wrap="square" lIns="0" tIns="0" rIns="0" bIns="0" rtlCol="0">
            <a:spAutoFit/>
          </a:bodyPr>
          <a:lstStyle/>
          <a:p>
            <a:pPr algn="l">
              <a:lnSpc>
                <a:spcPct val="120000"/>
              </a:lnSpc>
              <a:spcBef>
                <a:spcPts val="800"/>
              </a:spcBef>
            </a:pPr>
            <a:r>
              <a:rPr lang="en-GB" sz="2400" b="1" dirty="0">
                <a:solidFill>
                  <a:schemeClr val="tx2"/>
                </a:solidFill>
              </a:rPr>
              <a:t>*</a:t>
            </a:r>
          </a:p>
        </p:txBody>
      </p:sp>
      <p:sp>
        <p:nvSpPr>
          <p:cNvPr id="10" name="Textfeld 9">
            <a:extLst>
              <a:ext uri="{FF2B5EF4-FFF2-40B4-BE49-F238E27FC236}">
                <a16:creationId xmlns:a16="http://schemas.microsoft.com/office/drawing/2014/main" id="{8D53B444-9308-273B-54B4-D8423D476318}"/>
              </a:ext>
            </a:extLst>
          </p:cNvPr>
          <p:cNvSpPr txBox="1"/>
          <p:nvPr/>
        </p:nvSpPr>
        <p:spPr>
          <a:xfrm>
            <a:off x="9782736" y="3204068"/>
            <a:ext cx="1996887" cy="1300036"/>
          </a:xfrm>
          <a:prstGeom prst="rect">
            <a:avLst/>
          </a:prstGeom>
          <a:noFill/>
        </p:spPr>
        <p:txBody>
          <a:bodyPr wrap="square" lIns="0" tIns="0" rIns="0" bIns="0" rtlCol="0">
            <a:spAutoFit/>
          </a:bodyPr>
          <a:lstStyle/>
          <a:p>
            <a:pPr algn="l">
              <a:lnSpc>
                <a:spcPct val="120000"/>
              </a:lnSpc>
              <a:spcBef>
                <a:spcPts val="800"/>
              </a:spcBef>
            </a:pPr>
            <a:r>
              <a:rPr lang="en-GB" sz="2400" b="1" dirty="0">
                <a:solidFill>
                  <a:schemeClr val="tx2"/>
                </a:solidFill>
              </a:rPr>
              <a:t>* … based on a 95% confidence level</a:t>
            </a:r>
          </a:p>
        </p:txBody>
      </p:sp>
    </p:spTree>
    <p:extLst>
      <p:ext uri="{BB962C8B-B14F-4D97-AF65-F5344CB8AC3E}">
        <p14:creationId xmlns:p14="http://schemas.microsoft.com/office/powerpoint/2010/main" val="352379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FB4E01C-EE27-0643-A79B-2778D8412BE6}"/>
              </a:ext>
            </a:extLst>
          </p:cNvPr>
          <p:cNvSpPr>
            <a:spLocks noGrp="1"/>
          </p:cNvSpPr>
          <p:nvPr>
            <p:ph type="sldNum" sz="quarter" idx="12"/>
          </p:nvPr>
        </p:nvSpPr>
        <p:spPr/>
        <p:txBody>
          <a:bodyPr/>
          <a:lstStyle/>
          <a:p>
            <a:fld id="{D836C0FE-70CA-4950-82D6-CF602CC2B770}" type="slidenum">
              <a:rPr lang="en-GB" smtClean="0"/>
              <a:t>26</a:t>
            </a:fld>
            <a:endParaRPr lang="en-GB" dirty="0"/>
          </a:p>
        </p:txBody>
      </p:sp>
      <p:sp>
        <p:nvSpPr>
          <p:cNvPr id="3" name="Titel 2">
            <a:extLst>
              <a:ext uri="{FF2B5EF4-FFF2-40B4-BE49-F238E27FC236}">
                <a16:creationId xmlns:a16="http://schemas.microsoft.com/office/drawing/2014/main" id="{75D8169E-CCDF-8166-C02D-6064BC980541}"/>
              </a:ext>
            </a:extLst>
          </p:cNvPr>
          <p:cNvSpPr>
            <a:spLocks noGrp="1"/>
          </p:cNvSpPr>
          <p:nvPr>
            <p:ph type="title"/>
          </p:nvPr>
        </p:nvSpPr>
        <p:spPr/>
        <p:txBody>
          <a:bodyPr/>
          <a:lstStyle/>
          <a:p>
            <a:r>
              <a:rPr lang="en-GB" dirty="0"/>
              <a:t>Overview Sampling Strategies</a:t>
            </a:r>
          </a:p>
        </p:txBody>
      </p:sp>
      <p:pic>
        <p:nvPicPr>
          <p:cNvPr id="8" name="Inhaltsplatzhalter 7">
            <a:extLst>
              <a:ext uri="{FF2B5EF4-FFF2-40B4-BE49-F238E27FC236}">
                <a16:creationId xmlns:a16="http://schemas.microsoft.com/office/drawing/2014/main" id="{41E5C0BD-8AC0-A598-95C2-8D62BFA97D73}"/>
              </a:ext>
            </a:extLst>
          </p:cNvPr>
          <p:cNvPicPr>
            <a:picLocks noGrp="1" noChangeAspect="1"/>
          </p:cNvPicPr>
          <p:nvPr>
            <p:ph idx="1"/>
          </p:nvPr>
        </p:nvPicPr>
        <p:blipFill>
          <a:blip r:embed="rId2"/>
          <a:stretch>
            <a:fillRect/>
          </a:stretch>
        </p:blipFill>
        <p:spPr>
          <a:xfrm>
            <a:off x="2006390" y="1536589"/>
            <a:ext cx="8179220" cy="4343623"/>
          </a:xfrm>
        </p:spPr>
      </p:pic>
      <p:sp>
        <p:nvSpPr>
          <p:cNvPr id="5" name="Datumsplatzhalter 4">
            <a:extLst>
              <a:ext uri="{FF2B5EF4-FFF2-40B4-BE49-F238E27FC236}">
                <a16:creationId xmlns:a16="http://schemas.microsoft.com/office/drawing/2014/main" id="{DF78B8F4-8D19-6861-5558-420872C72E8F}"/>
              </a:ext>
            </a:extLst>
          </p:cNvPr>
          <p:cNvSpPr>
            <a:spLocks noGrp="1"/>
          </p:cNvSpPr>
          <p:nvPr>
            <p:ph type="dt" sz="half" idx="10"/>
          </p:nvPr>
        </p:nvSpPr>
        <p:spPr/>
        <p:txBody>
          <a:bodyPr/>
          <a:lstStyle/>
          <a:p>
            <a:r>
              <a:rPr lang="en-GB" dirty="0"/>
              <a:t>(Saunders et al., 2023:293)</a:t>
            </a:r>
          </a:p>
        </p:txBody>
      </p:sp>
      <p:sp>
        <p:nvSpPr>
          <p:cNvPr id="6" name="Fußzeilenplatzhalter 5">
            <a:extLst>
              <a:ext uri="{FF2B5EF4-FFF2-40B4-BE49-F238E27FC236}">
                <a16:creationId xmlns:a16="http://schemas.microsoft.com/office/drawing/2014/main" id="{32AD78E0-DE87-EAA2-8EF5-82F72117D1C5}"/>
              </a:ext>
            </a:extLst>
          </p:cNvPr>
          <p:cNvSpPr>
            <a:spLocks noGrp="1"/>
          </p:cNvSpPr>
          <p:nvPr>
            <p:ph type="ftr" sz="quarter" idx="11"/>
          </p:nvPr>
        </p:nvSpPr>
        <p:spPr/>
        <p:txBody>
          <a:bodyPr/>
          <a:lstStyle/>
          <a:p>
            <a:r>
              <a:rPr lang="en-GB" dirty="0"/>
              <a:t>KMH | IL Scientific Method</a:t>
            </a:r>
          </a:p>
        </p:txBody>
      </p:sp>
      <p:sp>
        <p:nvSpPr>
          <p:cNvPr id="10" name="Rechteck: abgerundete Ecken 9">
            <a:extLst>
              <a:ext uri="{FF2B5EF4-FFF2-40B4-BE49-F238E27FC236}">
                <a16:creationId xmlns:a16="http://schemas.microsoft.com/office/drawing/2014/main" id="{C592FFB2-0D9B-00FE-79BB-5E0FBFB6663C}"/>
              </a:ext>
            </a:extLst>
          </p:cNvPr>
          <p:cNvSpPr/>
          <p:nvPr/>
        </p:nvSpPr>
        <p:spPr>
          <a:xfrm>
            <a:off x="5486401" y="2554941"/>
            <a:ext cx="923365" cy="159571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
        <p:nvSpPr>
          <p:cNvPr id="11" name="Rechteck: abgerundete Ecken 10">
            <a:extLst>
              <a:ext uri="{FF2B5EF4-FFF2-40B4-BE49-F238E27FC236}">
                <a16:creationId xmlns:a16="http://schemas.microsoft.com/office/drawing/2014/main" id="{E28B9BA9-41B8-059D-84E7-32FE7DDEF821}"/>
              </a:ext>
            </a:extLst>
          </p:cNvPr>
          <p:cNvSpPr/>
          <p:nvPr/>
        </p:nvSpPr>
        <p:spPr>
          <a:xfrm>
            <a:off x="2834803" y="2581835"/>
            <a:ext cx="1800697" cy="1595718"/>
          </a:xfrm>
          <a:prstGeom prst="roundRect">
            <a:avLst>
              <a:gd name="adj" fmla="val 11049"/>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8277467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19A4E4C-BDA2-AED8-D3FE-5D0DBE3A8151}"/>
              </a:ext>
            </a:extLst>
          </p:cNvPr>
          <p:cNvSpPr>
            <a:spLocks noGrp="1"/>
          </p:cNvSpPr>
          <p:nvPr>
            <p:ph type="sldNum" sz="quarter" idx="12"/>
          </p:nvPr>
        </p:nvSpPr>
        <p:spPr/>
        <p:txBody>
          <a:bodyPr/>
          <a:lstStyle/>
          <a:p>
            <a:fld id="{D836C0FE-70CA-4950-82D6-CF602CC2B770}" type="slidenum">
              <a:rPr lang="en-GB" smtClean="0"/>
              <a:t>27</a:t>
            </a:fld>
            <a:endParaRPr lang="en-GB" dirty="0"/>
          </a:p>
        </p:txBody>
      </p:sp>
      <p:sp>
        <p:nvSpPr>
          <p:cNvPr id="3" name="Titel 2">
            <a:extLst>
              <a:ext uri="{FF2B5EF4-FFF2-40B4-BE49-F238E27FC236}">
                <a16:creationId xmlns:a16="http://schemas.microsoft.com/office/drawing/2014/main" id="{AF082023-2124-EC37-442B-6E1BE66930E6}"/>
              </a:ext>
            </a:extLst>
          </p:cNvPr>
          <p:cNvSpPr>
            <a:spLocks noGrp="1"/>
          </p:cNvSpPr>
          <p:nvPr>
            <p:ph type="title"/>
          </p:nvPr>
        </p:nvSpPr>
        <p:spPr/>
        <p:txBody>
          <a:bodyPr/>
          <a:lstStyle/>
          <a:p>
            <a:r>
              <a:rPr lang="en-GB" dirty="0"/>
              <a:t>A simple Quota Sampling</a:t>
            </a:r>
          </a:p>
        </p:txBody>
      </p:sp>
      <p:sp>
        <p:nvSpPr>
          <p:cNvPr id="5" name="Datumsplatzhalter 4">
            <a:extLst>
              <a:ext uri="{FF2B5EF4-FFF2-40B4-BE49-F238E27FC236}">
                <a16:creationId xmlns:a16="http://schemas.microsoft.com/office/drawing/2014/main" id="{62FCD6EB-6568-7D7A-6AF3-E1A36F45BFD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1371A8A2-608D-B047-B52E-8EF85F6B41C4}"/>
              </a:ext>
            </a:extLst>
          </p:cNvPr>
          <p:cNvSpPr>
            <a:spLocks noGrp="1"/>
          </p:cNvSpPr>
          <p:nvPr>
            <p:ph type="ftr" sz="quarter" idx="11"/>
          </p:nvPr>
        </p:nvSpPr>
        <p:spPr/>
        <p:txBody>
          <a:bodyPr/>
          <a:lstStyle/>
          <a:p>
            <a:r>
              <a:rPr lang="en-GB" dirty="0"/>
              <a:t>KMH | IL Scientific Method</a:t>
            </a:r>
          </a:p>
        </p:txBody>
      </p:sp>
      <p:pic>
        <p:nvPicPr>
          <p:cNvPr id="7" name="Inhaltsplatzhalter 6">
            <a:extLst>
              <a:ext uri="{FF2B5EF4-FFF2-40B4-BE49-F238E27FC236}">
                <a16:creationId xmlns:a16="http://schemas.microsoft.com/office/drawing/2014/main" id="{88156EE6-CF5B-B4AF-1496-C888DA7B88D7}"/>
              </a:ext>
            </a:extLst>
          </p:cNvPr>
          <p:cNvPicPr>
            <a:picLocks noGrp="1" noChangeAspect="1"/>
          </p:cNvPicPr>
          <p:nvPr>
            <p:ph idx="1"/>
          </p:nvPr>
        </p:nvPicPr>
        <p:blipFill>
          <a:blip r:embed="rId2"/>
          <a:stretch>
            <a:fillRect/>
          </a:stretch>
        </p:blipFill>
        <p:spPr>
          <a:xfrm>
            <a:off x="2330867" y="2001380"/>
            <a:ext cx="7189608" cy="3705412"/>
          </a:xfrm>
          <a:prstGeom prst="rect">
            <a:avLst/>
          </a:prstGeom>
        </p:spPr>
      </p:pic>
    </p:spTree>
    <p:extLst>
      <p:ext uri="{BB962C8B-B14F-4D97-AF65-F5344CB8AC3E}">
        <p14:creationId xmlns:p14="http://schemas.microsoft.com/office/powerpoint/2010/main" val="2078603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7679-12F2-276B-E4D8-8773D90BC572}"/>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8C37FCA-5D22-6BF3-738B-4D6C2D9FE8E2}"/>
              </a:ext>
            </a:extLst>
          </p:cNvPr>
          <p:cNvSpPr>
            <a:spLocks noGrp="1"/>
          </p:cNvSpPr>
          <p:nvPr>
            <p:ph type="sldNum" sz="quarter" idx="12"/>
          </p:nvPr>
        </p:nvSpPr>
        <p:spPr/>
        <p:txBody>
          <a:bodyPr/>
          <a:lstStyle/>
          <a:p>
            <a:fld id="{D836C0FE-70CA-4950-82D6-CF602CC2B770}" type="slidenum">
              <a:rPr lang="de-DE" smtClean="0"/>
              <a:t>28</a:t>
            </a:fld>
            <a:endParaRPr lang="de-DE" dirty="0"/>
          </a:p>
        </p:txBody>
      </p:sp>
      <p:sp>
        <p:nvSpPr>
          <p:cNvPr id="3" name="Titel 2">
            <a:extLst>
              <a:ext uri="{FF2B5EF4-FFF2-40B4-BE49-F238E27FC236}">
                <a16:creationId xmlns:a16="http://schemas.microsoft.com/office/drawing/2014/main" id="{68A83B24-022B-E400-6CA3-142059BFD5E5}"/>
              </a:ext>
            </a:extLst>
          </p:cNvPr>
          <p:cNvSpPr>
            <a:spLocks noGrp="1"/>
          </p:cNvSpPr>
          <p:nvPr>
            <p:ph type="title"/>
          </p:nvPr>
        </p:nvSpPr>
        <p:spPr/>
        <p:txBody>
          <a:bodyPr/>
          <a:lstStyle/>
          <a:p>
            <a:r>
              <a:rPr lang="en-GB" dirty="0"/>
              <a:t>The ideal empirical Workflow</a:t>
            </a:r>
          </a:p>
        </p:txBody>
      </p:sp>
      <p:graphicFrame>
        <p:nvGraphicFramePr>
          <p:cNvPr id="7" name="Inhaltsplatzhalter 6">
            <a:extLst>
              <a:ext uri="{FF2B5EF4-FFF2-40B4-BE49-F238E27FC236}">
                <a16:creationId xmlns:a16="http://schemas.microsoft.com/office/drawing/2014/main" id="{6D5123ED-8A66-1A64-72A2-5FCCA91A51E5}"/>
              </a:ext>
            </a:extLst>
          </p:cNvPr>
          <p:cNvGraphicFramePr>
            <a:graphicFrameLocks noGrp="1"/>
          </p:cNvGraphicFramePr>
          <p:nvPr>
            <p:ph idx="1"/>
          </p:nvPr>
        </p:nvGraphicFramePr>
        <p:xfrm>
          <a:off x="5159376" y="1514138"/>
          <a:ext cx="7390275" cy="46069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BC6CA155-745C-5C29-3626-E2ABC2EBF858}"/>
              </a:ext>
            </a:extLst>
          </p:cNvPr>
          <p:cNvSpPr>
            <a:spLocks noGrp="1"/>
          </p:cNvSpPr>
          <p:nvPr>
            <p:ph type="dt" sz="half" idx="10"/>
          </p:nvPr>
        </p:nvSpPr>
        <p:spPr/>
        <p:txBody>
          <a:bodyPr/>
          <a:lstStyle/>
          <a:p>
            <a:endParaRPr lang="de-DE" dirty="0"/>
          </a:p>
        </p:txBody>
      </p:sp>
      <p:sp>
        <p:nvSpPr>
          <p:cNvPr id="6" name="Fußzeilenplatzhalter 5">
            <a:extLst>
              <a:ext uri="{FF2B5EF4-FFF2-40B4-BE49-F238E27FC236}">
                <a16:creationId xmlns:a16="http://schemas.microsoft.com/office/drawing/2014/main" id="{26E630F4-E739-6D58-29F1-94096A1A01B4}"/>
              </a:ext>
            </a:extLst>
          </p:cNvPr>
          <p:cNvSpPr>
            <a:spLocks noGrp="1"/>
          </p:cNvSpPr>
          <p:nvPr>
            <p:ph type="ftr" sz="quarter" idx="11"/>
          </p:nvPr>
        </p:nvSpPr>
        <p:spPr/>
        <p:txBody>
          <a:bodyPr/>
          <a:lstStyle/>
          <a:p>
            <a:r>
              <a:rPr lang="de-DE"/>
              <a:t>KMH | IL Scientific Method</a:t>
            </a:r>
            <a:endParaRPr lang="de-DE" dirty="0"/>
          </a:p>
        </p:txBody>
      </p:sp>
      <p:sp>
        <p:nvSpPr>
          <p:cNvPr id="17" name="Freihandform: Form 16">
            <a:extLst>
              <a:ext uri="{FF2B5EF4-FFF2-40B4-BE49-F238E27FC236}">
                <a16:creationId xmlns:a16="http://schemas.microsoft.com/office/drawing/2014/main" id="{097AF8D4-37BF-6687-1463-3AA58171DC0F}"/>
              </a:ext>
            </a:extLst>
          </p:cNvPr>
          <p:cNvSpPr/>
          <p:nvPr/>
        </p:nvSpPr>
        <p:spPr>
          <a:xfrm>
            <a:off x="5558400" y="4068000"/>
            <a:ext cx="655200" cy="18648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8" name="Freihandform: Form 17">
            <a:extLst>
              <a:ext uri="{FF2B5EF4-FFF2-40B4-BE49-F238E27FC236}">
                <a16:creationId xmlns:a16="http://schemas.microsoft.com/office/drawing/2014/main" id="{C141AF5E-AF80-4413-933D-9F3DB5F6B4CC}"/>
              </a:ext>
            </a:extLst>
          </p:cNvPr>
          <p:cNvSpPr/>
          <p:nvPr/>
        </p:nvSpPr>
        <p:spPr>
          <a:xfrm>
            <a:off x="5558400" y="4723200"/>
            <a:ext cx="655200" cy="1209600"/>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Lst>
            <a:ahLst/>
            <a:cxnLst>
              <a:cxn ang="0">
                <a:pos x="connsiteX0" y="connsiteY0"/>
              </a:cxn>
              <a:cxn ang="0">
                <a:pos x="connsiteX1" y="connsiteY1"/>
              </a:cxn>
              <a:cxn ang="0">
                <a:pos x="connsiteX2" y="connsiteY2"/>
              </a:cxn>
              <a:cxn ang="0">
                <a:pos x="connsiteX3" y="connsiteY3"/>
              </a:cxn>
            </a:cxnLst>
            <a:rect l="l" t="t" r="r" b="b"/>
            <a:pathLst>
              <a:path w="655200" h="1864800">
                <a:moveTo>
                  <a:pt x="655200" y="1864800"/>
                </a:moveTo>
                <a:lnTo>
                  <a:pt x="0" y="1864800"/>
                </a:lnTo>
                <a:lnTo>
                  <a:pt x="0" y="0"/>
                </a:lnTo>
                <a:lnTo>
                  <a:pt x="626400" y="0"/>
                </a:lnTo>
              </a:path>
            </a:pathLst>
          </a:custGeom>
          <a:ln w="5715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9" name="Freihandform: Form 18">
            <a:extLst>
              <a:ext uri="{FF2B5EF4-FFF2-40B4-BE49-F238E27FC236}">
                <a16:creationId xmlns:a16="http://schemas.microsoft.com/office/drawing/2014/main" id="{26DB1C4F-ECC4-9BF4-147B-62B705214CF2}"/>
              </a:ext>
            </a:extLst>
          </p:cNvPr>
          <p:cNvSpPr/>
          <p:nvPr/>
        </p:nvSpPr>
        <p:spPr>
          <a:xfrm>
            <a:off x="4536576" y="2599200"/>
            <a:ext cx="1029600" cy="3333599"/>
          </a:xfrm>
          <a:custGeom>
            <a:avLst/>
            <a:gdLst>
              <a:gd name="connsiteX0" fmla="*/ 655200 w 655200"/>
              <a:gd name="connsiteY0" fmla="*/ 1864800 h 1864800"/>
              <a:gd name="connsiteX1" fmla="*/ 0 w 655200"/>
              <a:gd name="connsiteY1" fmla="*/ 1864800 h 1864800"/>
              <a:gd name="connsiteX2" fmla="*/ 0 w 655200"/>
              <a:gd name="connsiteY2" fmla="*/ 0 h 1864800"/>
              <a:gd name="connsiteX3" fmla="*/ 626400 w 655200"/>
              <a:gd name="connsiteY3" fmla="*/ 0 h 1864800"/>
              <a:gd name="connsiteX0" fmla="*/ 655200 w 1029600"/>
              <a:gd name="connsiteY0" fmla="*/ 1868836 h 1868836"/>
              <a:gd name="connsiteX1" fmla="*/ 0 w 1029600"/>
              <a:gd name="connsiteY1" fmla="*/ 1868836 h 1868836"/>
              <a:gd name="connsiteX2" fmla="*/ 0 w 1029600"/>
              <a:gd name="connsiteY2" fmla="*/ 4036 h 1868836"/>
              <a:gd name="connsiteX3" fmla="*/ 1029600 w 1029600"/>
              <a:gd name="connsiteY3" fmla="*/ 0 h 1868836"/>
            </a:gdLst>
            <a:ahLst/>
            <a:cxnLst>
              <a:cxn ang="0">
                <a:pos x="connsiteX0" y="connsiteY0"/>
              </a:cxn>
              <a:cxn ang="0">
                <a:pos x="connsiteX1" y="connsiteY1"/>
              </a:cxn>
              <a:cxn ang="0">
                <a:pos x="connsiteX2" y="connsiteY2"/>
              </a:cxn>
              <a:cxn ang="0">
                <a:pos x="connsiteX3" y="connsiteY3"/>
              </a:cxn>
            </a:cxnLst>
            <a:rect l="l" t="t" r="r" b="b"/>
            <a:pathLst>
              <a:path w="1029600" h="1868836">
                <a:moveTo>
                  <a:pt x="655200" y="1868836"/>
                </a:moveTo>
                <a:lnTo>
                  <a:pt x="0" y="1868836"/>
                </a:lnTo>
                <a:lnTo>
                  <a:pt x="0" y="4036"/>
                </a:lnTo>
                <a:lnTo>
                  <a:pt x="1029600" y="0"/>
                </a:lnTo>
              </a:path>
            </a:pathLst>
          </a:custGeom>
          <a:ln w="57150" cap="flat" cmpd="sng" algn="ctr">
            <a:solidFill>
              <a:schemeClr val="tx1"/>
            </a:solidFill>
            <a:prstDash val="sysDot"/>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0" name="Geschweifte Klammer links 19">
            <a:extLst>
              <a:ext uri="{FF2B5EF4-FFF2-40B4-BE49-F238E27FC236}">
                <a16:creationId xmlns:a16="http://schemas.microsoft.com/office/drawing/2014/main" id="{AC01C8AC-743F-65BD-4357-72367B05941E}"/>
              </a:ext>
            </a:extLst>
          </p:cNvPr>
          <p:cNvSpPr/>
          <p:nvPr/>
        </p:nvSpPr>
        <p:spPr>
          <a:xfrm>
            <a:off x="5673600" y="1587109"/>
            <a:ext cx="432000" cy="2034491"/>
          </a:xfrm>
          <a:prstGeom prst="leftBrace">
            <a:avLst>
              <a:gd name="adj1" fmla="val 34804"/>
              <a:gd name="adj2" fmla="val 50000"/>
            </a:avLst>
          </a:prstGeom>
          <a:ln w="57150"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1" name="Textfeld 20">
            <a:extLst>
              <a:ext uri="{FF2B5EF4-FFF2-40B4-BE49-F238E27FC236}">
                <a16:creationId xmlns:a16="http://schemas.microsoft.com/office/drawing/2014/main" id="{990FC6A8-9C0F-77C2-BB5F-ED97769F9688}"/>
              </a:ext>
            </a:extLst>
          </p:cNvPr>
          <p:cNvSpPr txBox="1"/>
          <p:nvPr/>
        </p:nvSpPr>
        <p:spPr>
          <a:xfrm rot="16200000">
            <a:off x="4386435" y="4802092"/>
            <a:ext cx="1778401" cy="310213"/>
          </a:xfrm>
          <a:prstGeom prst="rect">
            <a:avLst/>
          </a:prstGeom>
          <a:noFill/>
        </p:spPr>
        <p:txBody>
          <a:bodyPr wrap="square" lIns="0" tIns="0" rIns="0" bIns="0" rtlCol="0">
            <a:spAutoFit/>
          </a:bodyPr>
          <a:lstStyle/>
          <a:p>
            <a:pPr algn="ctr">
              <a:lnSpc>
                <a:spcPct val="120000"/>
              </a:lnSpc>
              <a:spcBef>
                <a:spcPts val="800"/>
              </a:spcBef>
            </a:pPr>
            <a:r>
              <a:rPr lang="en-GB" b="1" dirty="0"/>
              <a:t>gather more data</a:t>
            </a:r>
          </a:p>
        </p:txBody>
      </p:sp>
      <p:sp>
        <p:nvSpPr>
          <p:cNvPr id="22" name="Textfeld 21">
            <a:extLst>
              <a:ext uri="{FF2B5EF4-FFF2-40B4-BE49-F238E27FC236}">
                <a16:creationId xmlns:a16="http://schemas.microsoft.com/office/drawing/2014/main" id="{EF7EDD40-2356-866E-9C01-FCEA5CBEE9E9}"/>
              </a:ext>
            </a:extLst>
          </p:cNvPr>
          <p:cNvSpPr txBox="1"/>
          <p:nvPr/>
        </p:nvSpPr>
        <p:spPr>
          <a:xfrm rot="16200000">
            <a:off x="2633673" y="4114493"/>
            <a:ext cx="3326399" cy="310213"/>
          </a:xfrm>
          <a:prstGeom prst="rect">
            <a:avLst/>
          </a:prstGeom>
          <a:noFill/>
        </p:spPr>
        <p:txBody>
          <a:bodyPr wrap="square" lIns="0" tIns="0" rIns="0" bIns="0" rtlCol="0">
            <a:spAutoFit/>
          </a:bodyPr>
          <a:lstStyle/>
          <a:p>
            <a:pPr algn="ctr">
              <a:lnSpc>
                <a:spcPct val="120000"/>
              </a:lnSpc>
              <a:spcBef>
                <a:spcPts val="800"/>
              </a:spcBef>
            </a:pPr>
            <a:r>
              <a:rPr lang="en-GB" b="1" dirty="0"/>
              <a:t>refine research design</a:t>
            </a:r>
          </a:p>
        </p:txBody>
      </p:sp>
      <p:sp>
        <p:nvSpPr>
          <p:cNvPr id="23" name="Eckige Klammer links 22">
            <a:extLst>
              <a:ext uri="{FF2B5EF4-FFF2-40B4-BE49-F238E27FC236}">
                <a16:creationId xmlns:a16="http://schemas.microsoft.com/office/drawing/2014/main" id="{2A8D24A2-AE92-2EE6-866D-C2F23A60EEC3}"/>
              </a:ext>
            </a:extLst>
          </p:cNvPr>
          <p:cNvSpPr/>
          <p:nvPr/>
        </p:nvSpPr>
        <p:spPr>
          <a:xfrm>
            <a:off x="2901600" y="1587109"/>
            <a:ext cx="583200" cy="4345690"/>
          </a:xfrm>
          <a:prstGeom prst="leftBracket">
            <a:avLst>
              <a:gd name="adj" fmla="val 73765"/>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24" name="Textfeld 23">
            <a:extLst>
              <a:ext uri="{FF2B5EF4-FFF2-40B4-BE49-F238E27FC236}">
                <a16:creationId xmlns:a16="http://schemas.microsoft.com/office/drawing/2014/main" id="{A11026E6-76A4-6FE7-50D8-312089879E0F}"/>
              </a:ext>
            </a:extLst>
          </p:cNvPr>
          <p:cNvSpPr txBox="1"/>
          <p:nvPr/>
        </p:nvSpPr>
        <p:spPr>
          <a:xfrm>
            <a:off x="695324" y="3221733"/>
            <a:ext cx="2007034" cy="969240"/>
          </a:xfrm>
          <a:prstGeom prst="rect">
            <a:avLst/>
          </a:prstGeom>
          <a:noFill/>
        </p:spPr>
        <p:txBody>
          <a:bodyPr wrap="square" lIns="0" tIns="0" rIns="0" bIns="0" rtlCol="0">
            <a:spAutoFit/>
          </a:bodyPr>
          <a:lstStyle/>
          <a:p>
            <a:pPr marL="180000" indent="-180000" algn="l">
              <a:lnSpc>
                <a:spcPct val="120000"/>
              </a:lnSpc>
              <a:spcBef>
                <a:spcPts val="800"/>
              </a:spcBef>
              <a:buFont typeface="Arial" panose="020B0604020202020204" pitchFamily="34" charset="0"/>
              <a:buChar char="•"/>
            </a:pPr>
            <a:r>
              <a:rPr lang="en-GB" sz="1600" b="1" dirty="0">
                <a:solidFill>
                  <a:srgbClr val="FF9E1B"/>
                </a:solidFill>
              </a:rPr>
              <a:t>Document each step</a:t>
            </a:r>
          </a:p>
          <a:p>
            <a:pPr marL="180000" indent="-180000">
              <a:lnSpc>
                <a:spcPct val="120000"/>
              </a:lnSpc>
              <a:spcBef>
                <a:spcPts val="800"/>
              </a:spcBef>
              <a:buFont typeface="Arial" panose="020B0604020202020204" pitchFamily="34" charset="0"/>
              <a:buChar char="•"/>
            </a:pPr>
            <a:r>
              <a:rPr lang="en-GB" sz="1600" b="1" dirty="0">
                <a:solidFill>
                  <a:srgbClr val="FF9E1B"/>
                </a:solidFill>
              </a:rPr>
              <a:t> Adhere to scientific quality criteria</a:t>
            </a:r>
          </a:p>
        </p:txBody>
      </p:sp>
      <p:sp>
        <p:nvSpPr>
          <p:cNvPr id="4" name="Pfeil: nach links 3">
            <a:extLst>
              <a:ext uri="{FF2B5EF4-FFF2-40B4-BE49-F238E27FC236}">
                <a16:creationId xmlns:a16="http://schemas.microsoft.com/office/drawing/2014/main" id="{F8F66A88-E861-BCB5-4CA5-4A34552FE95E}"/>
              </a:ext>
            </a:extLst>
          </p:cNvPr>
          <p:cNvSpPr/>
          <p:nvPr/>
        </p:nvSpPr>
        <p:spPr>
          <a:xfrm>
            <a:off x="10820400" y="4482709"/>
            <a:ext cx="2743200" cy="1577788"/>
          </a:xfrm>
          <a:prstGeom prst="leftArrow">
            <a:avLst/>
          </a:prstGeom>
          <a:ln/>
        </p:spPr>
        <p:style>
          <a:lnRef idx="3">
            <a:schemeClr val="lt1"/>
          </a:lnRef>
          <a:fillRef idx="1">
            <a:schemeClr val="dk1"/>
          </a:fillRef>
          <a:effectRef idx="1">
            <a:schemeClr val="dk1"/>
          </a:effectRef>
          <a:fontRef idx="minor">
            <a:schemeClr val="lt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469494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4AC5049-AA25-56FE-B5B4-DD905C3C4779}"/>
              </a:ext>
            </a:extLst>
          </p:cNvPr>
          <p:cNvSpPr>
            <a:spLocks noGrp="1"/>
          </p:cNvSpPr>
          <p:nvPr>
            <p:ph type="sldNum" sz="quarter" idx="12"/>
          </p:nvPr>
        </p:nvSpPr>
        <p:spPr/>
        <p:txBody>
          <a:bodyPr/>
          <a:lstStyle/>
          <a:p>
            <a:fld id="{D836C0FE-70CA-4950-82D6-CF602CC2B770}" type="slidenum">
              <a:rPr lang="en-GB" smtClean="0"/>
              <a:t>29</a:t>
            </a:fld>
            <a:endParaRPr lang="en-GB" dirty="0"/>
          </a:p>
        </p:txBody>
      </p:sp>
      <p:sp>
        <p:nvSpPr>
          <p:cNvPr id="3" name="Titel 2">
            <a:extLst>
              <a:ext uri="{FF2B5EF4-FFF2-40B4-BE49-F238E27FC236}">
                <a16:creationId xmlns:a16="http://schemas.microsoft.com/office/drawing/2014/main" id="{29DF6A32-FA92-3CD1-E23F-0032D39A2477}"/>
              </a:ext>
            </a:extLst>
          </p:cNvPr>
          <p:cNvSpPr>
            <a:spLocks noGrp="1"/>
          </p:cNvSpPr>
          <p:nvPr>
            <p:ph type="title"/>
          </p:nvPr>
        </p:nvSpPr>
        <p:spPr/>
        <p:txBody>
          <a:bodyPr/>
          <a:lstStyle/>
          <a:p>
            <a:r>
              <a:rPr lang="en-GB" dirty="0"/>
              <a:t>Data Preparation: Make it digital!</a:t>
            </a:r>
          </a:p>
        </p:txBody>
      </p:sp>
      <p:sp>
        <p:nvSpPr>
          <p:cNvPr id="4" name="Inhaltsplatzhalter 3">
            <a:extLst>
              <a:ext uri="{FF2B5EF4-FFF2-40B4-BE49-F238E27FC236}">
                <a16:creationId xmlns:a16="http://schemas.microsoft.com/office/drawing/2014/main" id="{468983BF-8B37-9BF4-2F7A-85275FD506A5}"/>
              </a:ext>
            </a:extLst>
          </p:cNvPr>
          <p:cNvSpPr>
            <a:spLocks noGrp="1"/>
          </p:cNvSpPr>
          <p:nvPr>
            <p:ph idx="1"/>
          </p:nvPr>
        </p:nvSpPr>
        <p:spPr/>
        <p:txBody>
          <a:bodyPr>
            <a:normAutofit/>
          </a:bodyPr>
          <a:lstStyle/>
          <a:p>
            <a:pPr marL="0" indent="0">
              <a:spcAft>
                <a:spcPts val="400"/>
              </a:spcAft>
              <a:buNone/>
            </a:pPr>
            <a:r>
              <a:rPr lang="en-GB" b="1" dirty="0"/>
              <a:t>Data = material that represents (social) facts</a:t>
            </a:r>
          </a:p>
          <a:p>
            <a:pPr>
              <a:spcAft>
                <a:spcPts val="400"/>
              </a:spcAft>
            </a:pPr>
            <a:r>
              <a:rPr lang="en-GB" dirty="0"/>
              <a:t>Usually not directly analysable:</a:t>
            </a:r>
          </a:p>
          <a:p>
            <a:pPr lvl="1">
              <a:spcAft>
                <a:spcPts val="400"/>
              </a:spcAft>
            </a:pPr>
            <a:r>
              <a:rPr lang="en-GB" sz="2000" dirty="0"/>
              <a:t>"the" interview, "the" questionnaire</a:t>
            </a:r>
          </a:p>
          <a:p>
            <a:pPr lvl="1">
              <a:spcAft>
                <a:spcPts val="400"/>
              </a:spcAft>
            </a:pPr>
            <a:endParaRPr lang="en-GB" sz="800" dirty="0"/>
          </a:p>
          <a:p>
            <a:pPr>
              <a:spcAft>
                <a:spcPts val="400"/>
              </a:spcAft>
            </a:pPr>
            <a:r>
              <a:rPr lang="en-GB" b="1" dirty="0"/>
              <a:t>For classical pen &amp; paper </a:t>
            </a:r>
            <a:r>
              <a:rPr lang="en-GB" b="1" dirty="0" err="1"/>
              <a:t>questionaires</a:t>
            </a:r>
            <a:r>
              <a:rPr lang="en-GB" b="1" dirty="0"/>
              <a:t>:</a:t>
            </a:r>
          </a:p>
          <a:p>
            <a:pPr lvl="1">
              <a:spcAft>
                <a:spcPts val="400"/>
              </a:spcAft>
            </a:pPr>
            <a:r>
              <a:rPr lang="en-GB" sz="2000" dirty="0"/>
              <a:t>Coding of response items  </a:t>
            </a:r>
            <a:r>
              <a:rPr lang="en-GB" sz="2000" b="1" dirty="0">
                <a:solidFill>
                  <a:schemeClr val="tx2"/>
                </a:solidFill>
              </a:rPr>
              <a:t>👉 Coding Scheme &amp; Coder Training</a:t>
            </a:r>
          </a:p>
          <a:p>
            <a:pPr lvl="1">
              <a:spcAft>
                <a:spcPts val="400"/>
              </a:spcAft>
            </a:pPr>
            <a:r>
              <a:rPr lang="en-GB" sz="2000" dirty="0"/>
              <a:t>Digitisation</a:t>
            </a:r>
          </a:p>
        </p:txBody>
      </p:sp>
      <p:sp>
        <p:nvSpPr>
          <p:cNvPr id="5" name="Datumsplatzhalter 4">
            <a:extLst>
              <a:ext uri="{FF2B5EF4-FFF2-40B4-BE49-F238E27FC236}">
                <a16:creationId xmlns:a16="http://schemas.microsoft.com/office/drawing/2014/main" id="{AD1CDB3E-12AE-F7A6-BFAC-EB940D277350}"/>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EBBA676D-C51C-6138-DCB2-AAF173827491}"/>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35202595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12A91D4-A027-7293-0251-125FB586A62F}"/>
              </a:ext>
            </a:extLst>
          </p:cNvPr>
          <p:cNvSpPr>
            <a:spLocks noGrp="1"/>
          </p:cNvSpPr>
          <p:nvPr>
            <p:ph type="sldNum" sz="quarter" idx="12"/>
          </p:nvPr>
        </p:nvSpPr>
        <p:spPr/>
        <p:txBody>
          <a:bodyPr/>
          <a:lstStyle/>
          <a:p>
            <a:fld id="{D836C0FE-70CA-4950-82D6-CF602CC2B770}" type="slidenum">
              <a:rPr lang="en-GB" smtClean="0"/>
              <a:t>30</a:t>
            </a:fld>
            <a:endParaRPr lang="en-GB" dirty="0"/>
          </a:p>
        </p:txBody>
      </p:sp>
      <p:sp>
        <p:nvSpPr>
          <p:cNvPr id="3" name="Titel 2">
            <a:extLst>
              <a:ext uri="{FF2B5EF4-FFF2-40B4-BE49-F238E27FC236}">
                <a16:creationId xmlns:a16="http://schemas.microsoft.com/office/drawing/2014/main" id="{0EE829DB-8C41-29DD-9C4F-413508A02E67}"/>
              </a:ext>
            </a:extLst>
          </p:cNvPr>
          <p:cNvSpPr>
            <a:spLocks noGrp="1"/>
          </p:cNvSpPr>
          <p:nvPr>
            <p:ph type="title"/>
          </p:nvPr>
        </p:nvSpPr>
        <p:spPr/>
        <p:txBody>
          <a:bodyPr/>
          <a:lstStyle/>
          <a:p>
            <a:r>
              <a:rPr lang="en-GB" dirty="0"/>
              <a:t>And then: Welcome to the Data Workflow</a:t>
            </a:r>
          </a:p>
        </p:txBody>
      </p:sp>
      <p:sp>
        <p:nvSpPr>
          <p:cNvPr id="5" name="Datumsplatzhalter 4">
            <a:extLst>
              <a:ext uri="{FF2B5EF4-FFF2-40B4-BE49-F238E27FC236}">
                <a16:creationId xmlns:a16="http://schemas.microsoft.com/office/drawing/2014/main" id="{2201B23C-1C78-02B8-F6D7-BF2A5311EB8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7C00C0E-2537-8B70-39D4-EB86A1D694F7}"/>
              </a:ext>
            </a:extLst>
          </p:cNvPr>
          <p:cNvSpPr>
            <a:spLocks noGrp="1"/>
          </p:cNvSpPr>
          <p:nvPr>
            <p:ph type="ftr" sz="quarter" idx="11"/>
          </p:nvPr>
        </p:nvSpPr>
        <p:spPr/>
        <p:txBody>
          <a:bodyPr/>
          <a:lstStyle/>
          <a:p>
            <a:r>
              <a:rPr lang="en-GB" dirty="0"/>
              <a:t>KMH | IL Scientific Method</a:t>
            </a:r>
          </a:p>
        </p:txBody>
      </p:sp>
      <p:pic>
        <p:nvPicPr>
          <p:cNvPr id="1026" name="Picture 2">
            <a:extLst>
              <a:ext uri="{FF2B5EF4-FFF2-40B4-BE49-F238E27FC236}">
                <a16:creationId xmlns:a16="http://schemas.microsoft.com/office/drawing/2014/main" id="{7A665C2E-1E4A-6F54-47B5-A84E8014DB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69752" y="1201275"/>
            <a:ext cx="7786706" cy="5010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68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11">
            <a:hlinkClick r:id="rId2"/>
            <a:extLst>
              <a:ext uri="{FF2B5EF4-FFF2-40B4-BE49-F238E27FC236}">
                <a16:creationId xmlns:a16="http://schemas.microsoft.com/office/drawing/2014/main" id="{AACDA671-D091-4737-7039-1F203507470A}"/>
              </a:ext>
            </a:extLst>
          </p:cNvPr>
          <p:cNvPicPr>
            <a:picLocks noChangeAspect="1"/>
          </p:cNvPicPr>
          <p:nvPr/>
        </p:nvPicPr>
        <p:blipFill>
          <a:blip r:embed="rId3"/>
          <a:stretch>
            <a:fillRect/>
          </a:stretch>
        </p:blipFill>
        <p:spPr>
          <a:xfrm>
            <a:off x="7419297" y="1133129"/>
            <a:ext cx="4486953" cy="4838579"/>
          </a:xfrm>
          <a:prstGeom prst="rect">
            <a:avLst/>
          </a:prstGeom>
          <a:ln w="6350">
            <a:solidFill>
              <a:schemeClr val="tx1"/>
            </a:solidFill>
          </a:ln>
          <a:effectLst>
            <a:outerShdw blurRad="254000" dist="107763" dir="2699994" algn="tl">
              <a:prstClr val="black">
                <a:alpha val="40000"/>
              </a:prstClr>
            </a:outerShdw>
          </a:effectLst>
        </p:spPr>
      </p:pic>
      <p:sp>
        <p:nvSpPr>
          <p:cNvPr id="2" name="Foliennummernplatzhalter 1">
            <a:extLst>
              <a:ext uri="{FF2B5EF4-FFF2-40B4-BE49-F238E27FC236}">
                <a16:creationId xmlns:a16="http://schemas.microsoft.com/office/drawing/2014/main" id="{EC3C5DC3-C7FF-33E5-F037-38B53790A2C3}"/>
              </a:ext>
            </a:extLst>
          </p:cNvPr>
          <p:cNvSpPr>
            <a:spLocks noGrp="1"/>
          </p:cNvSpPr>
          <p:nvPr>
            <p:ph type="sldNum" sz="quarter" idx="12"/>
          </p:nvPr>
        </p:nvSpPr>
        <p:spPr/>
        <p:txBody>
          <a:bodyPr/>
          <a:lstStyle/>
          <a:p>
            <a:fld id="{D836C0FE-70CA-4950-82D6-CF602CC2B770}" type="slidenum">
              <a:rPr lang="en-GB" smtClean="0"/>
              <a:t>31</a:t>
            </a:fld>
            <a:endParaRPr lang="en-GB" dirty="0"/>
          </a:p>
        </p:txBody>
      </p:sp>
      <p:sp>
        <p:nvSpPr>
          <p:cNvPr id="3" name="Titel 2">
            <a:extLst>
              <a:ext uri="{FF2B5EF4-FFF2-40B4-BE49-F238E27FC236}">
                <a16:creationId xmlns:a16="http://schemas.microsoft.com/office/drawing/2014/main" id="{20749751-A9FD-50D4-057B-A8BEBBDA0205}"/>
              </a:ext>
            </a:extLst>
          </p:cNvPr>
          <p:cNvSpPr>
            <a:spLocks noGrp="1"/>
          </p:cNvSpPr>
          <p:nvPr>
            <p:ph type="title"/>
          </p:nvPr>
        </p:nvSpPr>
        <p:spPr>
          <a:xfrm>
            <a:off x="695326" y="476672"/>
            <a:ext cx="2836768" cy="792000"/>
          </a:xfrm>
        </p:spPr>
        <p:txBody>
          <a:bodyPr/>
          <a:lstStyle/>
          <a:p>
            <a:pPr>
              <a:lnSpc>
                <a:spcPct val="150000"/>
              </a:lnSpc>
            </a:pPr>
            <a:r>
              <a:rPr lang="en-GB" dirty="0"/>
              <a:t>Grab the Data and run …</a:t>
            </a:r>
          </a:p>
        </p:txBody>
      </p:sp>
      <p:sp>
        <p:nvSpPr>
          <p:cNvPr id="5" name="Datumsplatzhalter 4">
            <a:extLst>
              <a:ext uri="{FF2B5EF4-FFF2-40B4-BE49-F238E27FC236}">
                <a16:creationId xmlns:a16="http://schemas.microsoft.com/office/drawing/2014/main" id="{A8E0DF48-7B31-40A7-83EC-EB2FEDB1D4AE}"/>
              </a:ext>
            </a:extLst>
          </p:cNvPr>
          <p:cNvSpPr>
            <a:spLocks noGrp="1"/>
          </p:cNvSpPr>
          <p:nvPr>
            <p:ph type="dt" sz="half" idx="10"/>
          </p:nvPr>
        </p:nvSpPr>
        <p:spPr/>
        <p:txBody>
          <a:bodyPr/>
          <a:lstStyle/>
          <a:p>
            <a:r>
              <a:rPr lang="en-GB" dirty="0"/>
              <a:t>(Höferl, 2022)</a:t>
            </a:r>
          </a:p>
        </p:txBody>
      </p:sp>
      <p:sp>
        <p:nvSpPr>
          <p:cNvPr id="6" name="Fußzeilenplatzhalter 5">
            <a:extLst>
              <a:ext uri="{FF2B5EF4-FFF2-40B4-BE49-F238E27FC236}">
                <a16:creationId xmlns:a16="http://schemas.microsoft.com/office/drawing/2014/main" id="{CCE07F3B-B5D8-242C-7EC4-7AAAFC93148C}"/>
              </a:ext>
            </a:extLst>
          </p:cNvPr>
          <p:cNvSpPr>
            <a:spLocks noGrp="1"/>
          </p:cNvSpPr>
          <p:nvPr>
            <p:ph type="ftr" sz="quarter" idx="11"/>
          </p:nvPr>
        </p:nvSpPr>
        <p:spPr/>
        <p:txBody>
          <a:bodyPr/>
          <a:lstStyle/>
          <a:p>
            <a:r>
              <a:rPr lang="en-GB" dirty="0"/>
              <a:t>KMH | IL Scientific Method</a:t>
            </a:r>
          </a:p>
        </p:txBody>
      </p:sp>
      <p:pic>
        <p:nvPicPr>
          <p:cNvPr id="8" name="Picture 7">
            <a:hlinkClick r:id="rId4"/>
            <a:extLst>
              <a:ext uri="{FF2B5EF4-FFF2-40B4-BE49-F238E27FC236}">
                <a16:creationId xmlns:a16="http://schemas.microsoft.com/office/drawing/2014/main" id="{8E765231-35FB-9538-EECA-E2454B3B65DD}"/>
              </a:ext>
            </a:extLst>
          </p:cNvPr>
          <p:cNvPicPr>
            <a:picLocks noChangeAspect="1"/>
          </p:cNvPicPr>
          <p:nvPr/>
        </p:nvPicPr>
        <p:blipFill>
          <a:blip r:embed="rId5"/>
          <a:stretch>
            <a:fillRect/>
          </a:stretch>
        </p:blipFill>
        <p:spPr>
          <a:xfrm>
            <a:off x="3240739" y="621601"/>
            <a:ext cx="5259621" cy="5671799"/>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0222565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6D47B-4CA9-87E1-96F0-C7431C64B6CD}"/>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DDAECB8-4177-FC2B-0349-1CE799AFB49E}"/>
              </a:ext>
            </a:extLst>
          </p:cNvPr>
          <p:cNvSpPr>
            <a:spLocks noGrp="1"/>
          </p:cNvSpPr>
          <p:nvPr>
            <p:ph type="sldNum" sz="quarter" idx="12"/>
          </p:nvPr>
        </p:nvSpPr>
        <p:spPr/>
        <p:txBody>
          <a:bodyPr/>
          <a:lstStyle/>
          <a:p>
            <a:fld id="{D836C0FE-70CA-4950-82D6-CF602CC2B770}" type="slidenum">
              <a:rPr lang="en-GB" smtClean="0"/>
              <a:t>32</a:t>
            </a:fld>
            <a:endParaRPr lang="en-GB" dirty="0"/>
          </a:p>
        </p:txBody>
      </p:sp>
      <p:sp>
        <p:nvSpPr>
          <p:cNvPr id="3" name="Titel 2">
            <a:extLst>
              <a:ext uri="{FF2B5EF4-FFF2-40B4-BE49-F238E27FC236}">
                <a16:creationId xmlns:a16="http://schemas.microsoft.com/office/drawing/2014/main" id="{6731391C-8698-526B-C1DD-AF00777C0494}"/>
              </a:ext>
            </a:extLst>
          </p:cNvPr>
          <p:cNvSpPr>
            <a:spLocks noGrp="1"/>
          </p:cNvSpPr>
          <p:nvPr>
            <p:ph type="title"/>
          </p:nvPr>
        </p:nvSpPr>
        <p:spPr>
          <a:xfrm>
            <a:off x="695326" y="476672"/>
            <a:ext cx="9589105" cy="792000"/>
          </a:xfrm>
        </p:spPr>
        <p:txBody>
          <a:bodyPr/>
          <a:lstStyle/>
          <a:p>
            <a:r>
              <a:rPr lang="en-GB" dirty="0"/>
              <a:t>An Example for Quantitative Analysis:</a:t>
            </a:r>
          </a:p>
        </p:txBody>
      </p:sp>
      <p:sp>
        <p:nvSpPr>
          <p:cNvPr id="5" name="Datumsplatzhalter 4">
            <a:extLst>
              <a:ext uri="{FF2B5EF4-FFF2-40B4-BE49-F238E27FC236}">
                <a16:creationId xmlns:a16="http://schemas.microsoft.com/office/drawing/2014/main" id="{5AB6D2C8-449E-2364-5489-71DBDD4FFA68}"/>
              </a:ext>
            </a:extLst>
          </p:cNvPr>
          <p:cNvSpPr>
            <a:spLocks noGrp="1"/>
          </p:cNvSpPr>
          <p:nvPr>
            <p:ph type="dt" sz="half" idx="10"/>
          </p:nvPr>
        </p:nvSpPr>
        <p:spPr/>
        <p:txBody>
          <a:bodyPr/>
          <a:lstStyle/>
          <a:p>
            <a:r>
              <a:rPr lang="en-GB" dirty="0"/>
              <a:t>(Grüneis et al. 2018)</a:t>
            </a:r>
          </a:p>
        </p:txBody>
      </p:sp>
      <p:sp>
        <p:nvSpPr>
          <p:cNvPr id="6" name="Fußzeilenplatzhalter 5">
            <a:extLst>
              <a:ext uri="{FF2B5EF4-FFF2-40B4-BE49-F238E27FC236}">
                <a16:creationId xmlns:a16="http://schemas.microsoft.com/office/drawing/2014/main" id="{4A6DD147-3521-9B74-8A54-1529E632B252}"/>
              </a:ext>
            </a:extLst>
          </p:cNvPr>
          <p:cNvSpPr>
            <a:spLocks noGrp="1"/>
          </p:cNvSpPr>
          <p:nvPr>
            <p:ph type="ftr" sz="quarter" idx="11"/>
          </p:nvPr>
        </p:nvSpPr>
        <p:spPr/>
        <p:txBody>
          <a:bodyPr/>
          <a:lstStyle/>
          <a:p>
            <a:r>
              <a:rPr lang="en-GB" dirty="0"/>
              <a:t>KMH | IL Scientific Method</a:t>
            </a:r>
          </a:p>
        </p:txBody>
      </p:sp>
      <p:pic>
        <p:nvPicPr>
          <p:cNvPr id="1026" name="Picture 2" descr="Fig. 2">
            <a:hlinkClick r:id="rId2"/>
            <a:extLst>
              <a:ext uri="{FF2B5EF4-FFF2-40B4-BE49-F238E27FC236}">
                <a16:creationId xmlns:a16="http://schemas.microsoft.com/office/drawing/2014/main" id="{BD08BAC6-57C9-8A56-C57C-54CB5FE4AA9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356100" y="1456252"/>
            <a:ext cx="7382704" cy="4522552"/>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8">
            <a:hlinkClick r:id="rId2"/>
            <a:extLst>
              <a:ext uri="{FF2B5EF4-FFF2-40B4-BE49-F238E27FC236}">
                <a16:creationId xmlns:a16="http://schemas.microsoft.com/office/drawing/2014/main" id="{CFC02807-F6E1-7638-C11C-4931BB25FF3D}"/>
              </a:ext>
            </a:extLst>
          </p:cNvPr>
          <p:cNvPicPr>
            <a:picLocks noChangeAspect="1"/>
          </p:cNvPicPr>
          <p:nvPr/>
        </p:nvPicPr>
        <p:blipFill>
          <a:blip r:embed="rId4"/>
          <a:stretch>
            <a:fillRect/>
          </a:stretch>
        </p:blipFill>
        <p:spPr>
          <a:xfrm>
            <a:off x="336761" y="1741328"/>
            <a:ext cx="3120358" cy="4158806"/>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253956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3C715-DF5D-01AD-CEFC-E38362477B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1244005-EB04-4CBE-8E72-D626A4D11D1B}"/>
              </a:ext>
            </a:extLst>
          </p:cNvPr>
          <p:cNvSpPr>
            <a:spLocks noGrp="1"/>
          </p:cNvSpPr>
          <p:nvPr>
            <p:ph type="title"/>
          </p:nvPr>
        </p:nvSpPr>
        <p:spPr>
          <a:effectLst/>
        </p:spPr>
        <p:txBody>
          <a:bodyPr/>
          <a:lstStyle/>
          <a:p>
            <a:r>
              <a:rPr lang="en-GB" dirty="0"/>
              <a:t>Gathering</a:t>
            </a:r>
            <a:br>
              <a:rPr lang="en-GB" dirty="0"/>
            </a:br>
            <a:r>
              <a:rPr lang="en-GB" dirty="0"/>
              <a:t>(&amp; Analysing) Qualitative Data</a:t>
            </a:r>
          </a:p>
        </p:txBody>
      </p:sp>
    </p:spTree>
    <p:extLst>
      <p:ext uri="{BB962C8B-B14F-4D97-AF65-F5344CB8AC3E}">
        <p14:creationId xmlns:p14="http://schemas.microsoft.com/office/powerpoint/2010/main" val="2965906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3B157-DBBC-3D7C-4693-144114BC2C6C}"/>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D526C15-4A18-D787-40D7-2F04D427CE74}"/>
              </a:ext>
            </a:extLst>
          </p:cNvPr>
          <p:cNvSpPr>
            <a:spLocks noGrp="1"/>
          </p:cNvSpPr>
          <p:nvPr>
            <p:ph type="sldNum" sz="quarter" idx="12"/>
          </p:nvPr>
        </p:nvSpPr>
        <p:spPr/>
        <p:txBody>
          <a:bodyPr/>
          <a:lstStyle/>
          <a:p>
            <a:fld id="{D836C0FE-70CA-4950-82D6-CF602CC2B770}" type="slidenum">
              <a:rPr lang="en-GB" smtClean="0"/>
              <a:t>34</a:t>
            </a:fld>
            <a:endParaRPr lang="en-GB" dirty="0"/>
          </a:p>
        </p:txBody>
      </p:sp>
      <p:sp>
        <p:nvSpPr>
          <p:cNvPr id="3" name="Titel 2">
            <a:extLst>
              <a:ext uri="{FF2B5EF4-FFF2-40B4-BE49-F238E27FC236}">
                <a16:creationId xmlns:a16="http://schemas.microsoft.com/office/drawing/2014/main" id="{0523CD29-ABD4-2DBC-72EE-0FC44233D710}"/>
              </a:ext>
            </a:extLst>
          </p:cNvPr>
          <p:cNvSpPr>
            <a:spLocks noGrp="1"/>
          </p:cNvSpPr>
          <p:nvPr>
            <p:ph type="title"/>
          </p:nvPr>
        </p:nvSpPr>
        <p:spPr/>
        <p:txBody>
          <a:bodyPr/>
          <a:lstStyle/>
          <a:p>
            <a:pPr>
              <a:lnSpc>
                <a:spcPct val="150000"/>
              </a:lnSpc>
            </a:pPr>
            <a:r>
              <a:rPr lang="en-GB" dirty="0"/>
              <a:t>Look, Think, Test, Tell</a:t>
            </a:r>
          </a:p>
        </p:txBody>
      </p:sp>
      <p:pic>
        <p:nvPicPr>
          <p:cNvPr id="8" name="Content Placeholder 7">
            <a:extLst>
              <a:ext uri="{FF2B5EF4-FFF2-40B4-BE49-F238E27FC236}">
                <a16:creationId xmlns:a16="http://schemas.microsoft.com/office/drawing/2014/main" id="{4D9E66EF-48EA-3C2F-743B-911AC4BA453C}"/>
              </a:ext>
            </a:extLst>
          </p:cNvPr>
          <p:cNvPicPr>
            <a:picLocks noGrp="1" noChangeAspect="1"/>
          </p:cNvPicPr>
          <p:nvPr>
            <p:ph idx="1"/>
          </p:nvPr>
        </p:nvPicPr>
        <p:blipFill>
          <a:blip r:embed="rId2"/>
          <a:stretch>
            <a:fillRect/>
          </a:stretch>
        </p:blipFill>
        <p:spPr>
          <a:xfrm>
            <a:off x="5099585" y="404664"/>
            <a:ext cx="5244887" cy="5652617"/>
          </a:xfrm>
        </p:spPr>
      </p:pic>
      <p:sp>
        <p:nvSpPr>
          <p:cNvPr id="5" name="Datumsplatzhalter 4">
            <a:extLst>
              <a:ext uri="{FF2B5EF4-FFF2-40B4-BE49-F238E27FC236}">
                <a16:creationId xmlns:a16="http://schemas.microsoft.com/office/drawing/2014/main" id="{004519FA-D001-78C7-D7F9-43E174AEC794}"/>
              </a:ext>
            </a:extLst>
          </p:cNvPr>
          <p:cNvSpPr>
            <a:spLocks noGrp="1"/>
          </p:cNvSpPr>
          <p:nvPr>
            <p:ph type="dt" sz="half" idx="10"/>
          </p:nvPr>
        </p:nvSpPr>
        <p:spPr/>
        <p:txBody>
          <a:bodyPr/>
          <a:lstStyle/>
          <a:p>
            <a:r>
              <a:rPr lang="en-GB" dirty="0"/>
              <a:t>(Sheppard, 2020:5)</a:t>
            </a:r>
          </a:p>
        </p:txBody>
      </p:sp>
      <p:sp>
        <p:nvSpPr>
          <p:cNvPr id="6" name="Fußzeilenplatzhalter 5">
            <a:extLst>
              <a:ext uri="{FF2B5EF4-FFF2-40B4-BE49-F238E27FC236}">
                <a16:creationId xmlns:a16="http://schemas.microsoft.com/office/drawing/2014/main" id="{F6155332-0EC1-4F71-A7C2-0C58D36CFE91}"/>
              </a:ext>
            </a:extLst>
          </p:cNvPr>
          <p:cNvSpPr>
            <a:spLocks noGrp="1"/>
          </p:cNvSpPr>
          <p:nvPr>
            <p:ph type="ftr" sz="quarter" idx="11"/>
          </p:nvPr>
        </p:nvSpPr>
        <p:spPr/>
        <p:txBody>
          <a:bodyPr/>
          <a:lstStyle/>
          <a:p>
            <a:r>
              <a:rPr lang="en-GB" dirty="0"/>
              <a:t>KMH | IL Scientific Method</a:t>
            </a:r>
          </a:p>
        </p:txBody>
      </p:sp>
      <p:sp>
        <p:nvSpPr>
          <p:cNvPr id="7" name="Rechteck: abgerundete Ecken 6">
            <a:extLst>
              <a:ext uri="{FF2B5EF4-FFF2-40B4-BE49-F238E27FC236}">
                <a16:creationId xmlns:a16="http://schemas.microsoft.com/office/drawing/2014/main" id="{9C1CEC67-F518-CA08-45C0-F28E1B2C19A3}"/>
              </a:ext>
            </a:extLst>
          </p:cNvPr>
          <p:cNvSpPr/>
          <p:nvPr/>
        </p:nvSpPr>
        <p:spPr>
          <a:xfrm>
            <a:off x="5099585" y="2194560"/>
            <a:ext cx="1859914" cy="3696197"/>
          </a:xfrm>
          <a:prstGeom prst="roundRect">
            <a:avLst/>
          </a:prstGeom>
          <a:noFill/>
          <a:ln w="76200">
            <a:solidFill>
              <a:schemeClr val="tx1"/>
            </a:solidFill>
            <a:prstDash val="sysDot"/>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
        <p:nvSpPr>
          <p:cNvPr id="4" name="Rechteck: abgerundete Ecken 3">
            <a:extLst>
              <a:ext uri="{FF2B5EF4-FFF2-40B4-BE49-F238E27FC236}">
                <a16:creationId xmlns:a16="http://schemas.microsoft.com/office/drawing/2014/main" id="{77BB7C33-0D87-961F-0293-56A8B0C55170}"/>
              </a:ext>
            </a:extLst>
          </p:cNvPr>
          <p:cNvSpPr/>
          <p:nvPr/>
        </p:nvSpPr>
        <p:spPr>
          <a:xfrm>
            <a:off x="5099585" y="2194560"/>
            <a:ext cx="1859914" cy="1911847"/>
          </a:xfrm>
          <a:prstGeom prst="roundRect">
            <a:avLst/>
          </a:prstGeom>
          <a:noFill/>
          <a:ln w="76200">
            <a:solidFill>
              <a:schemeClr val="tx1"/>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914810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E5EC7-6BD8-4CE3-9F5B-7C35B4A7F1B8}"/>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23199FF-3E76-1E86-3564-C406B88D03E4}"/>
              </a:ext>
            </a:extLst>
          </p:cNvPr>
          <p:cNvSpPr>
            <a:spLocks noGrp="1"/>
          </p:cNvSpPr>
          <p:nvPr>
            <p:ph type="sldNum" sz="quarter" idx="12"/>
          </p:nvPr>
        </p:nvSpPr>
        <p:spPr/>
        <p:txBody>
          <a:bodyPr/>
          <a:lstStyle/>
          <a:p>
            <a:fld id="{D836C0FE-70CA-4950-82D6-CF602CC2B770}" type="slidenum">
              <a:rPr lang="en-GB" smtClean="0"/>
              <a:t>35</a:t>
            </a:fld>
            <a:endParaRPr lang="en-GB" dirty="0"/>
          </a:p>
        </p:txBody>
      </p:sp>
      <p:sp>
        <p:nvSpPr>
          <p:cNvPr id="3" name="Titel 2">
            <a:extLst>
              <a:ext uri="{FF2B5EF4-FFF2-40B4-BE49-F238E27FC236}">
                <a16:creationId xmlns:a16="http://schemas.microsoft.com/office/drawing/2014/main" id="{DA6DE2D5-C2C0-FD98-3BB7-30AC9C7F4D80}"/>
              </a:ext>
            </a:extLst>
          </p:cNvPr>
          <p:cNvSpPr>
            <a:spLocks noGrp="1"/>
          </p:cNvSpPr>
          <p:nvPr>
            <p:ph type="title"/>
          </p:nvPr>
        </p:nvSpPr>
        <p:spPr>
          <a:xfrm>
            <a:off x="695326" y="476672"/>
            <a:ext cx="2489308" cy="792000"/>
          </a:xfrm>
        </p:spPr>
        <p:txBody>
          <a:bodyPr/>
          <a:lstStyle/>
          <a:p>
            <a:pPr>
              <a:lnSpc>
                <a:spcPct val="150000"/>
              </a:lnSpc>
            </a:pPr>
            <a:r>
              <a:rPr lang="en-GB" dirty="0"/>
              <a:t>What Methods are There? </a:t>
            </a:r>
            <a:br>
              <a:rPr lang="en-GB" dirty="0"/>
            </a:br>
            <a:r>
              <a:rPr lang="en-GB" dirty="0"/>
              <a:t>An Overview</a:t>
            </a:r>
          </a:p>
        </p:txBody>
      </p:sp>
      <p:sp>
        <p:nvSpPr>
          <p:cNvPr id="5" name="Datumsplatzhalter 4">
            <a:extLst>
              <a:ext uri="{FF2B5EF4-FFF2-40B4-BE49-F238E27FC236}">
                <a16:creationId xmlns:a16="http://schemas.microsoft.com/office/drawing/2014/main" id="{4EC54C65-B9B1-6A4E-0CC2-D675AD3D7017}"/>
              </a:ext>
            </a:extLst>
          </p:cNvPr>
          <p:cNvSpPr>
            <a:spLocks noGrp="1"/>
          </p:cNvSpPr>
          <p:nvPr>
            <p:ph type="dt" sz="half" idx="10"/>
          </p:nvPr>
        </p:nvSpPr>
        <p:spPr/>
        <p:txBody>
          <a:bodyPr/>
          <a:lstStyle/>
          <a:p>
            <a:r>
              <a:rPr lang="en-GB" dirty="0"/>
              <a:t>(Based on: Reuber &amp; Pfaffenbach 2005:21)</a:t>
            </a:r>
          </a:p>
        </p:txBody>
      </p:sp>
      <p:sp>
        <p:nvSpPr>
          <p:cNvPr id="6" name="Fußzeilenplatzhalter 5">
            <a:extLst>
              <a:ext uri="{FF2B5EF4-FFF2-40B4-BE49-F238E27FC236}">
                <a16:creationId xmlns:a16="http://schemas.microsoft.com/office/drawing/2014/main" id="{E2AC9B08-2E55-1AC2-EB64-EF1D60688C7E}"/>
              </a:ext>
            </a:extLst>
          </p:cNvPr>
          <p:cNvSpPr>
            <a:spLocks noGrp="1"/>
          </p:cNvSpPr>
          <p:nvPr>
            <p:ph type="ftr" sz="quarter" idx="11"/>
          </p:nvPr>
        </p:nvSpPr>
        <p:spPr/>
        <p:txBody>
          <a:bodyPr/>
          <a:lstStyle/>
          <a:p>
            <a:r>
              <a:rPr lang="en-GB" dirty="0"/>
              <a:t>KMH | IL Scientific Method</a:t>
            </a:r>
          </a:p>
        </p:txBody>
      </p:sp>
      <p:pic>
        <p:nvPicPr>
          <p:cNvPr id="7" name="Picture 2">
            <a:extLst>
              <a:ext uri="{FF2B5EF4-FFF2-40B4-BE49-F238E27FC236}">
                <a16:creationId xmlns:a16="http://schemas.microsoft.com/office/drawing/2014/main" id="{F81CFF94-31A5-6408-D3F0-E44A434991F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30042" b="53166"/>
          <a:stretch>
            <a:fillRect/>
          </a:stretch>
        </p:blipFill>
        <p:spPr bwMode="auto">
          <a:xfrm>
            <a:off x="14126506" y="-6847719"/>
            <a:ext cx="5737025" cy="2708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a:extLst>
              <a:ext uri="{FF2B5EF4-FFF2-40B4-BE49-F238E27FC236}">
                <a16:creationId xmlns:a16="http://schemas.microsoft.com/office/drawing/2014/main" id="{5FC1407C-BE1A-F680-BC09-BE75B4D405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091" r="30042"/>
          <a:stretch>
            <a:fillRect/>
          </a:stretch>
        </p:blipFill>
        <p:spPr bwMode="auto">
          <a:xfrm>
            <a:off x="14128629" y="-6315526"/>
            <a:ext cx="5737025" cy="404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Grafik 10">
            <a:extLst>
              <a:ext uri="{FF2B5EF4-FFF2-40B4-BE49-F238E27FC236}">
                <a16:creationId xmlns:a16="http://schemas.microsoft.com/office/drawing/2014/main" id="{78557D1A-E2AA-5810-2ECA-C9C9BAF64CA2}"/>
              </a:ext>
            </a:extLst>
          </p:cNvPr>
          <p:cNvPicPr>
            <a:picLocks noChangeAspect="1"/>
          </p:cNvPicPr>
          <p:nvPr/>
        </p:nvPicPr>
        <p:blipFill>
          <a:blip r:embed="rId3"/>
          <a:stretch>
            <a:fillRect/>
          </a:stretch>
        </p:blipFill>
        <p:spPr>
          <a:xfrm>
            <a:off x="3447626" y="476672"/>
            <a:ext cx="7181472" cy="5725356"/>
          </a:xfrm>
          <a:prstGeom prst="rect">
            <a:avLst/>
          </a:prstGeom>
        </p:spPr>
      </p:pic>
      <p:sp>
        <p:nvSpPr>
          <p:cNvPr id="9" name="Rechteck: abgerundete Ecken 8">
            <a:extLst>
              <a:ext uri="{FF2B5EF4-FFF2-40B4-BE49-F238E27FC236}">
                <a16:creationId xmlns:a16="http://schemas.microsoft.com/office/drawing/2014/main" id="{9EF4DF79-D8D1-6DE8-E89C-85886AA86DDC}"/>
              </a:ext>
            </a:extLst>
          </p:cNvPr>
          <p:cNvSpPr/>
          <p:nvPr/>
        </p:nvSpPr>
        <p:spPr>
          <a:xfrm>
            <a:off x="7452360" y="4127864"/>
            <a:ext cx="2579914" cy="1267096"/>
          </a:xfrm>
          <a:prstGeom prst="roundRect">
            <a:avLst>
              <a:gd name="adj" fmla="val 1504"/>
            </a:avLst>
          </a:prstGeom>
          <a:noFill/>
          <a:ln w="76200">
            <a:solidFill>
              <a:srgbClr val="FF9E1B"/>
            </a:solidFill>
          </a:ln>
          <a:effectLst>
            <a:glow rad="139700">
              <a:schemeClr val="bg1"/>
            </a:glow>
          </a:effectLst>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dirty="0">
              <a:solidFill>
                <a:schemeClr val="tx1"/>
              </a:solidFill>
            </a:endParaRPr>
          </a:p>
        </p:txBody>
      </p:sp>
    </p:spTree>
    <p:extLst>
      <p:ext uri="{BB962C8B-B14F-4D97-AF65-F5344CB8AC3E}">
        <p14:creationId xmlns:p14="http://schemas.microsoft.com/office/powerpoint/2010/main" val="1682034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qualitative Interview</a:t>
            </a:r>
          </a:p>
        </p:txBody>
      </p:sp>
      <p:sp>
        <p:nvSpPr>
          <p:cNvPr id="3" name="Inhaltsplatzhalter 2"/>
          <p:cNvSpPr>
            <a:spLocks noGrp="1"/>
          </p:cNvSpPr>
          <p:nvPr>
            <p:ph idx="1"/>
          </p:nvPr>
        </p:nvSpPr>
        <p:spPr>
          <a:xfrm>
            <a:off x="695324" y="1556793"/>
            <a:ext cx="8462964" cy="4607472"/>
          </a:xfrm>
        </p:spPr>
        <p:txBody>
          <a:bodyPr>
            <a:normAutofit fontScale="92500" lnSpcReduction="10000"/>
          </a:bodyPr>
          <a:lstStyle/>
          <a:p>
            <a:r>
              <a:rPr lang="en-GB" sz="3000" b="1" dirty="0">
                <a:solidFill>
                  <a:srgbClr val="E37823"/>
                </a:solidFill>
              </a:rPr>
              <a:t>Aim: </a:t>
            </a:r>
            <a:r>
              <a:rPr lang="en-GB" sz="3000" i="1" dirty="0">
                <a:solidFill>
                  <a:srgbClr val="E37823"/>
                </a:solidFill>
              </a:rPr>
              <a:t>"subjective view of actors about past events, future plans, opinions, health complaints, relationship problems, experiences in the world of work, etc.“ </a:t>
            </a:r>
            <a:br>
              <a:rPr lang="en-GB" sz="3000" i="1" dirty="0">
                <a:solidFill>
                  <a:srgbClr val="E37823"/>
                </a:solidFill>
              </a:rPr>
            </a:br>
            <a:r>
              <a:rPr lang="en-GB" sz="3000" i="1" dirty="0">
                <a:solidFill>
                  <a:srgbClr val="E37823"/>
                </a:solidFill>
              </a:rPr>
              <a:t>(Bortz &amp; Döring 2009:308)</a:t>
            </a:r>
          </a:p>
          <a:p>
            <a:endParaRPr lang="en-GB" sz="1051" i="1" dirty="0">
              <a:solidFill>
                <a:srgbClr val="E37823"/>
              </a:solidFill>
            </a:endParaRPr>
          </a:p>
          <a:p>
            <a:r>
              <a:rPr lang="en-GB" sz="2000" dirty="0"/>
              <a:t>Based on </a:t>
            </a:r>
            <a:r>
              <a:rPr lang="en-GB" sz="2000" b="1" dirty="0"/>
              <a:t>open questions</a:t>
            </a:r>
            <a:br>
              <a:rPr lang="en-GB" sz="2000" b="1" dirty="0"/>
            </a:br>
            <a:r>
              <a:rPr lang="en-GB" sz="2000" dirty="0"/>
              <a:t>→ Allows interviewees </a:t>
            </a:r>
            <a:r>
              <a:rPr lang="en-GB" sz="2000" b="1" dirty="0"/>
              <a:t>room for manoeuvre</a:t>
            </a:r>
            <a:r>
              <a:rPr lang="en-GB" sz="2000" dirty="0"/>
              <a:t> when answering</a:t>
            </a:r>
          </a:p>
          <a:p>
            <a:r>
              <a:rPr lang="en-GB" sz="2000" dirty="0"/>
              <a:t>Takes into account </a:t>
            </a:r>
            <a:r>
              <a:rPr lang="en-GB" sz="2000" b="1" dirty="0"/>
              <a:t>interaction</a:t>
            </a:r>
            <a:r>
              <a:rPr lang="en-GB" sz="2000" dirty="0"/>
              <a:t> between interviewer and interviewee </a:t>
            </a:r>
            <a:br>
              <a:rPr lang="en-GB" sz="2000" dirty="0"/>
            </a:br>
            <a:r>
              <a:rPr lang="en-GB" sz="2000" dirty="0"/>
              <a:t>→ follow-up questions etc.</a:t>
            </a:r>
          </a:p>
          <a:p>
            <a:r>
              <a:rPr lang="en-GB" sz="2000" dirty="0"/>
              <a:t>Takes into account </a:t>
            </a:r>
            <a:r>
              <a:rPr lang="en-GB" sz="2000" b="1" dirty="0"/>
              <a:t>impressions &amp; interpretations</a:t>
            </a:r>
            <a:r>
              <a:rPr lang="en-GB" sz="2000" dirty="0"/>
              <a:t> of the interviewer</a:t>
            </a:r>
            <a:endParaRPr lang="en-GB"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404" y="3603892"/>
            <a:ext cx="2448272" cy="2380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1697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1ED5F8E-DE33-2C88-1311-DF6915F9C199}"/>
              </a:ext>
            </a:extLst>
          </p:cNvPr>
          <p:cNvSpPr>
            <a:spLocks noGrp="1"/>
          </p:cNvSpPr>
          <p:nvPr>
            <p:ph type="sldNum" sz="quarter" idx="12"/>
          </p:nvPr>
        </p:nvSpPr>
        <p:spPr/>
        <p:txBody>
          <a:bodyPr/>
          <a:lstStyle/>
          <a:p>
            <a:fld id="{D836C0FE-70CA-4950-82D6-CF602CC2B770}" type="slidenum">
              <a:rPr lang="en-GB" smtClean="0"/>
              <a:t>37</a:t>
            </a:fld>
            <a:endParaRPr lang="en-GB" dirty="0"/>
          </a:p>
        </p:txBody>
      </p:sp>
      <p:sp>
        <p:nvSpPr>
          <p:cNvPr id="3" name="Titel 2">
            <a:extLst>
              <a:ext uri="{FF2B5EF4-FFF2-40B4-BE49-F238E27FC236}">
                <a16:creationId xmlns:a16="http://schemas.microsoft.com/office/drawing/2014/main" id="{D0070D7D-1055-2EB9-29BD-360A643C7AAE}"/>
              </a:ext>
            </a:extLst>
          </p:cNvPr>
          <p:cNvSpPr>
            <a:spLocks noGrp="1"/>
          </p:cNvSpPr>
          <p:nvPr>
            <p:ph type="title"/>
          </p:nvPr>
        </p:nvSpPr>
        <p:spPr/>
        <p:txBody>
          <a:bodyPr/>
          <a:lstStyle/>
          <a:p>
            <a:r>
              <a:rPr lang="en-GB" dirty="0"/>
              <a:t>Workflow</a:t>
            </a:r>
          </a:p>
        </p:txBody>
      </p:sp>
      <p:sp>
        <p:nvSpPr>
          <p:cNvPr id="5" name="Datumsplatzhalter 4">
            <a:extLst>
              <a:ext uri="{FF2B5EF4-FFF2-40B4-BE49-F238E27FC236}">
                <a16:creationId xmlns:a16="http://schemas.microsoft.com/office/drawing/2014/main" id="{75495A29-B974-E7D0-0769-C0687886DA7B}"/>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0EB71C6-F936-F412-E36D-ECA66BEC4408}"/>
              </a:ext>
            </a:extLst>
          </p:cNvPr>
          <p:cNvSpPr>
            <a:spLocks noGrp="1"/>
          </p:cNvSpPr>
          <p:nvPr>
            <p:ph type="ftr" sz="quarter" idx="11"/>
          </p:nvPr>
        </p:nvSpPr>
        <p:spPr/>
        <p:txBody>
          <a:bodyPr/>
          <a:lstStyle/>
          <a:p>
            <a:r>
              <a:rPr lang="en-GB" dirty="0"/>
              <a:t>KMH | IL Scientific Method</a:t>
            </a:r>
          </a:p>
        </p:txBody>
      </p:sp>
      <p:sp>
        <p:nvSpPr>
          <p:cNvPr id="17" name="Freihandform 4">
            <a:extLst>
              <a:ext uri="{FF2B5EF4-FFF2-40B4-BE49-F238E27FC236}">
                <a16:creationId xmlns:a16="http://schemas.microsoft.com/office/drawing/2014/main" id="{250E2978-FE51-3FCC-2EE3-FD36B985EB27}"/>
              </a:ext>
            </a:extLst>
          </p:cNvPr>
          <p:cNvSpPr/>
          <p:nvPr/>
        </p:nvSpPr>
        <p:spPr>
          <a:xfrm>
            <a:off x="4491730" y="5486093"/>
            <a:ext cx="3617919" cy="529492"/>
          </a:xfrm>
          <a:custGeom>
            <a:avLst/>
            <a:gdLst>
              <a:gd name="connsiteX0" fmla="*/ 0 w 4823892"/>
              <a:gd name="connsiteY0" fmla="*/ 0 h 438113"/>
              <a:gd name="connsiteX1" fmla="*/ 4823892 w 4823892"/>
              <a:gd name="connsiteY1" fmla="*/ 0 h 438113"/>
              <a:gd name="connsiteX2" fmla="*/ 4823892 w 4823892"/>
              <a:gd name="connsiteY2" fmla="*/ 438113 h 438113"/>
              <a:gd name="connsiteX3" fmla="*/ 0 w 4823892"/>
              <a:gd name="connsiteY3" fmla="*/ 438113 h 438113"/>
              <a:gd name="connsiteX4" fmla="*/ 0 w 4823892"/>
              <a:gd name="connsiteY4" fmla="*/ 0 h 438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3892" h="438113">
                <a:moveTo>
                  <a:pt x="0" y="0"/>
                </a:moveTo>
                <a:lnTo>
                  <a:pt x="4823892" y="0"/>
                </a:lnTo>
                <a:lnTo>
                  <a:pt x="4823892" y="438113"/>
                </a:lnTo>
                <a:lnTo>
                  <a:pt x="0" y="438113"/>
                </a:lnTo>
                <a:lnTo>
                  <a:pt x="0" y="0"/>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2" rIns="96012" bIns="96012"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8. Content analysis</a:t>
            </a:r>
          </a:p>
        </p:txBody>
      </p:sp>
      <p:sp>
        <p:nvSpPr>
          <p:cNvPr id="18" name="Freihandform 5">
            <a:extLst>
              <a:ext uri="{FF2B5EF4-FFF2-40B4-BE49-F238E27FC236}">
                <a16:creationId xmlns:a16="http://schemas.microsoft.com/office/drawing/2014/main" id="{5AF7390F-B88D-E178-95CB-CC1EE6C5A562}"/>
              </a:ext>
            </a:extLst>
          </p:cNvPr>
          <p:cNvSpPr/>
          <p:nvPr/>
        </p:nvSpPr>
        <p:spPr>
          <a:xfrm>
            <a:off x="4491730" y="4791670"/>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7.Transcription</a:t>
            </a:r>
          </a:p>
        </p:txBody>
      </p:sp>
      <p:sp>
        <p:nvSpPr>
          <p:cNvPr id="19" name="Freihandform 6">
            <a:extLst>
              <a:ext uri="{FF2B5EF4-FFF2-40B4-BE49-F238E27FC236}">
                <a16:creationId xmlns:a16="http://schemas.microsoft.com/office/drawing/2014/main" id="{399F380B-3705-4222-BCAA-E9701399C481}"/>
              </a:ext>
            </a:extLst>
          </p:cNvPr>
          <p:cNvSpPr/>
          <p:nvPr/>
        </p:nvSpPr>
        <p:spPr>
          <a:xfrm>
            <a:off x="4491730" y="4097244"/>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6. Interview notes</a:t>
            </a:r>
          </a:p>
        </p:txBody>
      </p:sp>
      <p:sp>
        <p:nvSpPr>
          <p:cNvPr id="20" name="Freihandform 7">
            <a:extLst>
              <a:ext uri="{FF2B5EF4-FFF2-40B4-BE49-F238E27FC236}">
                <a16:creationId xmlns:a16="http://schemas.microsoft.com/office/drawing/2014/main" id="{80748E6A-2DC8-B137-3103-559638E27C12}"/>
              </a:ext>
            </a:extLst>
          </p:cNvPr>
          <p:cNvSpPr/>
          <p:nvPr/>
        </p:nvSpPr>
        <p:spPr>
          <a:xfrm>
            <a:off x="4491730" y="3402818"/>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5. End of conversation &amp; farewell</a:t>
            </a:r>
          </a:p>
        </p:txBody>
      </p:sp>
      <p:sp>
        <p:nvSpPr>
          <p:cNvPr id="21" name="Freihandform 8">
            <a:extLst>
              <a:ext uri="{FF2B5EF4-FFF2-40B4-BE49-F238E27FC236}">
                <a16:creationId xmlns:a16="http://schemas.microsoft.com/office/drawing/2014/main" id="{E2F6035C-16F9-7B94-F3AD-CADC9C1CB66A}"/>
              </a:ext>
            </a:extLst>
          </p:cNvPr>
          <p:cNvSpPr/>
          <p:nvPr/>
        </p:nvSpPr>
        <p:spPr>
          <a:xfrm>
            <a:off x="4491730" y="2708392"/>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4. </a:t>
            </a:r>
            <a:r>
              <a:rPr lang="en-GB" kern="0" dirty="0">
                <a:solidFill>
                  <a:prstClr val="white"/>
                </a:solidFill>
                <a:latin typeface="Calibri"/>
              </a:rPr>
              <a:t>C</a:t>
            </a:r>
            <a:r>
              <a:rPr kumimoji="0" lang="en-GB" b="0" i="0" u="none" strike="noStrike" kern="0" cap="none" spc="0" normalizeH="0" baseline="0" noProof="0" dirty="0" err="1">
                <a:ln>
                  <a:noFill/>
                </a:ln>
                <a:solidFill>
                  <a:prstClr val="white"/>
                </a:solidFill>
                <a:effectLst/>
                <a:uLnTx/>
                <a:uFillTx/>
                <a:latin typeface="Calibri"/>
                <a:ea typeface="+mn-ea"/>
                <a:cs typeface="+mn-cs"/>
              </a:rPr>
              <a:t>onducting</a:t>
            </a:r>
            <a:r>
              <a:rPr kumimoji="0" lang="en-GB" b="0" i="0" u="none" strike="noStrike" kern="0" cap="none" spc="0" normalizeH="0" baseline="0" noProof="0" dirty="0">
                <a:ln>
                  <a:noFill/>
                </a:ln>
                <a:solidFill>
                  <a:prstClr val="white"/>
                </a:solidFill>
                <a:effectLst/>
                <a:uLnTx/>
                <a:uFillTx/>
                <a:latin typeface="Calibri"/>
                <a:ea typeface="+mn-ea"/>
                <a:cs typeface="+mn-cs"/>
              </a:rPr>
              <a:t> the interview</a:t>
            </a:r>
          </a:p>
        </p:txBody>
      </p:sp>
      <p:sp>
        <p:nvSpPr>
          <p:cNvPr id="22" name="Freihandform 9">
            <a:extLst>
              <a:ext uri="{FF2B5EF4-FFF2-40B4-BE49-F238E27FC236}">
                <a16:creationId xmlns:a16="http://schemas.microsoft.com/office/drawing/2014/main" id="{37A9FD98-CD2D-0A56-90D4-EE0C296B4876}"/>
              </a:ext>
            </a:extLst>
          </p:cNvPr>
          <p:cNvSpPr/>
          <p:nvPr/>
        </p:nvSpPr>
        <p:spPr>
          <a:xfrm>
            <a:off x="4491730" y="2013966"/>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3. Start of conversation</a:t>
            </a:r>
          </a:p>
        </p:txBody>
      </p:sp>
      <p:sp>
        <p:nvSpPr>
          <p:cNvPr id="23" name="Freihandform 10">
            <a:extLst>
              <a:ext uri="{FF2B5EF4-FFF2-40B4-BE49-F238E27FC236}">
                <a16:creationId xmlns:a16="http://schemas.microsoft.com/office/drawing/2014/main" id="{2E157DB1-E4D5-D098-93DD-2A612F68AAD5}"/>
              </a:ext>
            </a:extLst>
          </p:cNvPr>
          <p:cNvSpPr/>
          <p:nvPr/>
        </p:nvSpPr>
        <p:spPr>
          <a:xfrm>
            <a:off x="4491730" y="1319540"/>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2. Organisational preparation</a:t>
            </a:r>
          </a:p>
        </p:txBody>
      </p:sp>
      <p:sp>
        <p:nvSpPr>
          <p:cNvPr id="24" name="Freihandform 11">
            <a:extLst>
              <a:ext uri="{FF2B5EF4-FFF2-40B4-BE49-F238E27FC236}">
                <a16:creationId xmlns:a16="http://schemas.microsoft.com/office/drawing/2014/main" id="{A0DBCFB5-8C81-757F-409B-68CC3AF6B033}"/>
              </a:ext>
            </a:extLst>
          </p:cNvPr>
          <p:cNvSpPr/>
          <p:nvPr/>
        </p:nvSpPr>
        <p:spPr>
          <a:xfrm>
            <a:off x="4491730" y="625114"/>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 Content preparation</a:t>
            </a:r>
          </a:p>
        </p:txBody>
      </p:sp>
      <p:sp>
        <p:nvSpPr>
          <p:cNvPr id="25" name="Geschweifte Klammer links 24">
            <a:extLst>
              <a:ext uri="{FF2B5EF4-FFF2-40B4-BE49-F238E27FC236}">
                <a16:creationId xmlns:a16="http://schemas.microsoft.com/office/drawing/2014/main" id="{8FE66858-7E1D-56B8-BBC3-16C7B9B87B38}"/>
              </a:ext>
            </a:extLst>
          </p:cNvPr>
          <p:cNvSpPr/>
          <p:nvPr/>
        </p:nvSpPr>
        <p:spPr>
          <a:xfrm>
            <a:off x="3792755" y="2013966"/>
            <a:ext cx="309345" cy="1840120"/>
          </a:xfrm>
          <a:prstGeom prst="leftBrace">
            <a:avLst>
              <a:gd name="adj1" fmla="val 45812"/>
              <a:gd name="adj2" fmla="val 50000"/>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GB" b="0" i="0" u="none" strike="noStrike" kern="0" cap="none" spc="0" normalizeH="0" baseline="0" noProof="0" dirty="0">
              <a:ln>
                <a:noFill/>
              </a:ln>
              <a:solidFill>
                <a:prstClr val="black"/>
              </a:solidFill>
              <a:effectLst/>
              <a:uLnTx/>
              <a:uFillTx/>
              <a:latin typeface="Calibri"/>
              <a:ea typeface="+mn-ea"/>
              <a:cs typeface="+mn-cs"/>
            </a:endParaRPr>
          </a:p>
        </p:txBody>
      </p:sp>
      <p:sp>
        <p:nvSpPr>
          <p:cNvPr id="26" name="Textfeld 25">
            <a:extLst>
              <a:ext uri="{FF2B5EF4-FFF2-40B4-BE49-F238E27FC236}">
                <a16:creationId xmlns:a16="http://schemas.microsoft.com/office/drawing/2014/main" id="{86D2FE52-3C73-9BAC-A36D-80CC38A3985B}"/>
              </a:ext>
            </a:extLst>
          </p:cNvPr>
          <p:cNvSpPr txBox="1"/>
          <p:nvPr/>
        </p:nvSpPr>
        <p:spPr>
          <a:xfrm rot="16200000">
            <a:off x="2626335" y="2718722"/>
            <a:ext cx="1871176" cy="461665"/>
          </a:xfrm>
          <a:prstGeom prst="rect">
            <a:avLst/>
          </a:prstGeom>
          <a:noFill/>
        </p:spPr>
        <p:txBody>
          <a:bodyPr wrap="square" rtlCol="0">
            <a:spAutoFit/>
          </a:bodyPr>
          <a:lstStyle/>
          <a:p>
            <a:pPr algn="ctr" defTabSz="342900" fontAlgn="base">
              <a:spcBef>
                <a:spcPct val="0"/>
              </a:spcBef>
              <a:spcAft>
                <a:spcPct val="0"/>
              </a:spcAft>
            </a:pPr>
            <a:r>
              <a:rPr lang="en-GB" sz="2400" b="1" dirty="0">
                <a:solidFill>
                  <a:schemeClr val="tx2"/>
                </a:solidFill>
                <a:ea typeface="ＭＳ Ｐゴシック" pitchFamily="-104" charset="-128"/>
              </a:rPr>
              <a:t>„Interview“</a:t>
            </a:r>
          </a:p>
        </p:txBody>
      </p:sp>
    </p:spTree>
    <p:extLst>
      <p:ext uri="{BB962C8B-B14F-4D97-AF65-F5344CB8AC3E}">
        <p14:creationId xmlns:p14="http://schemas.microsoft.com/office/powerpoint/2010/main" val="3936045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marL="0" indent="0">
              <a:buNone/>
            </a:pPr>
            <a:r>
              <a:rPr lang="en-GB" b="1" dirty="0"/>
              <a:t>1. Preparation of </a:t>
            </a:r>
            <a:r>
              <a:rPr lang="en-GB" dirty="0"/>
              <a:t>C</a:t>
            </a:r>
            <a:r>
              <a:rPr lang="en-GB" b="1" dirty="0"/>
              <a:t>ontent</a:t>
            </a:r>
          </a:p>
        </p:txBody>
      </p:sp>
      <p:sp>
        <p:nvSpPr>
          <p:cNvPr id="3" name="Inhaltsplatzhalter 2"/>
          <p:cNvSpPr>
            <a:spLocks noGrp="1"/>
          </p:cNvSpPr>
          <p:nvPr>
            <p:ph idx="1"/>
          </p:nvPr>
        </p:nvSpPr>
        <p:spPr/>
        <p:txBody>
          <a:bodyPr>
            <a:normAutofit/>
          </a:bodyPr>
          <a:lstStyle/>
          <a:p>
            <a:pPr marL="0" indent="0">
              <a:buNone/>
            </a:pPr>
            <a:r>
              <a:rPr lang="en-GB" b="1" dirty="0"/>
              <a:t>Definition of survey topic (possibly theoretical background):</a:t>
            </a:r>
          </a:p>
          <a:p>
            <a:pPr lvl="1"/>
            <a:r>
              <a:rPr lang="en-GB" dirty="0"/>
              <a:t>Sub-questions: restrictions, development (possibilities), hist. development etc.</a:t>
            </a:r>
          </a:p>
          <a:p>
            <a:pPr lvl="1"/>
            <a:endParaRPr lang="en-GB" sz="1200" dirty="0"/>
          </a:p>
          <a:p>
            <a:r>
              <a:rPr lang="en-GB" b="1" dirty="0">
                <a:solidFill>
                  <a:schemeClr val="tx2"/>
                </a:solidFill>
              </a:rPr>
              <a:t>👉 Key decisions:</a:t>
            </a:r>
          </a:p>
          <a:p>
            <a:pPr lvl="1"/>
            <a:r>
              <a:rPr lang="en-GB" b="1" dirty="0"/>
              <a:t>Sampling: </a:t>
            </a:r>
            <a:r>
              <a:rPr lang="en-GB" dirty="0"/>
              <a:t>Selection of persons to be interviewed</a:t>
            </a:r>
          </a:p>
          <a:p>
            <a:pPr lvl="1"/>
            <a:r>
              <a:rPr lang="en-GB" b="1" dirty="0"/>
              <a:t>Survey technique: </a:t>
            </a:r>
            <a:r>
              <a:rPr lang="en-GB" dirty="0"/>
              <a:t>Selection of a suitable survey technique</a:t>
            </a:r>
            <a:br>
              <a:rPr lang="en-GB" dirty="0"/>
            </a:br>
            <a:r>
              <a:rPr lang="en-GB" dirty="0"/>
              <a:t> for the survey topic</a:t>
            </a:r>
          </a:p>
        </p:txBody>
      </p:sp>
      <p:pic>
        <p:nvPicPr>
          <p:cNvPr id="205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4912"/>
          <a:stretch/>
        </p:blipFill>
        <p:spPr bwMode="auto">
          <a:xfrm>
            <a:off x="8878212" y="4023543"/>
            <a:ext cx="2617787" cy="1924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umsplatzhalter 3">
            <a:extLst>
              <a:ext uri="{FF2B5EF4-FFF2-40B4-BE49-F238E27FC236}">
                <a16:creationId xmlns:a16="http://schemas.microsoft.com/office/drawing/2014/main" id="{C7A2C839-A950-2374-21BA-5F54E0EA454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84FE3B6-3605-9066-40BB-85F8865131B3}"/>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64C1586F-C1B3-3ED9-E455-38F8B32C8851}"/>
              </a:ext>
            </a:extLst>
          </p:cNvPr>
          <p:cNvSpPr>
            <a:spLocks noGrp="1"/>
          </p:cNvSpPr>
          <p:nvPr>
            <p:ph type="sldNum" sz="quarter" idx="12"/>
          </p:nvPr>
        </p:nvSpPr>
        <p:spPr/>
        <p:txBody>
          <a:bodyPr/>
          <a:lstStyle/>
          <a:p>
            <a:fld id="{D836C0FE-70CA-4950-82D6-CF602CC2B770}" type="slidenum">
              <a:rPr lang="en-GB" smtClean="0"/>
              <a:t>38</a:t>
            </a:fld>
            <a:endParaRPr lang="en-GB" dirty="0"/>
          </a:p>
        </p:txBody>
      </p:sp>
    </p:spTree>
    <p:extLst>
      <p:ext uri="{BB962C8B-B14F-4D97-AF65-F5344CB8AC3E}">
        <p14:creationId xmlns:p14="http://schemas.microsoft.com/office/powerpoint/2010/main" val="1499711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 Sampling</a:t>
            </a:r>
          </a:p>
        </p:txBody>
      </p:sp>
      <p:sp>
        <p:nvSpPr>
          <p:cNvPr id="3" name="Inhaltsplatzhalter 2"/>
          <p:cNvSpPr>
            <a:spLocks noGrp="1"/>
          </p:cNvSpPr>
          <p:nvPr>
            <p:ph idx="1"/>
          </p:nvPr>
        </p:nvSpPr>
        <p:spPr>
          <a:xfrm>
            <a:off x="695324" y="1143000"/>
            <a:ext cx="10800675" cy="5173665"/>
          </a:xfrm>
        </p:spPr>
        <p:txBody>
          <a:bodyPr>
            <a:normAutofit fontScale="92500" lnSpcReduction="20000"/>
          </a:bodyPr>
          <a:lstStyle/>
          <a:p>
            <a:r>
              <a:rPr lang="en-GB" b="1" dirty="0"/>
              <a:t>The "total survey":</a:t>
            </a:r>
          </a:p>
          <a:p>
            <a:pPr lvl="1"/>
            <a:r>
              <a:rPr lang="en-GB" dirty="0"/>
              <a:t>For small populations</a:t>
            </a:r>
          </a:p>
          <a:p>
            <a:r>
              <a:rPr lang="en-GB" b="1" dirty="0"/>
              <a:t>Deliberate selection:</a:t>
            </a:r>
          </a:p>
          <a:p>
            <a:pPr lvl="1"/>
            <a:r>
              <a:rPr lang="en-GB" dirty="0"/>
              <a:t>"Gatekeeper"</a:t>
            </a:r>
          </a:p>
          <a:p>
            <a:pPr lvl="1"/>
            <a:r>
              <a:rPr lang="en-GB" dirty="0"/>
              <a:t>Experts</a:t>
            </a:r>
          </a:p>
          <a:p>
            <a:pPr lvl="1"/>
            <a:r>
              <a:rPr lang="en-GB" dirty="0"/>
              <a:t>Max/min Contrast</a:t>
            </a:r>
          </a:p>
          <a:p>
            <a:pPr lvl="1"/>
            <a:r>
              <a:rPr lang="en-GB" dirty="0"/>
              <a:t>Extreme cases</a:t>
            </a:r>
          </a:p>
          <a:p>
            <a:pPr lvl="1"/>
            <a:r>
              <a:rPr lang="en-GB" dirty="0"/>
              <a:t>"Typical" cases</a:t>
            </a:r>
          </a:p>
          <a:p>
            <a:r>
              <a:rPr lang="en-GB" b="1" dirty="0"/>
              <a:t>Snowball method:</a:t>
            </a:r>
          </a:p>
          <a:p>
            <a:pPr lvl="1"/>
            <a:r>
              <a:rPr lang="en-GB" dirty="0"/>
              <a:t>Ask interviewees about other people to be interviewed</a:t>
            </a:r>
            <a:endParaRPr lang="en-GB" sz="200" dirty="0"/>
          </a:p>
          <a:p>
            <a:pPr marL="0" indent="0">
              <a:buNone/>
            </a:pPr>
            <a:r>
              <a:rPr lang="en-GB" sz="2800" b="1" dirty="0">
                <a:solidFill>
                  <a:srgbClr val="E37823"/>
                </a:solidFill>
              </a:rPr>
              <a:t>→ no representativeness: „thick" description = cancellation criterion</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4540" y="1391940"/>
            <a:ext cx="3905323" cy="2684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umsplatzhalter 4">
            <a:extLst>
              <a:ext uri="{FF2B5EF4-FFF2-40B4-BE49-F238E27FC236}">
                <a16:creationId xmlns:a16="http://schemas.microsoft.com/office/drawing/2014/main" id="{B7600967-B780-14BB-C717-97FE3C527AD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37D5B7D5-BABD-8A29-6A36-657A57B5D9CF}"/>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E6041349-952E-04E7-3525-09A687F2AFC2}"/>
              </a:ext>
            </a:extLst>
          </p:cNvPr>
          <p:cNvSpPr>
            <a:spLocks noGrp="1"/>
          </p:cNvSpPr>
          <p:nvPr>
            <p:ph type="sldNum" sz="quarter" idx="12"/>
          </p:nvPr>
        </p:nvSpPr>
        <p:spPr/>
        <p:txBody>
          <a:bodyPr/>
          <a:lstStyle/>
          <a:p>
            <a:fld id="{D836C0FE-70CA-4950-82D6-CF602CC2B770}" type="slidenum">
              <a:rPr lang="en-GB" smtClean="0"/>
              <a:t>39</a:t>
            </a:fld>
            <a:endParaRPr lang="en-GB" dirty="0"/>
          </a:p>
        </p:txBody>
      </p:sp>
    </p:spTree>
    <p:extLst>
      <p:ext uri="{BB962C8B-B14F-4D97-AF65-F5344CB8AC3E}">
        <p14:creationId xmlns:p14="http://schemas.microsoft.com/office/powerpoint/2010/main" val="203921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Digression: </a:t>
            </a:r>
            <a:br>
              <a:rPr lang="en-GB" dirty="0"/>
            </a:br>
            <a:r>
              <a:rPr lang="en-GB" dirty="0"/>
              <a:t>How many interviews do you need?</a:t>
            </a:r>
          </a:p>
        </p:txBody>
      </p:sp>
      <p:sp>
        <p:nvSpPr>
          <p:cNvPr id="69" name="Inhaltsplatzhalter 68"/>
          <p:cNvSpPr>
            <a:spLocks noGrp="1"/>
          </p:cNvSpPr>
          <p:nvPr>
            <p:ph idx="1"/>
          </p:nvPr>
        </p:nvSpPr>
        <p:spPr>
          <a:xfrm>
            <a:off x="695325" y="1556793"/>
            <a:ext cx="6797676" cy="4607472"/>
          </a:xfrm>
        </p:spPr>
        <p:txBody>
          <a:bodyPr anchor="ctr"/>
          <a:lstStyle/>
          <a:p>
            <a:pPr>
              <a:spcBef>
                <a:spcPts val="600"/>
              </a:spcBef>
              <a:spcAft>
                <a:spcPts val="200"/>
              </a:spcAft>
            </a:pPr>
            <a:r>
              <a:rPr lang="en-GB" b="1" dirty="0">
                <a:solidFill>
                  <a:prstClr val="black"/>
                </a:solidFill>
              </a:rPr>
              <a:t>Basically: </a:t>
            </a:r>
            <a:r>
              <a:rPr lang="en-GB" dirty="0">
                <a:solidFill>
                  <a:prstClr val="black"/>
                </a:solidFill>
              </a:rPr>
              <a:t>number of interviews = f(research question)</a:t>
            </a:r>
          </a:p>
          <a:p>
            <a:pPr lvl="1">
              <a:spcAft>
                <a:spcPts val="200"/>
              </a:spcAft>
            </a:pPr>
            <a:r>
              <a:rPr lang="en-GB" b="1" dirty="0">
                <a:solidFill>
                  <a:prstClr val="black"/>
                </a:solidFill>
              </a:rPr>
              <a:t>„Thick description": </a:t>
            </a:r>
            <a:br>
              <a:rPr lang="en-GB" b="1" dirty="0">
                <a:solidFill>
                  <a:prstClr val="black"/>
                </a:solidFill>
              </a:rPr>
            </a:br>
            <a:r>
              <a:rPr lang="en-GB" dirty="0">
                <a:solidFill>
                  <a:prstClr val="black"/>
                </a:solidFill>
              </a:rPr>
              <a:t>new material 👉 no new description nor interpretation</a:t>
            </a:r>
            <a:endParaRPr lang="en-GB" dirty="0"/>
          </a:p>
          <a:p>
            <a:pPr>
              <a:spcBef>
                <a:spcPts val="600"/>
              </a:spcBef>
              <a:spcAft>
                <a:spcPts val="200"/>
              </a:spcAft>
            </a:pPr>
            <a:r>
              <a:rPr lang="en-GB" b="1" dirty="0"/>
              <a:t>Pragmatic: </a:t>
            </a:r>
            <a:r>
              <a:rPr lang="en-GB" dirty="0"/>
              <a:t>dependent on</a:t>
            </a:r>
          </a:p>
          <a:p>
            <a:pPr lvl="1">
              <a:spcBef>
                <a:spcPts val="600"/>
              </a:spcBef>
              <a:spcAft>
                <a:spcPts val="200"/>
              </a:spcAft>
            </a:pPr>
            <a:r>
              <a:rPr lang="en-GB" dirty="0"/>
              <a:t>Resources: time, money &amp; personnel</a:t>
            </a:r>
          </a:p>
          <a:p>
            <a:pPr lvl="1">
              <a:spcBef>
                <a:spcPts val="600"/>
              </a:spcBef>
              <a:spcAft>
                <a:spcPts val="200"/>
              </a:spcAft>
            </a:pPr>
            <a:r>
              <a:rPr lang="en-GB" dirty="0"/>
              <a:t>Who do I want to investigate (= object of investigation)</a:t>
            </a:r>
          </a:p>
          <a:p>
            <a:pPr>
              <a:spcBef>
                <a:spcPts val="600"/>
              </a:spcBef>
              <a:spcAft>
                <a:spcPts val="400"/>
              </a:spcAft>
            </a:pPr>
            <a:r>
              <a:rPr lang="en-GB" b="1" dirty="0"/>
              <a:t>Rough estimate (MSc.): </a:t>
            </a:r>
            <a:r>
              <a:rPr lang="en-GB" dirty="0"/>
              <a:t>~ 10 interviews</a:t>
            </a:r>
          </a:p>
        </p:txBody>
      </p:sp>
      <p:pic>
        <p:nvPicPr>
          <p:cNvPr id="2052"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53186" y="906610"/>
            <a:ext cx="2834583" cy="5200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umsplatzhalter 2">
            <a:extLst>
              <a:ext uri="{FF2B5EF4-FFF2-40B4-BE49-F238E27FC236}">
                <a16:creationId xmlns:a16="http://schemas.microsoft.com/office/drawing/2014/main" id="{E0E4014A-4631-54E1-638D-F673A3934BF2}"/>
              </a:ext>
            </a:extLst>
          </p:cNvPr>
          <p:cNvSpPr>
            <a:spLocks noGrp="1"/>
          </p:cNvSpPr>
          <p:nvPr>
            <p:ph type="dt" sz="half" idx="10"/>
          </p:nvPr>
        </p:nvSpPr>
        <p:spPr/>
        <p:txBody>
          <a:bodyPr/>
          <a:lstStyle/>
          <a:p>
            <a:endParaRPr lang="en-GB" dirty="0"/>
          </a:p>
        </p:txBody>
      </p:sp>
      <p:sp>
        <p:nvSpPr>
          <p:cNvPr id="5" name="Fußzeilenplatzhalter 4">
            <a:extLst>
              <a:ext uri="{FF2B5EF4-FFF2-40B4-BE49-F238E27FC236}">
                <a16:creationId xmlns:a16="http://schemas.microsoft.com/office/drawing/2014/main" id="{02E67D58-FD1D-3C8F-D363-5F6A668B95D5}"/>
              </a:ext>
            </a:extLst>
          </p:cNvPr>
          <p:cNvSpPr>
            <a:spLocks noGrp="1"/>
          </p:cNvSpPr>
          <p:nvPr>
            <p:ph type="ftr" sz="quarter" idx="11"/>
          </p:nvPr>
        </p:nvSpPr>
        <p:spPr/>
        <p:txBody>
          <a:bodyPr/>
          <a:lstStyle/>
          <a:p>
            <a:r>
              <a:rPr lang="en-GB" dirty="0"/>
              <a:t>KMH | IL Scientific Method</a:t>
            </a:r>
          </a:p>
        </p:txBody>
      </p:sp>
      <p:sp>
        <p:nvSpPr>
          <p:cNvPr id="6" name="Foliennummernplatzhalter 5">
            <a:extLst>
              <a:ext uri="{FF2B5EF4-FFF2-40B4-BE49-F238E27FC236}">
                <a16:creationId xmlns:a16="http://schemas.microsoft.com/office/drawing/2014/main" id="{CCF5675A-2882-869A-00F8-7C7EC3CBE52A}"/>
              </a:ext>
            </a:extLst>
          </p:cNvPr>
          <p:cNvSpPr>
            <a:spLocks noGrp="1"/>
          </p:cNvSpPr>
          <p:nvPr>
            <p:ph type="sldNum" sz="quarter" idx="12"/>
          </p:nvPr>
        </p:nvSpPr>
        <p:spPr/>
        <p:txBody>
          <a:bodyPr/>
          <a:lstStyle/>
          <a:p>
            <a:fld id="{D836C0FE-70CA-4950-82D6-CF602CC2B770}" type="slidenum">
              <a:rPr lang="en-GB" smtClean="0"/>
              <a:t>40</a:t>
            </a:fld>
            <a:endParaRPr lang="en-GB" dirty="0"/>
          </a:p>
        </p:txBody>
      </p:sp>
    </p:spTree>
    <p:extLst>
      <p:ext uri="{BB962C8B-B14F-4D97-AF65-F5344CB8AC3E}">
        <p14:creationId xmlns:p14="http://schemas.microsoft.com/office/powerpoint/2010/main" val="151072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9">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9">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F1DF29B-E850-C938-A68F-0B6F70A3DB6B}"/>
              </a:ext>
            </a:extLst>
          </p:cNvPr>
          <p:cNvSpPr>
            <a:spLocks noGrp="1"/>
          </p:cNvSpPr>
          <p:nvPr>
            <p:ph type="sldNum" sz="quarter" idx="12"/>
          </p:nvPr>
        </p:nvSpPr>
        <p:spPr/>
        <p:txBody>
          <a:bodyPr/>
          <a:lstStyle/>
          <a:p>
            <a:fld id="{D836C0FE-70CA-4950-82D6-CF602CC2B770}" type="slidenum">
              <a:rPr lang="en-GB" smtClean="0"/>
              <a:t>41</a:t>
            </a:fld>
            <a:endParaRPr lang="en-GB" dirty="0"/>
          </a:p>
        </p:txBody>
      </p:sp>
      <p:sp>
        <p:nvSpPr>
          <p:cNvPr id="3" name="Titel 2">
            <a:extLst>
              <a:ext uri="{FF2B5EF4-FFF2-40B4-BE49-F238E27FC236}">
                <a16:creationId xmlns:a16="http://schemas.microsoft.com/office/drawing/2014/main" id="{01762546-8CB7-C85F-6D0C-30AC35A44A11}"/>
              </a:ext>
            </a:extLst>
          </p:cNvPr>
          <p:cNvSpPr>
            <a:spLocks noGrp="1"/>
          </p:cNvSpPr>
          <p:nvPr>
            <p:ph type="title"/>
          </p:nvPr>
        </p:nvSpPr>
        <p:spPr/>
        <p:txBody>
          <a:bodyPr/>
          <a:lstStyle/>
          <a:p>
            <a:r>
              <a:rPr lang="en-GB" dirty="0"/>
              <a:t>Digression: “Thick Description”?</a:t>
            </a:r>
          </a:p>
        </p:txBody>
      </p:sp>
      <p:sp>
        <p:nvSpPr>
          <p:cNvPr id="4" name="Inhaltsplatzhalter 3">
            <a:extLst>
              <a:ext uri="{FF2B5EF4-FFF2-40B4-BE49-F238E27FC236}">
                <a16:creationId xmlns:a16="http://schemas.microsoft.com/office/drawing/2014/main" id="{683C6D6A-CF92-703D-368F-ED3A1ABFDCED}"/>
              </a:ext>
            </a:extLst>
          </p:cNvPr>
          <p:cNvSpPr>
            <a:spLocks noGrp="1"/>
          </p:cNvSpPr>
          <p:nvPr>
            <p:ph idx="1"/>
          </p:nvPr>
        </p:nvSpPr>
        <p:spPr>
          <a:xfrm>
            <a:off x="695324" y="1014413"/>
            <a:ext cx="10800675" cy="5149852"/>
          </a:xfrm>
        </p:spPr>
        <p:txBody>
          <a:bodyPr>
            <a:normAutofit/>
          </a:bodyPr>
          <a:lstStyle/>
          <a:p>
            <a:r>
              <a:rPr lang="en-GB" b="1" dirty="0"/>
              <a:t>Rich Context:</a:t>
            </a:r>
            <a:r>
              <a:rPr lang="en-GB" dirty="0"/>
              <a:t> Explains the setting, participants, and circumstances in detail, helping the reader understand the environment in which the phenomenon occurs</a:t>
            </a:r>
          </a:p>
          <a:p>
            <a:r>
              <a:rPr lang="en-GB" b="1" dirty="0"/>
              <a:t>Multiple Perspectives:</a:t>
            </a:r>
            <a:r>
              <a:rPr lang="en-GB" dirty="0"/>
              <a:t> Incorporates diverse viewpoints and experiences to capture the complexity of the situation</a:t>
            </a:r>
          </a:p>
          <a:p>
            <a:r>
              <a:rPr lang="en-GB" b="1" dirty="0"/>
              <a:t>Meaning and Interpretation:</a:t>
            </a:r>
            <a:r>
              <a:rPr lang="en-GB" dirty="0"/>
              <a:t> Goes beyond describing "what happened" to explore "why" and "how" events and behaviours hold particular meanings for participants</a:t>
            </a:r>
          </a:p>
          <a:p>
            <a:r>
              <a:rPr lang="en-GB" b="1" dirty="0"/>
              <a:t>Layered Analysis:</a:t>
            </a:r>
            <a:r>
              <a:rPr lang="en-GB" dirty="0"/>
              <a:t> Links empirical observations to theoretical insights, showing how the data connects to broader social or cultural contexts</a:t>
            </a:r>
          </a:p>
          <a:p>
            <a:r>
              <a:rPr lang="en-GB" b="1" dirty="0">
                <a:solidFill>
                  <a:schemeClr val="tx2"/>
                </a:solidFill>
              </a:rPr>
              <a:t>Grounded in Data:</a:t>
            </a:r>
            <a:r>
              <a:rPr lang="en-GB" dirty="0">
                <a:solidFill>
                  <a:schemeClr val="tx2"/>
                </a:solidFill>
              </a:rPr>
              <a:t> </a:t>
            </a:r>
            <a:r>
              <a:rPr lang="en-GB" dirty="0"/>
              <a:t>Stays faithful to the principles of grounded theory by basing interpretations and descriptions directly on empirical data. </a:t>
            </a:r>
          </a:p>
        </p:txBody>
      </p:sp>
      <p:sp>
        <p:nvSpPr>
          <p:cNvPr id="5" name="Datumsplatzhalter 4">
            <a:extLst>
              <a:ext uri="{FF2B5EF4-FFF2-40B4-BE49-F238E27FC236}">
                <a16:creationId xmlns:a16="http://schemas.microsoft.com/office/drawing/2014/main" id="{C3EE5825-8487-3CDC-A4AB-A4E6335523D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A6515B97-7ECC-421E-7549-526AB034D8FB}"/>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20713430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B150246-10C4-FD25-4ED4-5E83F08A0D62}"/>
              </a:ext>
            </a:extLst>
          </p:cNvPr>
          <p:cNvSpPr>
            <a:spLocks noGrp="1"/>
          </p:cNvSpPr>
          <p:nvPr>
            <p:ph type="sldNum" sz="quarter" idx="12"/>
          </p:nvPr>
        </p:nvSpPr>
        <p:spPr/>
        <p:txBody>
          <a:bodyPr/>
          <a:lstStyle/>
          <a:p>
            <a:fld id="{D836C0FE-70CA-4950-82D6-CF602CC2B770}" type="slidenum">
              <a:rPr lang="en-GB" smtClean="0"/>
              <a:t>42</a:t>
            </a:fld>
            <a:endParaRPr lang="en-GB" dirty="0"/>
          </a:p>
        </p:txBody>
      </p:sp>
      <p:sp>
        <p:nvSpPr>
          <p:cNvPr id="3" name="Titel 2">
            <a:extLst>
              <a:ext uri="{FF2B5EF4-FFF2-40B4-BE49-F238E27FC236}">
                <a16:creationId xmlns:a16="http://schemas.microsoft.com/office/drawing/2014/main" id="{C79DB845-F9E7-1354-2AF1-B08BB5DDEEB3}"/>
              </a:ext>
            </a:extLst>
          </p:cNvPr>
          <p:cNvSpPr>
            <a:spLocks noGrp="1"/>
          </p:cNvSpPr>
          <p:nvPr>
            <p:ph type="title"/>
          </p:nvPr>
        </p:nvSpPr>
        <p:spPr/>
        <p:txBody>
          <a:bodyPr/>
          <a:lstStyle/>
          <a:p>
            <a:r>
              <a:rPr lang="en-GB" dirty="0"/>
              <a:t>Types of qualitative Interviews</a:t>
            </a:r>
          </a:p>
        </p:txBody>
      </p:sp>
      <p:sp>
        <p:nvSpPr>
          <p:cNvPr id="5" name="Datumsplatzhalter 4">
            <a:extLst>
              <a:ext uri="{FF2B5EF4-FFF2-40B4-BE49-F238E27FC236}">
                <a16:creationId xmlns:a16="http://schemas.microsoft.com/office/drawing/2014/main" id="{37B13C92-3418-9603-3DAD-D888A5C75B83}"/>
              </a:ext>
            </a:extLst>
          </p:cNvPr>
          <p:cNvSpPr>
            <a:spLocks noGrp="1"/>
          </p:cNvSpPr>
          <p:nvPr>
            <p:ph type="dt" sz="half" idx="10"/>
          </p:nvPr>
        </p:nvSpPr>
        <p:spPr/>
        <p:txBody>
          <a:bodyPr/>
          <a:lstStyle/>
          <a:p>
            <a:r>
              <a:rPr lang="en-GB" dirty="0"/>
              <a:t>(adapted from: Flick et al. 1995:159)</a:t>
            </a:r>
          </a:p>
        </p:txBody>
      </p:sp>
      <p:sp>
        <p:nvSpPr>
          <p:cNvPr id="6" name="Fußzeilenplatzhalter 5">
            <a:extLst>
              <a:ext uri="{FF2B5EF4-FFF2-40B4-BE49-F238E27FC236}">
                <a16:creationId xmlns:a16="http://schemas.microsoft.com/office/drawing/2014/main" id="{556FB8DA-E8DC-BE69-B65F-086FFBCE029C}"/>
              </a:ext>
            </a:extLst>
          </p:cNvPr>
          <p:cNvSpPr>
            <a:spLocks noGrp="1"/>
          </p:cNvSpPr>
          <p:nvPr>
            <p:ph type="ftr" sz="quarter" idx="11"/>
          </p:nvPr>
        </p:nvSpPr>
        <p:spPr/>
        <p:txBody>
          <a:bodyPr/>
          <a:lstStyle/>
          <a:p>
            <a:r>
              <a:rPr lang="en-GB" dirty="0"/>
              <a:t>KMH | IL Scientific Method</a:t>
            </a:r>
          </a:p>
        </p:txBody>
      </p:sp>
      <p:pic>
        <p:nvPicPr>
          <p:cNvPr id="10" name="Inhaltsplatzhalter 9">
            <a:extLst>
              <a:ext uri="{FF2B5EF4-FFF2-40B4-BE49-F238E27FC236}">
                <a16:creationId xmlns:a16="http://schemas.microsoft.com/office/drawing/2014/main" id="{98D4D9CF-7BDA-F745-CAD7-814314370F42}"/>
              </a:ext>
            </a:extLst>
          </p:cNvPr>
          <p:cNvPicPr>
            <a:picLocks noGrp="1" noChangeAspect="1"/>
          </p:cNvPicPr>
          <p:nvPr>
            <p:ph idx="1"/>
          </p:nvPr>
        </p:nvPicPr>
        <p:blipFill>
          <a:blip r:embed="rId2"/>
          <a:stretch>
            <a:fillRect/>
          </a:stretch>
        </p:blipFill>
        <p:spPr>
          <a:xfrm>
            <a:off x="1375116" y="1643060"/>
            <a:ext cx="9441768" cy="4264024"/>
          </a:xfrm>
          <a:prstGeom prst="rect">
            <a:avLst/>
          </a:prstGeom>
        </p:spPr>
      </p:pic>
    </p:spTree>
    <p:extLst>
      <p:ext uri="{BB962C8B-B14F-4D97-AF65-F5344CB8AC3E}">
        <p14:creationId xmlns:p14="http://schemas.microsoft.com/office/powerpoint/2010/main" val="41803805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clrChange>
              <a:clrFrom>
                <a:srgbClr val="FCFCFA"/>
              </a:clrFrom>
              <a:clrTo>
                <a:srgbClr val="FCFCFA">
                  <a:alpha val="0"/>
                </a:srgbClr>
              </a:clrTo>
            </a:clrChange>
            <a:extLst>
              <a:ext uri="{28A0092B-C50C-407E-A947-70E740481C1C}">
                <a14:useLocalDpi xmlns:a14="http://schemas.microsoft.com/office/drawing/2010/main" val="0"/>
              </a:ext>
            </a:extLst>
          </a:blip>
          <a:srcRect/>
          <a:stretch>
            <a:fillRect/>
          </a:stretch>
        </p:blipFill>
        <p:spPr bwMode="auto">
          <a:xfrm>
            <a:off x="9012324" y="3896474"/>
            <a:ext cx="2646075" cy="2132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el 1"/>
          <p:cNvSpPr>
            <a:spLocks noGrp="1"/>
          </p:cNvSpPr>
          <p:nvPr>
            <p:ph type="title"/>
          </p:nvPr>
        </p:nvSpPr>
        <p:spPr/>
        <p:txBody>
          <a:bodyPr/>
          <a:lstStyle/>
          <a:p>
            <a:r>
              <a:rPr lang="en-GB" dirty="0"/>
              <a:t>The episodic interview</a:t>
            </a:r>
          </a:p>
        </p:txBody>
      </p:sp>
      <p:sp>
        <p:nvSpPr>
          <p:cNvPr id="3" name="Inhaltsplatzhalter 2"/>
          <p:cNvSpPr>
            <a:spLocks noGrp="1"/>
          </p:cNvSpPr>
          <p:nvPr>
            <p:ph idx="1"/>
          </p:nvPr>
        </p:nvSpPr>
        <p:spPr>
          <a:xfrm>
            <a:off x="695324" y="1098550"/>
            <a:ext cx="10800675" cy="5045080"/>
          </a:xfrm>
        </p:spPr>
        <p:txBody>
          <a:bodyPr anchor="ctr">
            <a:normAutofit fontScale="92500" lnSpcReduction="10000"/>
          </a:bodyPr>
          <a:lstStyle/>
          <a:p>
            <a:pPr marL="0" indent="0">
              <a:lnSpc>
                <a:spcPct val="104000"/>
              </a:lnSpc>
              <a:spcBef>
                <a:spcPts val="600"/>
              </a:spcBef>
              <a:spcAft>
                <a:spcPts val="1200"/>
              </a:spcAft>
              <a:buNone/>
            </a:pPr>
            <a:r>
              <a:rPr lang="en-GB" sz="2400" b="1" dirty="0">
                <a:solidFill>
                  <a:srgbClr val="E37823"/>
                </a:solidFill>
              </a:rPr>
              <a:t>Goal: </a:t>
            </a:r>
            <a:r>
              <a:rPr lang="en-GB" sz="2400" b="1" dirty="0"/>
              <a:t>discover regularities and rules on the basis of experience (inductive)</a:t>
            </a:r>
            <a:br>
              <a:rPr lang="en-GB" sz="2400" b="1" dirty="0"/>
            </a:br>
            <a:endParaRPr lang="en-GB" sz="2400" b="1" dirty="0"/>
          </a:p>
          <a:p>
            <a:pPr marL="0" indent="0">
              <a:lnSpc>
                <a:spcPct val="104000"/>
              </a:lnSpc>
              <a:spcBef>
                <a:spcPts val="600"/>
              </a:spcBef>
              <a:spcAft>
                <a:spcPts val="1200"/>
              </a:spcAft>
              <a:buNone/>
            </a:pPr>
            <a:r>
              <a:rPr lang="en-GB" sz="2400" b="1" dirty="0"/>
              <a:t>Experiences</a:t>
            </a:r>
            <a:r>
              <a:rPr lang="en-GB" sz="2400" dirty="0"/>
              <a:t> with objects of investigation are based on</a:t>
            </a:r>
          </a:p>
          <a:p>
            <a:pPr lvl="2">
              <a:lnSpc>
                <a:spcPct val="104000"/>
              </a:lnSpc>
              <a:spcBef>
                <a:spcPts val="600"/>
              </a:spcBef>
              <a:spcAft>
                <a:spcPts val="1200"/>
              </a:spcAft>
            </a:pPr>
            <a:r>
              <a:rPr lang="en-GB" sz="2000" b="1" dirty="0"/>
              <a:t>narrative-episodic knowledge </a:t>
            </a:r>
            <a:r>
              <a:rPr lang="en-GB" sz="2000" dirty="0"/>
              <a:t>and</a:t>
            </a:r>
          </a:p>
          <a:p>
            <a:pPr lvl="2">
              <a:lnSpc>
                <a:spcPct val="104000"/>
              </a:lnSpc>
              <a:spcBef>
                <a:spcPts val="600"/>
              </a:spcBef>
              <a:spcAft>
                <a:spcPts val="1200"/>
              </a:spcAft>
            </a:pPr>
            <a:r>
              <a:rPr lang="en-GB" sz="2000" dirty="0"/>
              <a:t>derived from this </a:t>
            </a:r>
            <a:r>
              <a:rPr lang="en-GB" sz="2000" b="1" dirty="0"/>
              <a:t>"semantic" knowledge</a:t>
            </a:r>
            <a:r>
              <a:rPr lang="en-GB" sz="2000" dirty="0"/>
              <a:t>: generalisations &amp; abstractions</a:t>
            </a:r>
          </a:p>
          <a:p>
            <a:pPr lvl="1">
              <a:lnSpc>
                <a:spcPct val="104000"/>
              </a:lnSpc>
              <a:spcAft>
                <a:spcPts val="1200"/>
              </a:spcAft>
            </a:pPr>
            <a:r>
              <a:rPr lang="en-GB" sz="2400" dirty="0"/>
              <a:t>Interviewer lets interviewee narrate, but also asks "own" questions</a:t>
            </a:r>
            <a:br>
              <a:rPr lang="en-GB" sz="2400" dirty="0"/>
            </a:br>
            <a:r>
              <a:rPr lang="en-GB" sz="2400" dirty="0"/>
              <a:t>👉</a:t>
            </a:r>
            <a:r>
              <a:rPr lang="en-GB" sz="2400" b="1" dirty="0">
                <a:solidFill>
                  <a:srgbClr val="E37823"/>
                </a:solidFill>
              </a:rPr>
              <a:t> Combination of narration &amp; targeted questions</a:t>
            </a:r>
          </a:p>
          <a:p>
            <a:pPr lvl="2">
              <a:spcAft>
                <a:spcPts val="1200"/>
              </a:spcAft>
            </a:pPr>
            <a:r>
              <a:rPr lang="en-GB" sz="2000" b="1" dirty="0"/>
              <a:t>Guideline</a:t>
            </a:r>
            <a:r>
              <a:rPr lang="en-GB" sz="2000" dirty="0"/>
              <a:t> necessary</a:t>
            </a:r>
          </a:p>
          <a:p>
            <a:pPr lvl="1">
              <a:spcAft>
                <a:spcPts val="1200"/>
              </a:spcAft>
            </a:pPr>
            <a:r>
              <a:rPr lang="en-GB" sz="2400" b="1" dirty="0"/>
              <a:t>Possible applications:</a:t>
            </a:r>
          </a:p>
          <a:p>
            <a:pPr lvl="2">
              <a:spcAft>
                <a:spcPts val="1200"/>
              </a:spcAft>
            </a:pPr>
            <a:r>
              <a:rPr lang="en-GB" sz="2000" dirty="0"/>
              <a:t>Group-specific differences in experiential knowledge</a:t>
            </a:r>
          </a:p>
        </p:txBody>
      </p:sp>
      <p:sp>
        <p:nvSpPr>
          <p:cNvPr id="5" name="Rechteck 4"/>
          <p:cNvSpPr/>
          <p:nvPr/>
        </p:nvSpPr>
        <p:spPr>
          <a:xfrm>
            <a:off x="8040216" y="404664"/>
            <a:ext cx="1944216" cy="864096"/>
          </a:xfrm>
          <a:prstGeom prst="rect">
            <a:avLst/>
          </a:prstGeom>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rtlCol="0" anchor="ctr"/>
          <a:lstStyle/>
          <a:p>
            <a:pPr algn="ctr" defTabSz="457189" fontAlgn="base">
              <a:spcBef>
                <a:spcPct val="0"/>
              </a:spcBef>
              <a:spcAft>
                <a:spcPct val="0"/>
              </a:spcAft>
            </a:pPr>
            <a:endParaRPr lang="en-GB" dirty="0">
              <a:solidFill>
                <a:prstClr val="black"/>
              </a:solidFill>
              <a:latin typeface="Calibri"/>
            </a:endParaRPr>
          </a:p>
        </p:txBody>
      </p:sp>
      <p:sp>
        <p:nvSpPr>
          <p:cNvPr id="6" name="Datumsplatzhalter 5">
            <a:extLst>
              <a:ext uri="{FF2B5EF4-FFF2-40B4-BE49-F238E27FC236}">
                <a16:creationId xmlns:a16="http://schemas.microsoft.com/office/drawing/2014/main" id="{8889A5FC-7356-76EF-E011-987D7061AEB5}"/>
              </a:ext>
            </a:extLst>
          </p:cNvPr>
          <p:cNvSpPr>
            <a:spLocks noGrp="1"/>
          </p:cNvSpPr>
          <p:nvPr>
            <p:ph type="dt" sz="half" idx="10"/>
          </p:nvPr>
        </p:nvSpPr>
        <p:spPr/>
        <p:txBody>
          <a:bodyPr/>
          <a:lstStyle/>
          <a:p>
            <a:endParaRPr lang="en-GB" dirty="0"/>
          </a:p>
        </p:txBody>
      </p:sp>
      <p:sp>
        <p:nvSpPr>
          <p:cNvPr id="7" name="Fußzeilenplatzhalter 6">
            <a:extLst>
              <a:ext uri="{FF2B5EF4-FFF2-40B4-BE49-F238E27FC236}">
                <a16:creationId xmlns:a16="http://schemas.microsoft.com/office/drawing/2014/main" id="{1A153C40-30D9-5686-8258-F0CDB4F589E0}"/>
              </a:ext>
            </a:extLst>
          </p:cNvPr>
          <p:cNvSpPr>
            <a:spLocks noGrp="1"/>
          </p:cNvSpPr>
          <p:nvPr>
            <p:ph type="ftr" sz="quarter" idx="11"/>
          </p:nvPr>
        </p:nvSpPr>
        <p:spPr/>
        <p:txBody>
          <a:bodyPr/>
          <a:lstStyle/>
          <a:p>
            <a:r>
              <a:rPr lang="en-GB" dirty="0"/>
              <a:t>KMH | IL Scientific Method</a:t>
            </a:r>
          </a:p>
        </p:txBody>
      </p:sp>
      <p:sp>
        <p:nvSpPr>
          <p:cNvPr id="8" name="Foliennummernplatzhalter 7">
            <a:extLst>
              <a:ext uri="{FF2B5EF4-FFF2-40B4-BE49-F238E27FC236}">
                <a16:creationId xmlns:a16="http://schemas.microsoft.com/office/drawing/2014/main" id="{4B0013F9-FCBE-A758-E74A-54FDCEA11AE0}"/>
              </a:ext>
            </a:extLst>
          </p:cNvPr>
          <p:cNvSpPr>
            <a:spLocks noGrp="1"/>
          </p:cNvSpPr>
          <p:nvPr>
            <p:ph type="sldNum" sz="quarter" idx="12"/>
          </p:nvPr>
        </p:nvSpPr>
        <p:spPr/>
        <p:txBody>
          <a:bodyPr/>
          <a:lstStyle/>
          <a:p>
            <a:fld id="{D836C0FE-70CA-4950-82D6-CF602CC2B770}" type="slidenum">
              <a:rPr lang="en-GB" smtClean="0"/>
              <a:t>43</a:t>
            </a:fld>
            <a:endParaRPr lang="en-GB" dirty="0"/>
          </a:p>
        </p:txBody>
      </p:sp>
    </p:spTree>
    <p:extLst>
      <p:ext uri="{BB962C8B-B14F-4D97-AF65-F5344CB8AC3E}">
        <p14:creationId xmlns:p14="http://schemas.microsoft.com/office/powerpoint/2010/main" val="353554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8B2D8-DCB1-747C-30F0-FB548B819A56}"/>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1AB9789-5B5F-C47D-7995-53FE0DCFA5B2}"/>
              </a:ext>
            </a:extLst>
          </p:cNvPr>
          <p:cNvSpPr>
            <a:spLocks noGrp="1"/>
          </p:cNvSpPr>
          <p:nvPr>
            <p:ph type="sldNum" sz="quarter" idx="12"/>
          </p:nvPr>
        </p:nvSpPr>
        <p:spPr/>
        <p:txBody>
          <a:bodyPr/>
          <a:lstStyle/>
          <a:p>
            <a:fld id="{D836C0FE-70CA-4950-82D6-CF602CC2B770}" type="slidenum">
              <a:rPr lang="en-GB" smtClean="0"/>
              <a:t>44</a:t>
            </a:fld>
            <a:endParaRPr lang="en-GB" dirty="0"/>
          </a:p>
        </p:txBody>
      </p:sp>
      <p:sp>
        <p:nvSpPr>
          <p:cNvPr id="3" name="Titel 2">
            <a:extLst>
              <a:ext uri="{FF2B5EF4-FFF2-40B4-BE49-F238E27FC236}">
                <a16:creationId xmlns:a16="http://schemas.microsoft.com/office/drawing/2014/main" id="{033CE2C7-6720-8E96-59CF-E30F64FC1629}"/>
              </a:ext>
            </a:extLst>
          </p:cNvPr>
          <p:cNvSpPr>
            <a:spLocks noGrp="1"/>
          </p:cNvSpPr>
          <p:nvPr>
            <p:ph type="title"/>
          </p:nvPr>
        </p:nvSpPr>
        <p:spPr/>
        <p:txBody>
          <a:bodyPr/>
          <a:lstStyle/>
          <a:p>
            <a:r>
              <a:rPr lang="en-GB" dirty="0"/>
              <a:t>Types of qualitative Interviews</a:t>
            </a:r>
          </a:p>
        </p:txBody>
      </p:sp>
      <p:sp>
        <p:nvSpPr>
          <p:cNvPr id="5" name="Datumsplatzhalter 4">
            <a:extLst>
              <a:ext uri="{FF2B5EF4-FFF2-40B4-BE49-F238E27FC236}">
                <a16:creationId xmlns:a16="http://schemas.microsoft.com/office/drawing/2014/main" id="{BF4F69A0-7119-E434-9646-A2191A721162}"/>
              </a:ext>
            </a:extLst>
          </p:cNvPr>
          <p:cNvSpPr>
            <a:spLocks noGrp="1"/>
          </p:cNvSpPr>
          <p:nvPr>
            <p:ph type="dt" sz="half" idx="10"/>
          </p:nvPr>
        </p:nvSpPr>
        <p:spPr/>
        <p:txBody>
          <a:bodyPr/>
          <a:lstStyle/>
          <a:p>
            <a:r>
              <a:rPr lang="en-GB" dirty="0"/>
              <a:t>(adapted from: Flick et al. 1995:159)</a:t>
            </a:r>
          </a:p>
        </p:txBody>
      </p:sp>
      <p:sp>
        <p:nvSpPr>
          <p:cNvPr id="6" name="Fußzeilenplatzhalter 5">
            <a:extLst>
              <a:ext uri="{FF2B5EF4-FFF2-40B4-BE49-F238E27FC236}">
                <a16:creationId xmlns:a16="http://schemas.microsoft.com/office/drawing/2014/main" id="{5CB652A2-DD22-704F-2893-83978AF9CDBB}"/>
              </a:ext>
            </a:extLst>
          </p:cNvPr>
          <p:cNvSpPr>
            <a:spLocks noGrp="1"/>
          </p:cNvSpPr>
          <p:nvPr>
            <p:ph type="ftr" sz="quarter" idx="11"/>
          </p:nvPr>
        </p:nvSpPr>
        <p:spPr/>
        <p:txBody>
          <a:bodyPr/>
          <a:lstStyle/>
          <a:p>
            <a:r>
              <a:rPr lang="en-GB" dirty="0"/>
              <a:t>KMH | IL Scientific Method</a:t>
            </a:r>
          </a:p>
        </p:txBody>
      </p:sp>
      <p:pic>
        <p:nvPicPr>
          <p:cNvPr id="10" name="Inhaltsplatzhalter 9">
            <a:extLst>
              <a:ext uri="{FF2B5EF4-FFF2-40B4-BE49-F238E27FC236}">
                <a16:creationId xmlns:a16="http://schemas.microsoft.com/office/drawing/2014/main" id="{BF9E4B99-ECCA-44EB-1CE7-5EAB661EE344}"/>
              </a:ext>
            </a:extLst>
          </p:cNvPr>
          <p:cNvPicPr>
            <a:picLocks noGrp="1" noChangeAspect="1"/>
          </p:cNvPicPr>
          <p:nvPr>
            <p:ph idx="1"/>
          </p:nvPr>
        </p:nvPicPr>
        <p:blipFill>
          <a:blip r:embed="rId2"/>
          <a:stretch>
            <a:fillRect/>
          </a:stretch>
        </p:blipFill>
        <p:spPr>
          <a:xfrm>
            <a:off x="1375116" y="1643060"/>
            <a:ext cx="9441768" cy="4264024"/>
          </a:xfrm>
          <a:prstGeom prst="rect">
            <a:avLst/>
          </a:prstGeom>
        </p:spPr>
      </p:pic>
    </p:spTree>
    <p:extLst>
      <p:ext uri="{BB962C8B-B14F-4D97-AF65-F5344CB8AC3E}">
        <p14:creationId xmlns:p14="http://schemas.microsoft.com/office/powerpoint/2010/main" val="24207742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focussed interview</a:t>
            </a:r>
          </a:p>
        </p:txBody>
      </p:sp>
      <p:sp>
        <p:nvSpPr>
          <p:cNvPr id="3" name="Inhaltsplatzhalter 2"/>
          <p:cNvSpPr>
            <a:spLocks noGrp="1"/>
          </p:cNvSpPr>
          <p:nvPr>
            <p:ph idx="1"/>
          </p:nvPr>
        </p:nvSpPr>
        <p:spPr>
          <a:xfrm>
            <a:off x="695324" y="885369"/>
            <a:ext cx="10800675" cy="5409522"/>
          </a:xfrm>
        </p:spPr>
        <p:txBody>
          <a:bodyPr anchor="ctr">
            <a:normAutofit/>
          </a:bodyPr>
          <a:lstStyle/>
          <a:p>
            <a:pPr marL="0" indent="0">
              <a:lnSpc>
                <a:spcPct val="104000"/>
              </a:lnSpc>
              <a:spcBef>
                <a:spcPts val="600"/>
              </a:spcBef>
              <a:spcAft>
                <a:spcPts val="1600"/>
              </a:spcAft>
              <a:buNone/>
            </a:pPr>
            <a:r>
              <a:rPr lang="en-GB" sz="2400" b="1" dirty="0">
                <a:solidFill>
                  <a:srgbClr val="E37823"/>
                </a:solidFill>
              </a:rPr>
              <a:t>Objective: </a:t>
            </a:r>
            <a:r>
              <a:rPr lang="en-GB" sz="2400" b="1" dirty="0"/>
              <a:t>Based on a stimulus</a:t>
            </a:r>
            <a:br>
              <a:rPr lang="en-GB" sz="2400" b="1" dirty="0"/>
            </a:br>
            <a:r>
              <a:rPr lang="en-GB" sz="2400" b="1" dirty="0"/>
              <a:t> (e.g. film, planning, etc.), develop &amp; </a:t>
            </a:r>
            <a:br>
              <a:rPr lang="en-GB" sz="2400" b="1" dirty="0"/>
            </a:br>
            <a:r>
              <a:rPr lang="en-GB" sz="2400" b="1" dirty="0"/>
              <a:t>test hypotheses on subjective experiences, </a:t>
            </a:r>
            <a:br>
              <a:rPr lang="en-GB" sz="2400" b="1" dirty="0"/>
            </a:br>
            <a:r>
              <a:rPr lang="en-GB" sz="2400" b="1" dirty="0"/>
              <a:t>perceptions &amp; relevant elements</a:t>
            </a:r>
          </a:p>
          <a:p>
            <a:pPr>
              <a:lnSpc>
                <a:spcPct val="104000"/>
              </a:lnSpc>
              <a:spcAft>
                <a:spcPts val="1600"/>
              </a:spcAft>
            </a:pPr>
            <a:r>
              <a:rPr lang="en-GB" sz="2400" b="1" dirty="0"/>
              <a:t>"Deductive" variant: </a:t>
            </a:r>
            <a:r>
              <a:rPr lang="en-GB" sz="2400" dirty="0"/>
              <a:t>validate hypotheses in advance &amp; in the interview</a:t>
            </a:r>
          </a:p>
          <a:p>
            <a:pPr marL="1104872" lvl="2" indent="-342891">
              <a:lnSpc>
                <a:spcPct val="104000"/>
              </a:lnSpc>
              <a:spcAft>
                <a:spcPts val="1600"/>
              </a:spcAft>
            </a:pPr>
            <a:r>
              <a:rPr lang="en-GB" dirty="0"/>
              <a:t>Preliminary examination of stimulus on a </a:t>
            </a:r>
            <a:r>
              <a:rPr lang="en-GB" dirty="0" err="1"/>
              <a:t>theoret</a:t>
            </a:r>
            <a:r>
              <a:rPr lang="en-GB" dirty="0"/>
              <a:t>. Level 👉</a:t>
            </a:r>
            <a:r>
              <a:rPr lang="en-GB" dirty="0">
                <a:solidFill>
                  <a:srgbClr val="E37823"/>
                </a:solidFill>
              </a:rPr>
              <a:t> guide</a:t>
            </a:r>
          </a:p>
          <a:p>
            <a:pPr marL="1104872" lvl="2" indent="-342891">
              <a:lnSpc>
                <a:spcPct val="104000"/>
              </a:lnSpc>
              <a:spcAft>
                <a:spcPts val="1600"/>
              </a:spcAft>
            </a:pPr>
            <a:r>
              <a:rPr lang="en-GB" b="1" dirty="0"/>
              <a:t>Contradiction</a:t>
            </a:r>
            <a:r>
              <a:rPr lang="en-GB" dirty="0"/>
              <a:t> to respondents' reactions 👉</a:t>
            </a:r>
            <a:r>
              <a:rPr lang="en-GB" dirty="0">
                <a:solidFill>
                  <a:srgbClr val="E37823"/>
                </a:solidFill>
              </a:rPr>
              <a:t> reject/modify hypotheses</a:t>
            </a:r>
          </a:p>
          <a:p>
            <a:pPr marL="419083" indent="-342891">
              <a:lnSpc>
                <a:spcPct val="104000"/>
              </a:lnSpc>
              <a:spcAft>
                <a:spcPts val="1600"/>
              </a:spcAft>
            </a:pPr>
            <a:r>
              <a:rPr lang="en-GB" sz="2400" b="1" dirty="0"/>
              <a:t>"Inductive" variant: </a:t>
            </a:r>
            <a:r>
              <a:rPr lang="en-GB" sz="2400" dirty="0"/>
              <a:t>filter out structures in the interviewees' responses </a:t>
            </a:r>
            <a:br>
              <a:rPr lang="en-GB" sz="2400" dirty="0"/>
            </a:br>
            <a:r>
              <a:rPr lang="en-GB" sz="2400" dirty="0"/>
              <a:t>👉</a:t>
            </a:r>
            <a:r>
              <a:rPr lang="en-GB" sz="2400" dirty="0">
                <a:solidFill>
                  <a:srgbClr val="E37823"/>
                </a:solidFill>
              </a:rPr>
              <a:t> derive theory/hypothesis from this</a:t>
            </a:r>
          </a:p>
          <a:p>
            <a:pPr marL="1104872" lvl="2" indent="-342891">
              <a:lnSpc>
                <a:spcPct val="104000"/>
              </a:lnSpc>
              <a:spcBef>
                <a:spcPts val="600"/>
              </a:spcBef>
              <a:spcAft>
                <a:spcPts val="1600"/>
              </a:spcAft>
            </a:pPr>
            <a:r>
              <a:rPr lang="en-GB" dirty="0"/>
              <a:t>Transition to narrative interview</a:t>
            </a:r>
          </a:p>
        </p:txBody>
      </p:sp>
      <p:pic>
        <p:nvPicPr>
          <p:cNvPr id="921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13139" b="12793"/>
          <a:stretch/>
        </p:blipFill>
        <p:spPr bwMode="auto">
          <a:xfrm>
            <a:off x="5159376" y="-2268983"/>
            <a:ext cx="3491880" cy="1633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Grafik 5">
            <a:extLst>
              <a:ext uri="{FF2B5EF4-FFF2-40B4-BE49-F238E27FC236}">
                <a16:creationId xmlns:a16="http://schemas.microsoft.com/office/drawing/2014/main" id="{FDC5ACA4-4112-D0DB-0F5B-5CCFA9BCF667}"/>
              </a:ext>
            </a:extLst>
          </p:cNvPr>
          <p:cNvPicPr>
            <a:picLocks noChangeAspect="1"/>
          </p:cNvPicPr>
          <p:nvPr/>
        </p:nvPicPr>
        <p:blipFill>
          <a:blip r:embed="rId3"/>
          <a:stretch>
            <a:fillRect/>
          </a:stretch>
        </p:blipFill>
        <p:spPr>
          <a:xfrm>
            <a:off x="6758092" y="829130"/>
            <a:ext cx="3366191" cy="1946628"/>
          </a:xfrm>
          <a:prstGeom prst="rect">
            <a:avLst/>
          </a:prstGeom>
        </p:spPr>
      </p:pic>
      <p:sp>
        <p:nvSpPr>
          <p:cNvPr id="7" name="Datumsplatzhalter 6">
            <a:extLst>
              <a:ext uri="{FF2B5EF4-FFF2-40B4-BE49-F238E27FC236}">
                <a16:creationId xmlns:a16="http://schemas.microsoft.com/office/drawing/2014/main" id="{87B764D9-BFA9-7E6E-1B84-68D647CECF5F}"/>
              </a:ext>
            </a:extLst>
          </p:cNvPr>
          <p:cNvSpPr>
            <a:spLocks noGrp="1"/>
          </p:cNvSpPr>
          <p:nvPr>
            <p:ph type="dt" sz="half" idx="10"/>
          </p:nvPr>
        </p:nvSpPr>
        <p:spPr/>
        <p:txBody>
          <a:bodyPr/>
          <a:lstStyle/>
          <a:p>
            <a:endParaRPr lang="en-GB" dirty="0"/>
          </a:p>
        </p:txBody>
      </p:sp>
      <p:sp>
        <p:nvSpPr>
          <p:cNvPr id="8" name="Fußzeilenplatzhalter 7">
            <a:extLst>
              <a:ext uri="{FF2B5EF4-FFF2-40B4-BE49-F238E27FC236}">
                <a16:creationId xmlns:a16="http://schemas.microsoft.com/office/drawing/2014/main" id="{CE6740B4-4292-ED5D-C676-C5B063EF4212}"/>
              </a:ext>
            </a:extLst>
          </p:cNvPr>
          <p:cNvSpPr>
            <a:spLocks noGrp="1"/>
          </p:cNvSpPr>
          <p:nvPr>
            <p:ph type="ftr" sz="quarter" idx="11"/>
          </p:nvPr>
        </p:nvSpPr>
        <p:spPr/>
        <p:txBody>
          <a:bodyPr/>
          <a:lstStyle/>
          <a:p>
            <a:r>
              <a:rPr lang="en-GB" dirty="0"/>
              <a:t>KMH | IL Scientific Method</a:t>
            </a:r>
          </a:p>
        </p:txBody>
      </p:sp>
      <p:sp>
        <p:nvSpPr>
          <p:cNvPr id="9" name="Foliennummernplatzhalter 8">
            <a:extLst>
              <a:ext uri="{FF2B5EF4-FFF2-40B4-BE49-F238E27FC236}">
                <a16:creationId xmlns:a16="http://schemas.microsoft.com/office/drawing/2014/main" id="{49A5AB63-3492-F70A-74A8-6F21DAEB1D15}"/>
              </a:ext>
            </a:extLst>
          </p:cNvPr>
          <p:cNvSpPr>
            <a:spLocks noGrp="1"/>
          </p:cNvSpPr>
          <p:nvPr>
            <p:ph type="sldNum" sz="quarter" idx="12"/>
          </p:nvPr>
        </p:nvSpPr>
        <p:spPr/>
        <p:txBody>
          <a:bodyPr/>
          <a:lstStyle/>
          <a:p>
            <a:fld id="{D836C0FE-70CA-4950-82D6-CF602CC2B770}" type="slidenum">
              <a:rPr lang="en-GB" smtClean="0"/>
              <a:t>45</a:t>
            </a:fld>
            <a:endParaRPr lang="en-GB" dirty="0"/>
          </a:p>
        </p:txBody>
      </p:sp>
    </p:spTree>
    <p:extLst>
      <p:ext uri="{BB962C8B-B14F-4D97-AF65-F5344CB8AC3E}">
        <p14:creationId xmlns:p14="http://schemas.microsoft.com/office/powerpoint/2010/main" val="289160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1BC8A-41DA-04C8-A483-BD50A4DAA72E}"/>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A9E59825-5238-436E-DDF5-7DF02EF1D7E7}"/>
              </a:ext>
            </a:extLst>
          </p:cNvPr>
          <p:cNvSpPr>
            <a:spLocks noGrp="1"/>
          </p:cNvSpPr>
          <p:nvPr>
            <p:ph type="sldNum" sz="quarter" idx="12"/>
          </p:nvPr>
        </p:nvSpPr>
        <p:spPr/>
        <p:txBody>
          <a:bodyPr/>
          <a:lstStyle/>
          <a:p>
            <a:fld id="{D836C0FE-70CA-4950-82D6-CF602CC2B770}" type="slidenum">
              <a:rPr lang="en-GB" smtClean="0"/>
              <a:t>46</a:t>
            </a:fld>
            <a:endParaRPr lang="en-GB" dirty="0"/>
          </a:p>
        </p:txBody>
      </p:sp>
      <p:sp>
        <p:nvSpPr>
          <p:cNvPr id="3" name="Titel 2">
            <a:extLst>
              <a:ext uri="{FF2B5EF4-FFF2-40B4-BE49-F238E27FC236}">
                <a16:creationId xmlns:a16="http://schemas.microsoft.com/office/drawing/2014/main" id="{D7E94CD6-4B7B-6D82-8DCE-5CA3AE314B54}"/>
              </a:ext>
            </a:extLst>
          </p:cNvPr>
          <p:cNvSpPr>
            <a:spLocks noGrp="1"/>
          </p:cNvSpPr>
          <p:nvPr>
            <p:ph type="title"/>
          </p:nvPr>
        </p:nvSpPr>
        <p:spPr/>
        <p:txBody>
          <a:bodyPr/>
          <a:lstStyle/>
          <a:p>
            <a:r>
              <a:rPr lang="en-GB" dirty="0"/>
              <a:t>Types of qualitative Interviews</a:t>
            </a:r>
          </a:p>
        </p:txBody>
      </p:sp>
      <p:sp>
        <p:nvSpPr>
          <p:cNvPr id="5" name="Datumsplatzhalter 4">
            <a:extLst>
              <a:ext uri="{FF2B5EF4-FFF2-40B4-BE49-F238E27FC236}">
                <a16:creationId xmlns:a16="http://schemas.microsoft.com/office/drawing/2014/main" id="{69072EB2-300A-9D06-F9E3-EC014CCCE736}"/>
              </a:ext>
            </a:extLst>
          </p:cNvPr>
          <p:cNvSpPr>
            <a:spLocks noGrp="1"/>
          </p:cNvSpPr>
          <p:nvPr>
            <p:ph type="dt" sz="half" idx="10"/>
          </p:nvPr>
        </p:nvSpPr>
        <p:spPr/>
        <p:txBody>
          <a:bodyPr/>
          <a:lstStyle/>
          <a:p>
            <a:r>
              <a:rPr lang="en-GB" dirty="0"/>
              <a:t>(adapted from: Flick et al. 1995:159)</a:t>
            </a:r>
          </a:p>
        </p:txBody>
      </p:sp>
      <p:sp>
        <p:nvSpPr>
          <p:cNvPr id="6" name="Fußzeilenplatzhalter 5">
            <a:extLst>
              <a:ext uri="{FF2B5EF4-FFF2-40B4-BE49-F238E27FC236}">
                <a16:creationId xmlns:a16="http://schemas.microsoft.com/office/drawing/2014/main" id="{C1D64C39-5DB2-0EC5-93B3-C189C4B28E9B}"/>
              </a:ext>
            </a:extLst>
          </p:cNvPr>
          <p:cNvSpPr>
            <a:spLocks noGrp="1"/>
          </p:cNvSpPr>
          <p:nvPr>
            <p:ph type="ftr" sz="quarter" idx="11"/>
          </p:nvPr>
        </p:nvSpPr>
        <p:spPr/>
        <p:txBody>
          <a:bodyPr/>
          <a:lstStyle/>
          <a:p>
            <a:r>
              <a:rPr lang="en-GB" dirty="0"/>
              <a:t>KMH | IL Scientific Method</a:t>
            </a:r>
          </a:p>
        </p:txBody>
      </p:sp>
      <p:pic>
        <p:nvPicPr>
          <p:cNvPr id="10" name="Inhaltsplatzhalter 9">
            <a:extLst>
              <a:ext uri="{FF2B5EF4-FFF2-40B4-BE49-F238E27FC236}">
                <a16:creationId xmlns:a16="http://schemas.microsoft.com/office/drawing/2014/main" id="{35A05A8A-75F1-0685-7D1E-C0ADF26BB5DD}"/>
              </a:ext>
            </a:extLst>
          </p:cNvPr>
          <p:cNvPicPr>
            <a:picLocks noGrp="1" noChangeAspect="1"/>
          </p:cNvPicPr>
          <p:nvPr>
            <p:ph idx="1"/>
          </p:nvPr>
        </p:nvPicPr>
        <p:blipFill>
          <a:blip r:embed="rId2"/>
          <a:stretch>
            <a:fillRect/>
          </a:stretch>
        </p:blipFill>
        <p:spPr>
          <a:xfrm>
            <a:off x="1375116" y="1643060"/>
            <a:ext cx="9441768" cy="4264024"/>
          </a:xfrm>
          <a:prstGeom prst="rect">
            <a:avLst/>
          </a:prstGeom>
        </p:spPr>
      </p:pic>
    </p:spTree>
    <p:extLst>
      <p:ext uri="{BB962C8B-B14F-4D97-AF65-F5344CB8AC3E}">
        <p14:creationId xmlns:p14="http://schemas.microsoft.com/office/powerpoint/2010/main" val="21094109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problem-centred interview I</a:t>
            </a:r>
          </a:p>
        </p:txBody>
      </p:sp>
      <p:sp>
        <p:nvSpPr>
          <p:cNvPr id="3" name="Inhaltsplatzhalter 2"/>
          <p:cNvSpPr>
            <a:spLocks noGrp="1"/>
          </p:cNvSpPr>
          <p:nvPr>
            <p:ph idx="1"/>
          </p:nvPr>
        </p:nvSpPr>
        <p:spPr>
          <a:xfrm>
            <a:off x="695325" y="1268672"/>
            <a:ext cx="9450162" cy="4895593"/>
          </a:xfrm>
        </p:spPr>
        <p:txBody>
          <a:bodyPr anchor="ctr">
            <a:noAutofit/>
          </a:bodyPr>
          <a:lstStyle/>
          <a:p>
            <a:pPr marL="361942" lvl="1" indent="0">
              <a:lnSpc>
                <a:spcPct val="110000"/>
              </a:lnSpc>
              <a:spcBef>
                <a:spcPts val="600"/>
              </a:spcBef>
              <a:spcAft>
                <a:spcPts val="1400"/>
              </a:spcAft>
              <a:buNone/>
            </a:pPr>
            <a:r>
              <a:rPr lang="en-GB" sz="2400" b="1" dirty="0">
                <a:solidFill>
                  <a:srgbClr val="E37823"/>
                </a:solidFill>
              </a:rPr>
              <a:t>Objective: </a:t>
            </a:r>
            <a:r>
              <a:rPr lang="en-GB" sz="2400" b="1" dirty="0"/>
              <a:t>To check and modify a scientific concept on a relevant problem through the interviewee's statements</a:t>
            </a:r>
          </a:p>
          <a:p>
            <a:pPr lvl="1">
              <a:lnSpc>
                <a:spcPct val="110000"/>
              </a:lnSpc>
              <a:spcAft>
                <a:spcPts val="1400"/>
              </a:spcAft>
            </a:pPr>
            <a:r>
              <a:rPr lang="en-GB" sz="2400" dirty="0"/>
              <a:t>Due to </a:t>
            </a:r>
            <a:r>
              <a:rPr lang="en-GB" sz="2400" b="1" dirty="0"/>
              <a:t>prior understanding: </a:t>
            </a:r>
            <a:r>
              <a:rPr lang="en-GB" sz="2400" dirty="0"/>
              <a:t>Active interviewer asks questions</a:t>
            </a:r>
            <a:br>
              <a:rPr lang="en-GB" sz="2400" dirty="0"/>
            </a:br>
            <a:r>
              <a:rPr lang="en-GB" sz="2400" dirty="0"/>
              <a:t> on a "relevant" social problem</a:t>
            </a:r>
          </a:p>
          <a:p>
            <a:pPr lvl="2">
              <a:lnSpc>
                <a:spcPct val="110000"/>
              </a:lnSpc>
              <a:spcAft>
                <a:spcPts val="1400"/>
              </a:spcAft>
            </a:pPr>
            <a:r>
              <a:rPr lang="en-GB" sz="2000" dirty="0"/>
              <a:t>Before the interview: Acquire specialist knowledge 👉</a:t>
            </a:r>
            <a:r>
              <a:rPr lang="en-GB" sz="2000" dirty="0">
                <a:solidFill>
                  <a:srgbClr val="E37823"/>
                </a:solidFill>
              </a:rPr>
              <a:t> structured guide</a:t>
            </a:r>
          </a:p>
          <a:p>
            <a:pPr lvl="2">
              <a:lnSpc>
                <a:spcPct val="110000"/>
              </a:lnSpc>
              <a:spcBef>
                <a:spcPts val="600"/>
              </a:spcBef>
              <a:spcAft>
                <a:spcPts val="1400"/>
              </a:spcAft>
            </a:pPr>
            <a:r>
              <a:rPr lang="en-GB" sz="2000" dirty="0"/>
              <a:t>Theoretical concept not mentioned to interviewee </a:t>
            </a:r>
            <a:r>
              <a:rPr lang="en-GB" sz="2000" b="1" dirty="0"/>
              <a:t>→ Openness</a:t>
            </a:r>
          </a:p>
          <a:p>
            <a:pPr lvl="1">
              <a:lnSpc>
                <a:spcPct val="110000"/>
              </a:lnSpc>
              <a:spcAft>
                <a:spcPts val="1400"/>
              </a:spcAft>
            </a:pPr>
            <a:r>
              <a:rPr lang="en-GB" sz="2400" dirty="0"/>
              <a:t>If </a:t>
            </a:r>
            <a:r>
              <a:rPr lang="en-GB" sz="2400" b="1" dirty="0"/>
              <a:t>contradiction</a:t>
            </a:r>
            <a:r>
              <a:rPr lang="en-GB" sz="2400" dirty="0"/>
              <a:t> to the respondent's structuring of meaning</a:t>
            </a:r>
            <a:br>
              <a:rPr lang="en-GB" sz="2400" dirty="0"/>
            </a:br>
            <a:r>
              <a:rPr lang="en-GB" sz="2400" dirty="0"/>
              <a:t>👉</a:t>
            </a:r>
            <a:r>
              <a:rPr lang="en-GB" sz="2400" b="1" dirty="0"/>
              <a:t> Adaptation of the theoretical concept</a:t>
            </a:r>
          </a:p>
        </p:txBody>
      </p:sp>
      <p:pic>
        <p:nvPicPr>
          <p:cNvPr id="819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4618"/>
          <a:stretch/>
        </p:blipFill>
        <p:spPr bwMode="auto">
          <a:xfrm>
            <a:off x="10447258" y="1556793"/>
            <a:ext cx="3518511" cy="4189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umsplatzhalter 4">
            <a:extLst>
              <a:ext uri="{FF2B5EF4-FFF2-40B4-BE49-F238E27FC236}">
                <a16:creationId xmlns:a16="http://schemas.microsoft.com/office/drawing/2014/main" id="{3D274CE1-27C3-3C98-0950-E716B7437B94}"/>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ECD3327E-9DE4-5870-5F4B-D781AC16C7B0}"/>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B618F889-EF44-C803-AB5F-A8138A744961}"/>
              </a:ext>
            </a:extLst>
          </p:cNvPr>
          <p:cNvSpPr>
            <a:spLocks noGrp="1"/>
          </p:cNvSpPr>
          <p:nvPr>
            <p:ph type="sldNum" sz="quarter" idx="12"/>
          </p:nvPr>
        </p:nvSpPr>
        <p:spPr/>
        <p:txBody>
          <a:bodyPr/>
          <a:lstStyle/>
          <a:p>
            <a:fld id="{D836C0FE-70CA-4950-82D6-CF602CC2B770}" type="slidenum">
              <a:rPr lang="en-GB" smtClean="0"/>
              <a:t>47</a:t>
            </a:fld>
            <a:endParaRPr lang="en-GB" dirty="0"/>
          </a:p>
        </p:txBody>
      </p:sp>
    </p:spTree>
    <p:extLst>
      <p:ext uri="{BB962C8B-B14F-4D97-AF65-F5344CB8AC3E}">
        <p14:creationId xmlns:p14="http://schemas.microsoft.com/office/powerpoint/2010/main" val="3410526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problem-centred interview II</a:t>
            </a:r>
          </a:p>
        </p:txBody>
      </p:sp>
      <p:sp>
        <p:nvSpPr>
          <p:cNvPr id="3" name="Inhaltsplatzhalter 2"/>
          <p:cNvSpPr>
            <a:spLocks noGrp="1"/>
          </p:cNvSpPr>
          <p:nvPr>
            <p:ph idx="1"/>
          </p:nvPr>
        </p:nvSpPr>
        <p:spPr>
          <a:xfrm>
            <a:off x="695324" y="1111567"/>
            <a:ext cx="10800675" cy="5052698"/>
          </a:xfrm>
        </p:spPr>
        <p:txBody>
          <a:bodyPr anchor="ctr">
            <a:normAutofit/>
          </a:bodyPr>
          <a:lstStyle/>
          <a:p>
            <a:r>
              <a:rPr lang="en-GB" b="1" dirty="0"/>
              <a:t>Procedure:</a:t>
            </a:r>
          </a:p>
          <a:p>
            <a:pPr lvl="1"/>
            <a:r>
              <a:rPr lang="en-GB" dirty="0"/>
              <a:t>general exploration: narrative example 👉 compulsion to go into detail</a:t>
            </a:r>
          </a:p>
          <a:p>
            <a:pPr lvl="1"/>
            <a:r>
              <a:rPr lang="en-GB" dirty="0"/>
              <a:t>Specific details of </a:t>
            </a:r>
            <a:r>
              <a:rPr lang="en-GB" dirty="0" err="1"/>
              <a:t>interrest</a:t>
            </a:r>
            <a:r>
              <a:rPr lang="en-GB" dirty="0"/>
              <a:t>: Refined question strategies</a:t>
            </a:r>
          </a:p>
          <a:p>
            <a:pPr lvl="2"/>
            <a:r>
              <a:rPr lang="en-GB" dirty="0"/>
              <a:t>Reflect back: What has been said in your own words</a:t>
            </a:r>
          </a:p>
          <a:p>
            <a:pPr lvl="2"/>
            <a:r>
              <a:rPr lang="en-GB" dirty="0"/>
              <a:t>Comprehension questions: for contradictory answers</a:t>
            </a:r>
          </a:p>
          <a:p>
            <a:pPr lvl="2"/>
            <a:r>
              <a:rPr lang="en-GB" dirty="0"/>
              <a:t>Confrontation: contradictions, unexplained issues, etc.</a:t>
            </a:r>
          </a:p>
          <a:p>
            <a:r>
              <a:rPr lang="en-GB" dirty="0"/>
              <a:t>Combination with </a:t>
            </a:r>
            <a:r>
              <a:rPr lang="en-GB" b="1" dirty="0"/>
              <a:t>short questionnaire</a:t>
            </a:r>
            <a:r>
              <a:rPr lang="en-GB" dirty="0"/>
              <a:t> possible</a:t>
            </a:r>
          </a:p>
          <a:p>
            <a:r>
              <a:rPr lang="en-GB" b="1" dirty="0"/>
              <a:t>Examples:</a:t>
            </a:r>
          </a:p>
          <a:p>
            <a:pPr lvl="1"/>
            <a:r>
              <a:rPr lang="en-GB" dirty="0"/>
              <a:t>Reconstruction of behaviour patterns of specific actors in dealing with problem</a:t>
            </a:r>
          </a:p>
        </p:txBody>
      </p:sp>
      <p:pic>
        <p:nvPicPr>
          <p:cNvPr id="5" name="Picture 3">
            <a:extLst>
              <a:ext uri="{FF2B5EF4-FFF2-40B4-BE49-F238E27FC236}">
                <a16:creationId xmlns:a16="http://schemas.microsoft.com/office/drawing/2014/main" id="{049E1F20-A866-BF58-EEAA-C6B3870A03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618"/>
          <a:stretch/>
        </p:blipFill>
        <p:spPr bwMode="auto">
          <a:xfrm>
            <a:off x="10447258" y="1556793"/>
            <a:ext cx="3518511" cy="4189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Datumsplatzhalter 6">
            <a:extLst>
              <a:ext uri="{FF2B5EF4-FFF2-40B4-BE49-F238E27FC236}">
                <a16:creationId xmlns:a16="http://schemas.microsoft.com/office/drawing/2014/main" id="{82E796B4-4BD7-B5DB-4DE3-1A6E4D636B0F}"/>
              </a:ext>
            </a:extLst>
          </p:cNvPr>
          <p:cNvSpPr>
            <a:spLocks noGrp="1"/>
          </p:cNvSpPr>
          <p:nvPr>
            <p:ph type="dt" sz="half" idx="10"/>
          </p:nvPr>
        </p:nvSpPr>
        <p:spPr/>
        <p:txBody>
          <a:bodyPr/>
          <a:lstStyle/>
          <a:p>
            <a:endParaRPr lang="en-GB" dirty="0"/>
          </a:p>
        </p:txBody>
      </p:sp>
      <p:sp>
        <p:nvSpPr>
          <p:cNvPr id="8" name="Fußzeilenplatzhalter 7">
            <a:extLst>
              <a:ext uri="{FF2B5EF4-FFF2-40B4-BE49-F238E27FC236}">
                <a16:creationId xmlns:a16="http://schemas.microsoft.com/office/drawing/2014/main" id="{0166F2B1-43C6-1304-723B-B505C723C5EE}"/>
              </a:ext>
            </a:extLst>
          </p:cNvPr>
          <p:cNvSpPr>
            <a:spLocks noGrp="1"/>
          </p:cNvSpPr>
          <p:nvPr>
            <p:ph type="ftr" sz="quarter" idx="11"/>
          </p:nvPr>
        </p:nvSpPr>
        <p:spPr/>
        <p:txBody>
          <a:bodyPr/>
          <a:lstStyle/>
          <a:p>
            <a:r>
              <a:rPr lang="en-GB" dirty="0"/>
              <a:t>KMH | IL Scientific Method</a:t>
            </a:r>
          </a:p>
        </p:txBody>
      </p:sp>
      <p:sp>
        <p:nvSpPr>
          <p:cNvPr id="9" name="Foliennummernplatzhalter 8">
            <a:extLst>
              <a:ext uri="{FF2B5EF4-FFF2-40B4-BE49-F238E27FC236}">
                <a16:creationId xmlns:a16="http://schemas.microsoft.com/office/drawing/2014/main" id="{1ADD6627-2736-B939-6B44-257A29326074}"/>
              </a:ext>
            </a:extLst>
          </p:cNvPr>
          <p:cNvSpPr>
            <a:spLocks noGrp="1"/>
          </p:cNvSpPr>
          <p:nvPr>
            <p:ph type="sldNum" sz="quarter" idx="12"/>
          </p:nvPr>
        </p:nvSpPr>
        <p:spPr/>
        <p:txBody>
          <a:bodyPr/>
          <a:lstStyle/>
          <a:p>
            <a:fld id="{D836C0FE-70CA-4950-82D6-CF602CC2B770}" type="slidenum">
              <a:rPr lang="en-GB" smtClean="0"/>
              <a:t>48</a:t>
            </a:fld>
            <a:endParaRPr lang="en-GB" dirty="0"/>
          </a:p>
        </p:txBody>
      </p:sp>
    </p:spTree>
    <p:extLst>
      <p:ext uri="{BB962C8B-B14F-4D97-AF65-F5344CB8AC3E}">
        <p14:creationId xmlns:p14="http://schemas.microsoft.com/office/powerpoint/2010/main" val="249565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803CC527-A91E-4313-0C6B-F0962871515C}"/>
              </a:ext>
            </a:extLst>
          </p:cNvPr>
          <p:cNvSpPr>
            <a:spLocks noGrp="1"/>
          </p:cNvSpPr>
          <p:nvPr>
            <p:ph type="sldNum" sz="quarter" idx="12"/>
          </p:nvPr>
        </p:nvSpPr>
        <p:spPr/>
        <p:txBody>
          <a:bodyPr/>
          <a:lstStyle/>
          <a:p>
            <a:fld id="{D836C0FE-70CA-4950-82D6-CF602CC2B770}" type="slidenum">
              <a:rPr lang="en-GB" smtClean="0"/>
              <a:t>49</a:t>
            </a:fld>
            <a:endParaRPr lang="en-GB" dirty="0"/>
          </a:p>
        </p:txBody>
      </p:sp>
      <p:sp>
        <p:nvSpPr>
          <p:cNvPr id="3" name="Titel 2">
            <a:extLst>
              <a:ext uri="{FF2B5EF4-FFF2-40B4-BE49-F238E27FC236}">
                <a16:creationId xmlns:a16="http://schemas.microsoft.com/office/drawing/2014/main" id="{1A5898D6-A506-E56C-0CCA-8B88686665C2}"/>
              </a:ext>
            </a:extLst>
          </p:cNvPr>
          <p:cNvSpPr>
            <a:spLocks noGrp="1"/>
          </p:cNvSpPr>
          <p:nvPr>
            <p:ph type="title"/>
          </p:nvPr>
        </p:nvSpPr>
        <p:spPr/>
        <p:txBody>
          <a:bodyPr/>
          <a:lstStyle/>
          <a:p>
            <a:r>
              <a:rPr lang="en-GB" dirty="0"/>
              <a:t>@ Refined Question Strategies during the Interview</a:t>
            </a:r>
          </a:p>
        </p:txBody>
      </p:sp>
      <p:sp>
        <p:nvSpPr>
          <p:cNvPr id="5" name="Datumsplatzhalter 4">
            <a:extLst>
              <a:ext uri="{FF2B5EF4-FFF2-40B4-BE49-F238E27FC236}">
                <a16:creationId xmlns:a16="http://schemas.microsoft.com/office/drawing/2014/main" id="{233A11AF-CD85-520F-4093-F7C231C6EBF4}"/>
              </a:ext>
            </a:extLst>
          </p:cNvPr>
          <p:cNvSpPr>
            <a:spLocks noGrp="1"/>
          </p:cNvSpPr>
          <p:nvPr>
            <p:ph type="dt" sz="half" idx="10"/>
          </p:nvPr>
        </p:nvSpPr>
        <p:spPr/>
        <p:txBody>
          <a:bodyPr/>
          <a:lstStyle/>
          <a:p>
            <a:r>
              <a:rPr lang="en-GB" dirty="0"/>
              <a:t>(Hay 2010:108)</a:t>
            </a:r>
          </a:p>
        </p:txBody>
      </p:sp>
      <p:sp>
        <p:nvSpPr>
          <p:cNvPr id="6" name="Fußzeilenplatzhalter 5">
            <a:extLst>
              <a:ext uri="{FF2B5EF4-FFF2-40B4-BE49-F238E27FC236}">
                <a16:creationId xmlns:a16="http://schemas.microsoft.com/office/drawing/2014/main" id="{35E5BF15-D162-0718-FB25-B64B3C033F9F}"/>
              </a:ext>
            </a:extLst>
          </p:cNvPr>
          <p:cNvSpPr>
            <a:spLocks noGrp="1"/>
          </p:cNvSpPr>
          <p:nvPr>
            <p:ph type="ftr" sz="quarter" idx="11"/>
          </p:nvPr>
        </p:nvSpPr>
        <p:spPr/>
        <p:txBody>
          <a:bodyPr/>
          <a:lstStyle/>
          <a:p>
            <a:r>
              <a:rPr lang="en-GB" dirty="0"/>
              <a:t>KMH | IL Scientific Method</a:t>
            </a:r>
          </a:p>
        </p:txBody>
      </p:sp>
      <p:pic>
        <p:nvPicPr>
          <p:cNvPr id="7" name="Picture 2">
            <a:extLst>
              <a:ext uri="{FF2B5EF4-FFF2-40B4-BE49-F238E27FC236}">
                <a16:creationId xmlns:a16="http://schemas.microsoft.com/office/drawing/2014/main" id="{A6C3F154-17C7-3F47-B17A-E1A9A9C4382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57416" y="1385882"/>
            <a:ext cx="5077168" cy="460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4951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Digression: The Interview Guide</a:t>
            </a:r>
          </a:p>
        </p:txBody>
      </p:sp>
      <p:sp>
        <p:nvSpPr>
          <p:cNvPr id="3" name="Inhaltsplatzhalter 2"/>
          <p:cNvSpPr>
            <a:spLocks noGrp="1"/>
          </p:cNvSpPr>
          <p:nvPr>
            <p:ph idx="1"/>
          </p:nvPr>
        </p:nvSpPr>
        <p:spPr/>
        <p:txBody>
          <a:bodyPr>
            <a:normAutofit lnSpcReduction="10000"/>
          </a:bodyPr>
          <a:lstStyle/>
          <a:p>
            <a:r>
              <a:rPr lang="en-GB" dirty="0"/>
              <a:t>Partial standardisation</a:t>
            </a:r>
          </a:p>
          <a:p>
            <a:r>
              <a:rPr lang="en-GB" dirty="0"/>
              <a:t>Content-related considerations on a topic area</a:t>
            </a:r>
          </a:p>
          <a:p>
            <a:pPr marL="457189" lvl="1" indent="0">
              <a:buNone/>
            </a:pPr>
            <a:r>
              <a:rPr lang="en-GB" b="1" dirty="0">
                <a:solidFill>
                  <a:srgbClr val="E37823"/>
                </a:solidFill>
              </a:rPr>
              <a:t>👉 Useful if prior knowledge of the topic already exists &amp;</a:t>
            </a:r>
            <a:br>
              <a:rPr lang="en-GB" b="1" dirty="0">
                <a:solidFill>
                  <a:srgbClr val="E37823"/>
                </a:solidFill>
              </a:rPr>
            </a:br>
            <a:r>
              <a:rPr lang="en-GB" b="1" dirty="0">
                <a:solidFill>
                  <a:srgbClr val="E37823"/>
                </a:solidFill>
              </a:rPr>
              <a:t> certain questions should be at the centre</a:t>
            </a:r>
          </a:p>
          <a:p>
            <a:r>
              <a:rPr lang="en-GB" b="1" dirty="0"/>
              <a:t>Contents:</a:t>
            </a:r>
          </a:p>
          <a:p>
            <a:pPr lvl="1"/>
            <a:r>
              <a:rPr lang="en-GB" dirty="0"/>
              <a:t>Topics to be addressed in a reasonable order</a:t>
            </a:r>
          </a:p>
          <a:p>
            <a:pPr lvl="1"/>
            <a:r>
              <a:rPr lang="en-GB" dirty="0"/>
              <a:t>Possible formulation suggestions / key points</a:t>
            </a:r>
          </a:p>
          <a:p>
            <a:pPr marL="457189" lvl="1" indent="0">
              <a:buNone/>
            </a:pPr>
            <a:r>
              <a:rPr lang="en-GB" b="1" dirty="0"/>
              <a:t>→ Order not necessarily specified, arises in the course of the conversation</a:t>
            </a:r>
          </a:p>
          <a:p>
            <a:pPr marL="457189" lvl="1" indent="0">
              <a:buNone/>
            </a:pPr>
            <a:r>
              <a:rPr lang="en-GB" b="1" dirty="0"/>
              <a:t>→ Tick off questions so as not to forget anything</a:t>
            </a:r>
          </a:p>
          <a:p>
            <a:pPr lvl="1"/>
            <a:endParaRPr lang="en-GB" dirty="0"/>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8149" y="2452540"/>
            <a:ext cx="2555851" cy="1407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umsplatzhalter 4">
            <a:extLst>
              <a:ext uri="{FF2B5EF4-FFF2-40B4-BE49-F238E27FC236}">
                <a16:creationId xmlns:a16="http://schemas.microsoft.com/office/drawing/2014/main" id="{B3447652-3200-1044-47FD-4699E5AAF5CA}"/>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C108794-B513-2278-A9C8-D68221884A79}"/>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984C2377-E0E0-9881-5B2F-2220DAA399F8}"/>
              </a:ext>
            </a:extLst>
          </p:cNvPr>
          <p:cNvSpPr>
            <a:spLocks noGrp="1"/>
          </p:cNvSpPr>
          <p:nvPr>
            <p:ph type="sldNum" sz="quarter" idx="12"/>
          </p:nvPr>
        </p:nvSpPr>
        <p:spPr/>
        <p:txBody>
          <a:bodyPr/>
          <a:lstStyle/>
          <a:p>
            <a:fld id="{D836C0FE-70CA-4950-82D6-CF602CC2B770}" type="slidenum">
              <a:rPr lang="en-GB" smtClean="0"/>
              <a:t>50</a:t>
            </a:fld>
            <a:endParaRPr lang="en-GB" dirty="0"/>
          </a:p>
        </p:txBody>
      </p:sp>
    </p:spTree>
    <p:extLst>
      <p:ext uri="{BB962C8B-B14F-4D97-AF65-F5344CB8AC3E}">
        <p14:creationId xmlns:p14="http://schemas.microsoft.com/office/powerpoint/2010/main" val="128237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Digression: The Interview Guide</a:t>
            </a:r>
          </a:p>
        </p:txBody>
      </p:sp>
      <p:sp>
        <p:nvSpPr>
          <p:cNvPr id="5" name="Inhaltsplatzhalter 2"/>
          <p:cNvSpPr>
            <a:spLocks noGrp="1"/>
          </p:cNvSpPr>
          <p:nvPr>
            <p:ph idx="1"/>
          </p:nvPr>
        </p:nvSpPr>
        <p:spPr>
          <a:xfrm>
            <a:off x="695325" y="1556793"/>
            <a:ext cx="3733800" cy="4607472"/>
          </a:xfrm>
        </p:spPr>
        <p:txBody>
          <a:bodyPr anchor="ctr"/>
          <a:lstStyle/>
          <a:p>
            <a:pPr marL="0" indent="0">
              <a:buNone/>
            </a:pPr>
            <a:r>
              <a:rPr lang="en-GB" sz="2000" dirty="0"/>
              <a:t>Example „</a:t>
            </a:r>
            <a:r>
              <a:rPr lang="en-GB" sz="2000" dirty="0" err="1"/>
              <a:t>Hofübernahme</a:t>
            </a:r>
            <a:r>
              <a:rPr lang="en-GB" sz="2000" dirty="0"/>
              <a:t> </a:t>
            </a:r>
            <a:r>
              <a:rPr lang="en-GB" sz="2000" dirty="0" err="1"/>
              <a:t>durch</a:t>
            </a:r>
            <a:r>
              <a:rPr lang="en-GB" sz="2000" dirty="0"/>
              <a:t> Frauen“ (</a:t>
            </a:r>
            <a:r>
              <a:rPr lang="en-GB" sz="2000" dirty="0" err="1"/>
              <a:t>Heistinger</a:t>
            </a:r>
            <a:r>
              <a:rPr lang="en-GB" sz="2000" dirty="0"/>
              <a:t> 2006)</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1911">
            <a:off x="5106339" y="1239618"/>
            <a:ext cx="5737139" cy="522893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atumsplatzhalter 3">
            <a:extLst>
              <a:ext uri="{FF2B5EF4-FFF2-40B4-BE49-F238E27FC236}">
                <a16:creationId xmlns:a16="http://schemas.microsoft.com/office/drawing/2014/main" id="{C398419C-4618-7BD0-9A3B-5676A6259FAE}"/>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2D796D7-3706-ECE3-A16E-1D514F03EC1C}"/>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D161EDED-0B33-073E-5035-2200B4F7D2AF}"/>
              </a:ext>
            </a:extLst>
          </p:cNvPr>
          <p:cNvSpPr>
            <a:spLocks noGrp="1"/>
          </p:cNvSpPr>
          <p:nvPr>
            <p:ph type="sldNum" sz="quarter" idx="12"/>
          </p:nvPr>
        </p:nvSpPr>
        <p:spPr/>
        <p:txBody>
          <a:bodyPr/>
          <a:lstStyle/>
          <a:p>
            <a:fld id="{D836C0FE-70CA-4950-82D6-CF602CC2B770}" type="slidenum">
              <a:rPr lang="en-GB" smtClean="0"/>
              <a:t>51</a:t>
            </a:fld>
            <a:endParaRPr lang="en-GB" dirty="0"/>
          </a:p>
        </p:txBody>
      </p:sp>
    </p:spTree>
    <p:extLst>
      <p:ext uri="{BB962C8B-B14F-4D97-AF65-F5344CB8AC3E}">
        <p14:creationId xmlns:p14="http://schemas.microsoft.com/office/powerpoint/2010/main" val="1840637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95326" y="476672"/>
            <a:ext cx="3390899" cy="792000"/>
          </a:xfrm>
        </p:spPr>
        <p:txBody>
          <a:bodyPr/>
          <a:lstStyle/>
          <a:p>
            <a:pPr>
              <a:lnSpc>
                <a:spcPct val="150000"/>
              </a:lnSpc>
            </a:pPr>
            <a:r>
              <a:rPr lang="en-GB" dirty="0"/>
              <a:t>Question Types for the Interview Guide</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6366" y="280657"/>
            <a:ext cx="4445556" cy="6100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umsplatzhalter 2">
            <a:extLst>
              <a:ext uri="{FF2B5EF4-FFF2-40B4-BE49-F238E27FC236}">
                <a16:creationId xmlns:a16="http://schemas.microsoft.com/office/drawing/2014/main" id="{31728990-7E22-D4C2-0621-5BEA3F25F8CB}"/>
              </a:ext>
            </a:extLst>
          </p:cNvPr>
          <p:cNvSpPr>
            <a:spLocks noGrp="1"/>
          </p:cNvSpPr>
          <p:nvPr>
            <p:ph type="dt" sz="half" idx="10"/>
          </p:nvPr>
        </p:nvSpPr>
        <p:spPr/>
        <p:txBody>
          <a:bodyPr/>
          <a:lstStyle/>
          <a:p>
            <a:r>
              <a:rPr lang="en-GB" dirty="0"/>
              <a:t>(Hay 2010:106)</a:t>
            </a:r>
          </a:p>
        </p:txBody>
      </p:sp>
      <p:sp>
        <p:nvSpPr>
          <p:cNvPr id="5" name="Fußzeilenplatzhalter 4">
            <a:extLst>
              <a:ext uri="{FF2B5EF4-FFF2-40B4-BE49-F238E27FC236}">
                <a16:creationId xmlns:a16="http://schemas.microsoft.com/office/drawing/2014/main" id="{6D40126B-4F24-55ED-B434-9ADF7DB477F1}"/>
              </a:ext>
            </a:extLst>
          </p:cNvPr>
          <p:cNvSpPr>
            <a:spLocks noGrp="1"/>
          </p:cNvSpPr>
          <p:nvPr>
            <p:ph type="ftr" sz="quarter" idx="11"/>
          </p:nvPr>
        </p:nvSpPr>
        <p:spPr/>
        <p:txBody>
          <a:bodyPr/>
          <a:lstStyle/>
          <a:p>
            <a:r>
              <a:rPr lang="en-GB" dirty="0"/>
              <a:t>KMH | IL Scientific Method</a:t>
            </a:r>
          </a:p>
        </p:txBody>
      </p:sp>
      <p:sp>
        <p:nvSpPr>
          <p:cNvPr id="6" name="Foliennummernplatzhalter 5">
            <a:extLst>
              <a:ext uri="{FF2B5EF4-FFF2-40B4-BE49-F238E27FC236}">
                <a16:creationId xmlns:a16="http://schemas.microsoft.com/office/drawing/2014/main" id="{7C5F337A-CFF3-4A45-8B9D-B5A565035627}"/>
              </a:ext>
            </a:extLst>
          </p:cNvPr>
          <p:cNvSpPr>
            <a:spLocks noGrp="1"/>
          </p:cNvSpPr>
          <p:nvPr>
            <p:ph type="sldNum" sz="quarter" idx="12"/>
          </p:nvPr>
        </p:nvSpPr>
        <p:spPr/>
        <p:txBody>
          <a:bodyPr/>
          <a:lstStyle/>
          <a:p>
            <a:fld id="{D836C0FE-70CA-4950-82D6-CF602CC2B770}" type="slidenum">
              <a:rPr lang="en-GB" smtClean="0"/>
              <a:t>52</a:t>
            </a:fld>
            <a:endParaRPr lang="en-GB" dirty="0"/>
          </a:p>
        </p:txBody>
      </p:sp>
    </p:spTree>
    <p:extLst>
      <p:ext uri="{BB962C8B-B14F-4D97-AF65-F5344CB8AC3E}">
        <p14:creationId xmlns:p14="http://schemas.microsoft.com/office/powerpoint/2010/main" val="356357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F0A5E-C7D7-93AE-6BEB-11B89F61FD4A}"/>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93AAA3B-A0C5-D1C0-9B91-6049283E75F5}"/>
              </a:ext>
            </a:extLst>
          </p:cNvPr>
          <p:cNvSpPr>
            <a:spLocks noGrp="1"/>
          </p:cNvSpPr>
          <p:nvPr>
            <p:ph type="sldNum" sz="quarter" idx="12"/>
          </p:nvPr>
        </p:nvSpPr>
        <p:spPr/>
        <p:txBody>
          <a:bodyPr/>
          <a:lstStyle/>
          <a:p>
            <a:fld id="{D836C0FE-70CA-4950-82D6-CF602CC2B770}" type="slidenum">
              <a:rPr lang="en-GB" smtClean="0"/>
              <a:t>53</a:t>
            </a:fld>
            <a:endParaRPr lang="en-GB" dirty="0"/>
          </a:p>
        </p:txBody>
      </p:sp>
      <p:sp>
        <p:nvSpPr>
          <p:cNvPr id="3" name="Titel 2">
            <a:extLst>
              <a:ext uri="{FF2B5EF4-FFF2-40B4-BE49-F238E27FC236}">
                <a16:creationId xmlns:a16="http://schemas.microsoft.com/office/drawing/2014/main" id="{98968AC0-C080-FC50-FAC7-BB10552B5CA3}"/>
              </a:ext>
            </a:extLst>
          </p:cNvPr>
          <p:cNvSpPr>
            <a:spLocks noGrp="1"/>
          </p:cNvSpPr>
          <p:nvPr>
            <p:ph type="title"/>
          </p:nvPr>
        </p:nvSpPr>
        <p:spPr/>
        <p:txBody>
          <a:bodyPr/>
          <a:lstStyle/>
          <a:p>
            <a:r>
              <a:rPr lang="en-GB" dirty="0"/>
              <a:t>Workflow</a:t>
            </a:r>
          </a:p>
        </p:txBody>
      </p:sp>
      <p:sp>
        <p:nvSpPr>
          <p:cNvPr id="5" name="Datumsplatzhalter 4">
            <a:extLst>
              <a:ext uri="{FF2B5EF4-FFF2-40B4-BE49-F238E27FC236}">
                <a16:creationId xmlns:a16="http://schemas.microsoft.com/office/drawing/2014/main" id="{164BBCA7-2691-A8F1-5CE3-93418672D13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EA76FBF-D29A-54A0-299C-46A0BB05C715}"/>
              </a:ext>
            </a:extLst>
          </p:cNvPr>
          <p:cNvSpPr>
            <a:spLocks noGrp="1"/>
          </p:cNvSpPr>
          <p:nvPr>
            <p:ph type="ftr" sz="quarter" idx="11"/>
          </p:nvPr>
        </p:nvSpPr>
        <p:spPr/>
        <p:txBody>
          <a:bodyPr/>
          <a:lstStyle/>
          <a:p>
            <a:r>
              <a:rPr lang="en-GB" dirty="0"/>
              <a:t>KMH | IL Scientific Method</a:t>
            </a:r>
          </a:p>
        </p:txBody>
      </p:sp>
      <p:sp>
        <p:nvSpPr>
          <p:cNvPr id="17" name="Freihandform 4">
            <a:extLst>
              <a:ext uri="{FF2B5EF4-FFF2-40B4-BE49-F238E27FC236}">
                <a16:creationId xmlns:a16="http://schemas.microsoft.com/office/drawing/2014/main" id="{FC3A4E03-40C7-2731-9480-F54E08C628F9}"/>
              </a:ext>
            </a:extLst>
          </p:cNvPr>
          <p:cNvSpPr/>
          <p:nvPr/>
        </p:nvSpPr>
        <p:spPr>
          <a:xfrm>
            <a:off x="4491730" y="5486093"/>
            <a:ext cx="3617919" cy="529492"/>
          </a:xfrm>
          <a:custGeom>
            <a:avLst/>
            <a:gdLst>
              <a:gd name="connsiteX0" fmla="*/ 0 w 4823892"/>
              <a:gd name="connsiteY0" fmla="*/ 0 h 438113"/>
              <a:gd name="connsiteX1" fmla="*/ 4823892 w 4823892"/>
              <a:gd name="connsiteY1" fmla="*/ 0 h 438113"/>
              <a:gd name="connsiteX2" fmla="*/ 4823892 w 4823892"/>
              <a:gd name="connsiteY2" fmla="*/ 438113 h 438113"/>
              <a:gd name="connsiteX3" fmla="*/ 0 w 4823892"/>
              <a:gd name="connsiteY3" fmla="*/ 438113 h 438113"/>
              <a:gd name="connsiteX4" fmla="*/ 0 w 4823892"/>
              <a:gd name="connsiteY4" fmla="*/ 0 h 438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3892" h="438113">
                <a:moveTo>
                  <a:pt x="0" y="0"/>
                </a:moveTo>
                <a:lnTo>
                  <a:pt x="4823892" y="0"/>
                </a:lnTo>
                <a:lnTo>
                  <a:pt x="4823892" y="438113"/>
                </a:lnTo>
                <a:lnTo>
                  <a:pt x="0" y="438113"/>
                </a:lnTo>
                <a:lnTo>
                  <a:pt x="0" y="0"/>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2" rIns="96012" bIns="96012"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8. Content analysis</a:t>
            </a:r>
          </a:p>
        </p:txBody>
      </p:sp>
      <p:sp>
        <p:nvSpPr>
          <p:cNvPr id="18" name="Freihandform 5">
            <a:extLst>
              <a:ext uri="{FF2B5EF4-FFF2-40B4-BE49-F238E27FC236}">
                <a16:creationId xmlns:a16="http://schemas.microsoft.com/office/drawing/2014/main" id="{8D1C0B6E-E394-A1C0-FB8A-F78050ED0F47}"/>
              </a:ext>
            </a:extLst>
          </p:cNvPr>
          <p:cNvSpPr/>
          <p:nvPr/>
        </p:nvSpPr>
        <p:spPr>
          <a:xfrm>
            <a:off x="4491730" y="4791670"/>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7.Transcription</a:t>
            </a:r>
          </a:p>
        </p:txBody>
      </p:sp>
      <p:sp>
        <p:nvSpPr>
          <p:cNvPr id="19" name="Freihandform 6">
            <a:extLst>
              <a:ext uri="{FF2B5EF4-FFF2-40B4-BE49-F238E27FC236}">
                <a16:creationId xmlns:a16="http://schemas.microsoft.com/office/drawing/2014/main" id="{586FEBAF-127D-D855-23F7-936ECE6F1F02}"/>
              </a:ext>
            </a:extLst>
          </p:cNvPr>
          <p:cNvSpPr/>
          <p:nvPr/>
        </p:nvSpPr>
        <p:spPr>
          <a:xfrm>
            <a:off x="4491730" y="4097244"/>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6. Interview notes</a:t>
            </a:r>
          </a:p>
        </p:txBody>
      </p:sp>
      <p:sp>
        <p:nvSpPr>
          <p:cNvPr id="20" name="Freihandform 7">
            <a:extLst>
              <a:ext uri="{FF2B5EF4-FFF2-40B4-BE49-F238E27FC236}">
                <a16:creationId xmlns:a16="http://schemas.microsoft.com/office/drawing/2014/main" id="{779154A1-892A-75C1-8BB9-0C847745AE9A}"/>
              </a:ext>
            </a:extLst>
          </p:cNvPr>
          <p:cNvSpPr/>
          <p:nvPr/>
        </p:nvSpPr>
        <p:spPr>
          <a:xfrm>
            <a:off x="4491730" y="3402818"/>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5. End of conversation &amp; farewell</a:t>
            </a:r>
          </a:p>
        </p:txBody>
      </p:sp>
      <p:sp>
        <p:nvSpPr>
          <p:cNvPr id="21" name="Freihandform 8">
            <a:extLst>
              <a:ext uri="{FF2B5EF4-FFF2-40B4-BE49-F238E27FC236}">
                <a16:creationId xmlns:a16="http://schemas.microsoft.com/office/drawing/2014/main" id="{60B7C92A-6CFA-DDD4-7F18-82F58D172B3A}"/>
              </a:ext>
            </a:extLst>
          </p:cNvPr>
          <p:cNvSpPr/>
          <p:nvPr/>
        </p:nvSpPr>
        <p:spPr>
          <a:xfrm>
            <a:off x="4491730" y="2708392"/>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4. </a:t>
            </a:r>
            <a:r>
              <a:rPr lang="en-GB" kern="0" dirty="0">
                <a:solidFill>
                  <a:prstClr val="white"/>
                </a:solidFill>
                <a:latin typeface="Calibri"/>
              </a:rPr>
              <a:t>C</a:t>
            </a:r>
            <a:r>
              <a:rPr kumimoji="0" lang="en-GB" b="0" i="0" u="none" strike="noStrike" kern="0" cap="none" spc="0" normalizeH="0" baseline="0" noProof="0" dirty="0" err="1">
                <a:ln>
                  <a:noFill/>
                </a:ln>
                <a:solidFill>
                  <a:prstClr val="white"/>
                </a:solidFill>
                <a:effectLst/>
                <a:uLnTx/>
                <a:uFillTx/>
                <a:latin typeface="Calibri"/>
                <a:ea typeface="+mn-ea"/>
                <a:cs typeface="+mn-cs"/>
              </a:rPr>
              <a:t>onducting</a:t>
            </a:r>
            <a:r>
              <a:rPr kumimoji="0" lang="en-GB" b="0" i="0" u="none" strike="noStrike" kern="0" cap="none" spc="0" normalizeH="0" baseline="0" noProof="0" dirty="0">
                <a:ln>
                  <a:noFill/>
                </a:ln>
                <a:solidFill>
                  <a:prstClr val="white"/>
                </a:solidFill>
                <a:effectLst/>
                <a:uLnTx/>
                <a:uFillTx/>
                <a:latin typeface="Calibri"/>
                <a:ea typeface="+mn-ea"/>
                <a:cs typeface="+mn-cs"/>
              </a:rPr>
              <a:t> the interview</a:t>
            </a:r>
          </a:p>
        </p:txBody>
      </p:sp>
      <p:sp>
        <p:nvSpPr>
          <p:cNvPr id="22" name="Freihandform 9">
            <a:extLst>
              <a:ext uri="{FF2B5EF4-FFF2-40B4-BE49-F238E27FC236}">
                <a16:creationId xmlns:a16="http://schemas.microsoft.com/office/drawing/2014/main" id="{F51DC695-7F98-C691-F744-97EC17B1475A}"/>
              </a:ext>
            </a:extLst>
          </p:cNvPr>
          <p:cNvSpPr/>
          <p:nvPr/>
        </p:nvSpPr>
        <p:spPr>
          <a:xfrm>
            <a:off x="4491730" y="2013966"/>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3. Start of conversation</a:t>
            </a:r>
          </a:p>
        </p:txBody>
      </p:sp>
      <p:sp>
        <p:nvSpPr>
          <p:cNvPr id="23" name="Freihandform 10">
            <a:extLst>
              <a:ext uri="{FF2B5EF4-FFF2-40B4-BE49-F238E27FC236}">
                <a16:creationId xmlns:a16="http://schemas.microsoft.com/office/drawing/2014/main" id="{F15EDC45-3AE6-BE11-D723-882BC56DA219}"/>
              </a:ext>
            </a:extLst>
          </p:cNvPr>
          <p:cNvSpPr/>
          <p:nvPr/>
        </p:nvSpPr>
        <p:spPr>
          <a:xfrm>
            <a:off x="4491730" y="1319540"/>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2. Organisational preparation</a:t>
            </a:r>
          </a:p>
        </p:txBody>
      </p:sp>
      <p:sp>
        <p:nvSpPr>
          <p:cNvPr id="24" name="Freihandform 11">
            <a:extLst>
              <a:ext uri="{FF2B5EF4-FFF2-40B4-BE49-F238E27FC236}">
                <a16:creationId xmlns:a16="http://schemas.microsoft.com/office/drawing/2014/main" id="{9BFDAB08-55CB-BFEF-D161-5A49A126A62B}"/>
              </a:ext>
            </a:extLst>
          </p:cNvPr>
          <p:cNvSpPr/>
          <p:nvPr/>
        </p:nvSpPr>
        <p:spPr>
          <a:xfrm>
            <a:off x="4491730" y="625114"/>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 Content preparation</a:t>
            </a:r>
          </a:p>
        </p:txBody>
      </p:sp>
      <p:sp>
        <p:nvSpPr>
          <p:cNvPr id="25" name="Geschweifte Klammer links 24">
            <a:extLst>
              <a:ext uri="{FF2B5EF4-FFF2-40B4-BE49-F238E27FC236}">
                <a16:creationId xmlns:a16="http://schemas.microsoft.com/office/drawing/2014/main" id="{E39CABC6-93D3-57BD-61C0-62E12197C600}"/>
              </a:ext>
            </a:extLst>
          </p:cNvPr>
          <p:cNvSpPr/>
          <p:nvPr/>
        </p:nvSpPr>
        <p:spPr>
          <a:xfrm>
            <a:off x="3792755" y="2013966"/>
            <a:ext cx="309345" cy="1840120"/>
          </a:xfrm>
          <a:prstGeom prst="leftBrace">
            <a:avLst>
              <a:gd name="adj1" fmla="val 45812"/>
              <a:gd name="adj2" fmla="val 50000"/>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GB" b="0" i="0" u="none" strike="noStrike" kern="0" cap="none" spc="0" normalizeH="0" baseline="0" noProof="0" dirty="0">
              <a:ln>
                <a:noFill/>
              </a:ln>
              <a:solidFill>
                <a:prstClr val="black"/>
              </a:solidFill>
              <a:effectLst/>
              <a:uLnTx/>
              <a:uFillTx/>
              <a:latin typeface="Calibri"/>
              <a:ea typeface="+mn-ea"/>
              <a:cs typeface="+mn-cs"/>
            </a:endParaRPr>
          </a:p>
        </p:txBody>
      </p:sp>
      <p:sp>
        <p:nvSpPr>
          <p:cNvPr id="26" name="Textfeld 25">
            <a:extLst>
              <a:ext uri="{FF2B5EF4-FFF2-40B4-BE49-F238E27FC236}">
                <a16:creationId xmlns:a16="http://schemas.microsoft.com/office/drawing/2014/main" id="{7FBF8A24-B067-18D7-6F38-961C7017A5A6}"/>
              </a:ext>
            </a:extLst>
          </p:cNvPr>
          <p:cNvSpPr txBox="1"/>
          <p:nvPr/>
        </p:nvSpPr>
        <p:spPr>
          <a:xfrm rot="16200000">
            <a:off x="2626335" y="2718722"/>
            <a:ext cx="1871176" cy="461665"/>
          </a:xfrm>
          <a:prstGeom prst="rect">
            <a:avLst/>
          </a:prstGeom>
          <a:noFill/>
        </p:spPr>
        <p:txBody>
          <a:bodyPr wrap="square" rtlCol="0">
            <a:spAutoFit/>
          </a:bodyPr>
          <a:lstStyle/>
          <a:p>
            <a:pPr algn="ctr" defTabSz="342900" fontAlgn="base">
              <a:spcBef>
                <a:spcPct val="0"/>
              </a:spcBef>
              <a:spcAft>
                <a:spcPct val="0"/>
              </a:spcAft>
            </a:pPr>
            <a:r>
              <a:rPr lang="en-GB" sz="2400" b="1" dirty="0">
                <a:solidFill>
                  <a:schemeClr val="tx2"/>
                </a:solidFill>
                <a:ea typeface="ＭＳ Ｐゴシック" pitchFamily="-104" charset="-128"/>
              </a:rPr>
              <a:t>„Interview“</a:t>
            </a:r>
          </a:p>
        </p:txBody>
      </p:sp>
    </p:spTree>
    <p:extLst>
      <p:ext uri="{BB962C8B-B14F-4D97-AF65-F5344CB8AC3E}">
        <p14:creationId xmlns:p14="http://schemas.microsoft.com/office/powerpoint/2010/main" val="38059846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9780" y="1906425"/>
            <a:ext cx="2276957" cy="227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el 1"/>
          <p:cNvSpPr>
            <a:spLocks noGrp="1"/>
          </p:cNvSpPr>
          <p:nvPr>
            <p:ph type="title"/>
          </p:nvPr>
        </p:nvSpPr>
        <p:spPr/>
        <p:txBody>
          <a:bodyPr/>
          <a:lstStyle/>
          <a:p>
            <a:r>
              <a:rPr lang="en-GB" dirty="0"/>
              <a:t>The Workflow</a:t>
            </a:r>
          </a:p>
        </p:txBody>
      </p:sp>
      <p:sp>
        <p:nvSpPr>
          <p:cNvPr id="3" name="Inhaltsplatzhalter 2"/>
          <p:cNvSpPr>
            <a:spLocks noGrp="1"/>
          </p:cNvSpPr>
          <p:nvPr>
            <p:ph idx="1"/>
          </p:nvPr>
        </p:nvSpPr>
        <p:spPr>
          <a:xfrm>
            <a:off x="695324" y="1114425"/>
            <a:ext cx="10800675" cy="5049840"/>
          </a:xfrm>
        </p:spPr>
        <p:txBody>
          <a:bodyPr>
            <a:normAutofit lnSpcReduction="10000"/>
          </a:bodyPr>
          <a:lstStyle/>
          <a:p>
            <a:pPr marL="0" indent="0">
              <a:lnSpc>
                <a:spcPct val="104000"/>
              </a:lnSpc>
              <a:spcBef>
                <a:spcPts val="600"/>
              </a:spcBef>
              <a:buNone/>
            </a:pPr>
            <a:r>
              <a:rPr lang="en-GB" b="1" dirty="0"/>
              <a:t>2. Organisational preparation:</a:t>
            </a:r>
          </a:p>
          <a:p>
            <a:pPr lvl="1">
              <a:lnSpc>
                <a:spcPct val="104000"/>
              </a:lnSpc>
              <a:spcBef>
                <a:spcPts val="600"/>
              </a:spcBef>
            </a:pPr>
            <a:r>
              <a:rPr lang="en-GB" dirty="0"/>
              <a:t>Making contact:</a:t>
            </a:r>
          </a:p>
          <a:p>
            <a:pPr lvl="2">
              <a:lnSpc>
                <a:spcPct val="104000"/>
              </a:lnSpc>
              <a:spcBef>
                <a:spcPts val="600"/>
              </a:spcBef>
            </a:pPr>
            <a:r>
              <a:rPr lang="en-GB" dirty="0"/>
              <a:t>Presentation of the topic, purpose of the study, utilisation, etc.</a:t>
            </a:r>
          </a:p>
          <a:p>
            <a:pPr lvl="1">
              <a:lnSpc>
                <a:spcPct val="104000"/>
              </a:lnSpc>
            </a:pPr>
            <a:r>
              <a:rPr lang="en-GB" dirty="0"/>
              <a:t>Appointments (👉 interview location)</a:t>
            </a:r>
          </a:p>
          <a:p>
            <a:pPr lvl="1">
              <a:lnSpc>
                <a:spcPct val="104000"/>
              </a:lnSpc>
              <a:spcBef>
                <a:spcPts val="600"/>
              </a:spcBef>
            </a:pPr>
            <a:r>
              <a:rPr lang="en-GB" dirty="0"/>
              <a:t>Hardware:</a:t>
            </a:r>
          </a:p>
          <a:p>
            <a:pPr lvl="2">
              <a:lnSpc>
                <a:spcPct val="104000"/>
              </a:lnSpc>
              <a:spcBef>
                <a:spcPts val="600"/>
              </a:spcBef>
            </a:pPr>
            <a:r>
              <a:rPr lang="en-GB" dirty="0"/>
              <a:t>Training Recording devices, spare batteries, business cards, etc.</a:t>
            </a:r>
          </a:p>
          <a:p>
            <a:pPr marL="0" indent="0">
              <a:lnSpc>
                <a:spcPct val="104000"/>
              </a:lnSpc>
              <a:spcBef>
                <a:spcPts val="600"/>
              </a:spcBef>
              <a:buNone/>
            </a:pPr>
            <a:r>
              <a:rPr lang="en-GB" b="1" dirty="0"/>
              <a:t>3. Start of conversation:</a:t>
            </a:r>
          </a:p>
          <a:p>
            <a:pPr lvl="1">
              <a:lnSpc>
                <a:spcPct val="104000"/>
              </a:lnSpc>
            </a:pPr>
            <a:r>
              <a:rPr lang="en-GB" dirty="0"/>
              <a:t>Reference to recording* (&amp; start it 😉)</a:t>
            </a:r>
          </a:p>
          <a:p>
            <a:pPr lvl="1">
              <a:lnSpc>
                <a:spcPct val="104000"/>
              </a:lnSpc>
            </a:pPr>
            <a:r>
              <a:rPr lang="en-GB" dirty="0"/>
              <a:t>Introduction &amp; small talk 👉</a:t>
            </a:r>
            <a:r>
              <a:rPr lang="en-GB" b="1" dirty="0"/>
              <a:t> relaxed atmosphere</a:t>
            </a:r>
          </a:p>
          <a:p>
            <a:pPr marL="0" indent="0">
              <a:lnSpc>
                <a:spcPct val="104000"/>
              </a:lnSpc>
              <a:spcBef>
                <a:spcPts val="600"/>
              </a:spcBef>
              <a:buNone/>
            </a:pPr>
            <a:r>
              <a:rPr lang="en-GB" b="1" dirty="0"/>
              <a:t>4. Conducting the interview:</a:t>
            </a:r>
          </a:p>
          <a:p>
            <a:pPr lvl="1">
              <a:lnSpc>
                <a:spcPct val="104000"/>
              </a:lnSpc>
            </a:pPr>
            <a:r>
              <a:rPr lang="en-GB" dirty="0"/>
              <a:t>Managing the process 👉</a:t>
            </a:r>
            <a:r>
              <a:rPr lang="en-GB" b="1" dirty="0"/>
              <a:t> using guidelines</a:t>
            </a:r>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3387"/>
          <a:stretch/>
        </p:blipFill>
        <p:spPr bwMode="auto">
          <a:xfrm>
            <a:off x="10259574" y="2014538"/>
            <a:ext cx="2158524" cy="2314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umsplatzhalter 4">
            <a:extLst>
              <a:ext uri="{FF2B5EF4-FFF2-40B4-BE49-F238E27FC236}">
                <a16:creationId xmlns:a16="http://schemas.microsoft.com/office/drawing/2014/main" id="{157456B3-FD4E-2BAB-11F6-C0E4832A99F1}"/>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C23A89DB-2815-9BE6-8274-689B6A5B6B72}"/>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7C66473C-65E9-FC37-D24B-39A8C327EF7D}"/>
              </a:ext>
            </a:extLst>
          </p:cNvPr>
          <p:cNvSpPr>
            <a:spLocks noGrp="1"/>
          </p:cNvSpPr>
          <p:nvPr>
            <p:ph type="sldNum" sz="quarter" idx="12"/>
          </p:nvPr>
        </p:nvSpPr>
        <p:spPr/>
        <p:txBody>
          <a:bodyPr/>
          <a:lstStyle/>
          <a:p>
            <a:fld id="{D836C0FE-70CA-4950-82D6-CF602CC2B770}" type="slidenum">
              <a:rPr lang="en-GB" smtClean="0"/>
              <a:t>54</a:t>
            </a:fld>
            <a:endParaRPr lang="en-GB" dirty="0"/>
          </a:p>
        </p:txBody>
      </p:sp>
    </p:spTree>
    <p:extLst>
      <p:ext uri="{BB962C8B-B14F-4D97-AF65-F5344CB8AC3E}">
        <p14:creationId xmlns:p14="http://schemas.microsoft.com/office/powerpoint/2010/main" val="340831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FE3AB-C3EB-BBBA-D22D-846B81570E46}"/>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FD952ED-6BCC-4114-395F-B492B613C64D}"/>
              </a:ext>
            </a:extLst>
          </p:cNvPr>
          <p:cNvSpPr>
            <a:spLocks noGrp="1"/>
          </p:cNvSpPr>
          <p:nvPr>
            <p:ph type="sldNum" sz="quarter" idx="12"/>
          </p:nvPr>
        </p:nvSpPr>
        <p:spPr/>
        <p:txBody>
          <a:bodyPr/>
          <a:lstStyle/>
          <a:p>
            <a:fld id="{D836C0FE-70CA-4950-82D6-CF602CC2B770}" type="slidenum">
              <a:rPr lang="en-GB" smtClean="0"/>
              <a:t>55</a:t>
            </a:fld>
            <a:endParaRPr lang="en-GB" dirty="0"/>
          </a:p>
        </p:txBody>
      </p:sp>
      <p:sp>
        <p:nvSpPr>
          <p:cNvPr id="3" name="Titel 2">
            <a:extLst>
              <a:ext uri="{FF2B5EF4-FFF2-40B4-BE49-F238E27FC236}">
                <a16:creationId xmlns:a16="http://schemas.microsoft.com/office/drawing/2014/main" id="{7095D1ED-E99F-5ACA-6682-58C14E744057}"/>
              </a:ext>
            </a:extLst>
          </p:cNvPr>
          <p:cNvSpPr>
            <a:spLocks noGrp="1"/>
          </p:cNvSpPr>
          <p:nvPr>
            <p:ph type="title"/>
          </p:nvPr>
        </p:nvSpPr>
        <p:spPr/>
        <p:txBody>
          <a:bodyPr/>
          <a:lstStyle/>
          <a:p>
            <a:r>
              <a:rPr lang="en-GB" dirty="0"/>
              <a:t>Workflow</a:t>
            </a:r>
          </a:p>
        </p:txBody>
      </p:sp>
      <p:sp>
        <p:nvSpPr>
          <p:cNvPr id="5" name="Datumsplatzhalter 4">
            <a:extLst>
              <a:ext uri="{FF2B5EF4-FFF2-40B4-BE49-F238E27FC236}">
                <a16:creationId xmlns:a16="http://schemas.microsoft.com/office/drawing/2014/main" id="{6C10FE60-289D-69CD-5836-FE09A6A12B8F}"/>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DFF4820-3C70-951E-F607-531C91113536}"/>
              </a:ext>
            </a:extLst>
          </p:cNvPr>
          <p:cNvSpPr>
            <a:spLocks noGrp="1"/>
          </p:cNvSpPr>
          <p:nvPr>
            <p:ph type="ftr" sz="quarter" idx="11"/>
          </p:nvPr>
        </p:nvSpPr>
        <p:spPr/>
        <p:txBody>
          <a:bodyPr/>
          <a:lstStyle/>
          <a:p>
            <a:r>
              <a:rPr lang="en-GB" dirty="0"/>
              <a:t>KMH | IL Scientific Method</a:t>
            </a:r>
          </a:p>
        </p:txBody>
      </p:sp>
      <p:sp>
        <p:nvSpPr>
          <p:cNvPr id="17" name="Freihandform 4">
            <a:extLst>
              <a:ext uri="{FF2B5EF4-FFF2-40B4-BE49-F238E27FC236}">
                <a16:creationId xmlns:a16="http://schemas.microsoft.com/office/drawing/2014/main" id="{94A4EB41-505E-2796-5C54-E34FEB48E3EC}"/>
              </a:ext>
            </a:extLst>
          </p:cNvPr>
          <p:cNvSpPr/>
          <p:nvPr/>
        </p:nvSpPr>
        <p:spPr>
          <a:xfrm>
            <a:off x="4491730" y="5486093"/>
            <a:ext cx="3617919" cy="529492"/>
          </a:xfrm>
          <a:custGeom>
            <a:avLst/>
            <a:gdLst>
              <a:gd name="connsiteX0" fmla="*/ 0 w 4823892"/>
              <a:gd name="connsiteY0" fmla="*/ 0 h 438113"/>
              <a:gd name="connsiteX1" fmla="*/ 4823892 w 4823892"/>
              <a:gd name="connsiteY1" fmla="*/ 0 h 438113"/>
              <a:gd name="connsiteX2" fmla="*/ 4823892 w 4823892"/>
              <a:gd name="connsiteY2" fmla="*/ 438113 h 438113"/>
              <a:gd name="connsiteX3" fmla="*/ 0 w 4823892"/>
              <a:gd name="connsiteY3" fmla="*/ 438113 h 438113"/>
              <a:gd name="connsiteX4" fmla="*/ 0 w 4823892"/>
              <a:gd name="connsiteY4" fmla="*/ 0 h 438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3892" h="438113">
                <a:moveTo>
                  <a:pt x="0" y="0"/>
                </a:moveTo>
                <a:lnTo>
                  <a:pt x="4823892" y="0"/>
                </a:lnTo>
                <a:lnTo>
                  <a:pt x="4823892" y="438113"/>
                </a:lnTo>
                <a:lnTo>
                  <a:pt x="0" y="438113"/>
                </a:lnTo>
                <a:lnTo>
                  <a:pt x="0" y="0"/>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2" rIns="96012" bIns="96012"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8. Content analysis</a:t>
            </a:r>
          </a:p>
        </p:txBody>
      </p:sp>
      <p:sp>
        <p:nvSpPr>
          <p:cNvPr id="18" name="Freihandform 5">
            <a:extLst>
              <a:ext uri="{FF2B5EF4-FFF2-40B4-BE49-F238E27FC236}">
                <a16:creationId xmlns:a16="http://schemas.microsoft.com/office/drawing/2014/main" id="{C5FA8EAB-D58C-B8DF-EA96-092C1A6EF117}"/>
              </a:ext>
            </a:extLst>
          </p:cNvPr>
          <p:cNvSpPr/>
          <p:nvPr/>
        </p:nvSpPr>
        <p:spPr>
          <a:xfrm>
            <a:off x="4491730" y="4791670"/>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7.Transcription</a:t>
            </a:r>
          </a:p>
        </p:txBody>
      </p:sp>
      <p:sp>
        <p:nvSpPr>
          <p:cNvPr id="19" name="Freihandform 6">
            <a:extLst>
              <a:ext uri="{FF2B5EF4-FFF2-40B4-BE49-F238E27FC236}">
                <a16:creationId xmlns:a16="http://schemas.microsoft.com/office/drawing/2014/main" id="{4B586052-10BC-2534-B767-3939E67972C7}"/>
              </a:ext>
            </a:extLst>
          </p:cNvPr>
          <p:cNvSpPr/>
          <p:nvPr/>
        </p:nvSpPr>
        <p:spPr>
          <a:xfrm>
            <a:off x="4491730" y="4097244"/>
            <a:ext cx="3617920"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3"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6. Interview notes</a:t>
            </a:r>
          </a:p>
        </p:txBody>
      </p:sp>
      <p:sp>
        <p:nvSpPr>
          <p:cNvPr id="20" name="Freihandform 7">
            <a:extLst>
              <a:ext uri="{FF2B5EF4-FFF2-40B4-BE49-F238E27FC236}">
                <a16:creationId xmlns:a16="http://schemas.microsoft.com/office/drawing/2014/main" id="{841D6728-1D6A-1F4B-380A-A0687428601C}"/>
              </a:ext>
            </a:extLst>
          </p:cNvPr>
          <p:cNvSpPr/>
          <p:nvPr/>
        </p:nvSpPr>
        <p:spPr>
          <a:xfrm>
            <a:off x="4491730" y="3402818"/>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5. End of conversation &amp; farewell</a:t>
            </a:r>
          </a:p>
        </p:txBody>
      </p:sp>
      <p:sp>
        <p:nvSpPr>
          <p:cNvPr id="21" name="Freihandform 8">
            <a:extLst>
              <a:ext uri="{FF2B5EF4-FFF2-40B4-BE49-F238E27FC236}">
                <a16:creationId xmlns:a16="http://schemas.microsoft.com/office/drawing/2014/main" id="{330D411E-6660-030C-0D7F-663432643CC0}"/>
              </a:ext>
            </a:extLst>
          </p:cNvPr>
          <p:cNvSpPr/>
          <p:nvPr/>
        </p:nvSpPr>
        <p:spPr>
          <a:xfrm>
            <a:off x="4491730" y="2708392"/>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4. </a:t>
            </a:r>
            <a:r>
              <a:rPr lang="en-GB" kern="0" dirty="0">
                <a:solidFill>
                  <a:prstClr val="white"/>
                </a:solidFill>
                <a:latin typeface="Calibri"/>
              </a:rPr>
              <a:t>C</a:t>
            </a:r>
            <a:r>
              <a:rPr kumimoji="0" lang="en-GB" b="0" i="0" u="none" strike="noStrike" kern="0" cap="none" spc="0" normalizeH="0" baseline="0" noProof="0" dirty="0" err="1">
                <a:ln>
                  <a:noFill/>
                </a:ln>
                <a:solidFill>
                  <a:prstClr val="white"/>
                </a:solidFill>
                <a:effectLst/>
                <a:uLnTx/>
                <a:uFillTx/>
                <a:latin typeface="Calibri"/>
                <a:ea typeface="+mn-ea"/>
                <a:cs typeface="+mn-cs"/>
              </a:rPr>
              <a:t>onducting</a:t>
            </a:r>
            <a:r>
              <a:rPr kumimoji="0" lang="en-GB" b="0" i="0" u="none" strike="noStrike" kern="0" cap="none" spc="0" normalizeH="0" baseline="0" noProof="0" dirty="0">
                <a:ln>
                  <a:noFill/>
                </a:ln>
                <a:solidFill>
                  <a:prstClr val="white"/>
                </a:solidFill>
                <a:effectLst/>
                <a:uLnTx/>
                <a:uFillTx/>
                <a:latin typeface="Calibri"/>
                <a:ea typeface="+mn-ea"/>
                <a:cs typeface="+mn-cs"/>
              </a:rPr>
              <a:t> the interview</a:t>
            </a:r>
          </a:p>
        </p:txBody>
      </p:sp>
      <p:sp>
        <p:nvSpPr>
          <p:cNvPr id="22" name="Freihandform 9">
            <a:extLst>
              <a:ext uri="{FF2B5EF4-FFF2-40B4-BE49-F238E27FC236}">
                <a16:creationId xmlns:a16="http://schemas.microsoft.com/office/drawing/2014/main" id="{AF26CFEC-9018-0E8C-EA30-2B38FD372398}"/>
              </a:ext>
            </a:extLst>
          </p:cNvPr>
          <p:cNvSpPr/>
          <p:nvPr/>
        </p:nvSpPr>
        <p:spPr>
          <a:xfrm>
            <a:off x="4491730" y="2013966"/>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5"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3. Start of conversation</a:t>
            </a:r>
          </a:p>
        </p:txBody>
      </p:sp>
      <p:sp>
        <p:nvSpPr>
          <p:cNvPr id="23" name="Freihandform 10">
            <a:extLst>
              <a:ext uri="{FF2B5EF4-FFF2-40B4-BE49-F238E27FC236}">
                <a16:creationId xmlns:a16="http://schemas.microsoft.com/office/drawing/2014/main" id="{AB7D845A-F6D5-BF95-7833-7181A0B08224}"/>
              </a:ext>
            </a:extLst>
          </p:cNvPr>
          <p:cNvSpPr/>
          <p:nvPr/>
        </p:nvSpPr>
        <p:spPr>
          <a:xfrm>
            <a:off x="4491730" y="1319540"/>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2"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2. Organisational preparation</a:t>
            </a:r>
          </a:p>
        </p:txBody>
      </p:sp>
      <p:sp>
        <p:nvSpPr>
          <p:cNvPr id="24" name="Freihandform 11">
            <a:extLst>
              <a:ext uri="{FF2B5EF4-FFF2-40B4-BE49-F238E27FC236}">
                <a16:creationId xmlns:a16="http://schemas.microsoft.com/office/drawing/2014/main" id="{64AE4F44-1932-DD72-8C25-5079A459D8E3}"/>
              </a:ext>
            </a:extLst>
          </p:cNvPr>
          <p:cNvSpPr/>
          <p:nvPr/>
        </p:nvSpPr>
        <p:spPr>
          <a:xfrm>
            <a:off x="4491730" y="625114"/>
            <a:ext cx="3617919" cy="814359"/>
          </a:xfrm>
          <a:custGeom>
            <a:avLst/>
            <a:gdLst>
              <a:gd name="connsiteX0" fmla="*/ 0 w 4823892"/>
              <a:gd name="connsiteY0" fmla="*/ 235991 h 673817"/>
              <a:gd name="connsiteX1" fmla="*/ 2327719 w 4823892"/>
              <a:gd name="connsiteY1" fmla="*/ 235991 h 673817"/>
              <a:gd name="connsiteX2" fmla="*/ 2327719 w 4823892"/>
              <a:gd name="connsiteY2" fmla="*/ 168454 h 673817"/>
              <a:gd name="connsiteX3" fmla="*/ 2243492 w 4823892"/>
              <a:gd name="connsiteY3" fmla="*/ 168454 h 673817"/>
              <a:gd name="connsiteX4" fmla="*/ 2411946 w 4823892"/>
              <a:gd name="connsiteY4" fmla="*/ 0 h 673817"/>
              <a:gd name="connsiteX5" fmla="*/ 2580400 w 4823892"/>
              <a:gd name="connsiteY5" fmla="*/ 168454 h 673817"/>
              <a:gd name="connsiteX6" fmla="*/ 2496173 w 4823892"/>
              <a:gd name="connsiteY6" fmla="*/ 168454 h 673817"/>
              <a:gd name="connsiteX7" fmla="*/ 2496173 w 4823892"/>
              <a:gd name="connsiteY7" fmla="*/ 235991 h 673817"/>
              <a:gd name="connsiteX8" fmla="*/ 4823892 w 4823892"/>
              <a:gd name="connsiteY8" fmla="*/ 235991 h 673817"/>
              <a:gd name="connsiteX9" fmla="*/ 4823892 w 4823892"/>
              <a:gd name="connsiteY9" fmla="*/ 673817 h 673817"/>
              <a:gd name="connsiteX10" fmla="*/ 0 w 4823892"/>
              <a:gd name="connsiteY10" fmla="*/ 673817 h 673817"/>
              <a:gd name="connsiteX11" fmla="*/ 0 w 4823892"/>
              <a:gd name="connsiteY11" fmla="*/ 235991 h 67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23892" h="673817">
                <a:moveTo>
                  <a:pt x="4823892" y="437826"/>
                </a:moveTo>
                <a:lnTo>
                  <a:pt x="2496173" y="437826"/>
                </a:lnTo>
                <a:lnTo>
                  <a:pt x="2496173" y="505363"/>
                </a:lnTo>
                <a:lnTo>
                  <a:pt x="2580400" y="505363"/>
                </a:lnTo>
                <a:lnTo>
                  <a:pt x="2411946" y="673816"/>
                </a:lnTo>
                <a:lnTo>
                  <a:pt x="2243492" y="505363"/>
                </a:lnTo>
                <a:lnTo>
                  <a:pt x="2327719" y="505363"/>
                </a:lnTo>
                <a:lnTo>
                  <a:pt x="2327719" y="437826"/>
                </a:lnTo>
                <a:lnTo>
                  <a:pt x="0" y="437826"/>
                </a:lnTo>
                <a:lnTo>
                  <a:pt x="0" y="1"/>
                </a:lnTo>
                <a:lnTo>
                  <a:pt x="4823892" y="1"/>
                </a:lnTo>
                <a:lnTo>
                  <a:pt x="4823892" y="437826"/>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96011" tIns="96013" rIns="96012" bIns="273006" numCol="1" spcCol="1270" anchor="ctr" anchorCtr="0">
            <a:noAutofit/>
          </a:bodyPr>
          <a:lstStyle/>
          <a:p>
            <a:pPr marL="0" marR="0" lvl="0" indent="0" algn="ctr" defTabSz="600075" eaLnBrk="1" fontAlgn="base" latinLnBrk="0" hangingPunct="1">
              <a:lnSpc>
                <a:spcPct val="90000"/>
              </a:lnSpc>
              <a:spcBef>
                <a:spcPct val="0"/>
              </a:spcBef>
              <a:spcAft>
                <a:spcPct val="3500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 Content preparation</a:t>
            </a:r>
          </a:p>
        </p:txBody>
      </p:sp>
      <p:sp>
        <p:nvSpPr>
          <p:cNvPr id="25" name="Geschweifte Klammer links 24">
            <a:extLst>
              <a:ext uri="{FF2B5EF4-FFF2-40B4-BE49-F238E27FC236}">
                <a16:creationId xmlns:a16="http://schemas.microsoft.com/office/drawing/2014/main" id="{822D49E8-D960-FAD1-1F6B-8BA9B58C73E3}"/>
              </a:ext>
            </a:extLst>
          </p:cNvPr>
          <p:cNvSpPr/>
          <p:nvPr/>
        </p:nvSpPr>
        <p:spPr>
          <a:xfrm>
            <a:off x="3792755" y="2013966"/>
            <a:ext cx="309345" cy="1840120"/>
          </a:xfrm>
          <a:prstGeom prst="leftBrace">
            <a:avLst>
              <a:gd name="adj1" fmla="val 45812"/>
              <a:gd name="adj2" fmla="val 50000"/>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rtlCol="0" anchor="ctr"/>
          <a:lstStyle/>
          <a:p>
            <a:pPr marL="0" marR="0" lvl="0" indent="0" algn="ctr" defTabSz="342900" eaLnBrk="1" fontAlgn="base" latinLnBrk="0" hangingPunct="1">
              <a:lnSpc>
                <a:spcPct val="100000"/>
              </a:lnSpc>
              <a:spcBef>
                <a:spcPct val="0"/>
              </a:spcBef>
              <a:spcAft>
                <a:spcPct val="0"/>
              </a:spcAft>
              <a:buClrTx/>
              <a:buSzTx/>
              <a:buFontTx/>
              <a:buNone/>
              <a:tabLst/>
              <a:defRPr/>
            </a:pPr>
            <a:endParaRPr kumimoji="0" lang="en-GB" b="0" i="0" u="none" strike="noStrike" kern="0" cap="none" spc="0" normalizeH="0" baseline="0" noProof="0" dirty="0">
              <a:ln>
                <a:noFill/>
              </a:ln>
              <a:solidFill>
                <a:prstClr val="black"/>
              </a:solidFill>
              <a:effectLst/>
              <a:uLnTx/>
              <a:uFillTx/>
              <a:latin typeface="Calibri"/>
              <a:ea typeface="+mn-ea"/>
              <a:cs typeface="+mn-cs"/>
            </a:endParaRPr>
          </a:p>
        </p:txBody>
      </p:sp>
      <p:sp>
        <p:nvSpPr>
          <p:cNvPr id="26" name="Textfeld 25">
            <a:extLst>
              <a:ext uri="{FF2B5EF4-FFF2-40B4-BE49-F238E27FC236}">
                <a16:creationId xmlns:a16="http://schemas.microsoft.com/office/drawing/2014/main" id="{B526990C-B7F6-44A0-71A5-490D023B21EC}"/>
              </a:ext>
            </a:extLst>
          </p:cNvPr>
          <p:cNvSpPr txBox="1"/>
          <p:nvPr/>
        </p:nvSpPr>
        <p:spPr>
          <a:xfrm rot="16200000">
            <a:off x="2626335" y="2718722"/>
            <a:ext cx="1871176" cy="461665"/>
          </a:xfrm>
          <a:prstGeom prst="rect">
            <a:avLst/>
          </a:prstGeom>
          <a:noFill/>
        </p:spPr>
        <p:txBody>
          <a:bodyPr wrap="square" rtlCol="0">
            <a:spAutoFit/>
          </a:bodyPr>
          <a:lstStyle/>
          <a:p>
            <a:pPr algn="ctr" defTabSz="342900" fontAlgn="base">
              <a:spcBef>
                <a:spcPct val="0"/>
              </a:spcBef>
              <a:spcAft>
                <a:spcPct val="0"/>
              </a:spcAft>
            </a:pPr>
            <a:r>
              <a:rPr lang="en-GB" sz="2400" b="1" dirty="0">
                <a:solidFill>
                  <a:schemeClr val="tx2"/>
                </a:solidFill>
                <a:ea typeface="ＭＳ Ｐゴシック" pitchFamily="-104" charset="-128"/>
              </a:rPr>
              <a:t>„Interview“</a:t>
            </a:r>
          </a:p>
        </p:txBody>
      </p:sp>
    </p:spTree>
    <p:extLst>
      <p:ext uri="{BB962C8B-B14F-4D97-AF65-F5344CB8AC3E}">
        <p14:creationId xmlns:p14="http://schemas.microsoft.com/office/powerpoint/2010/main" val="13645645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dirty="0"/>
              <a:t>The Workflow</a:t>
            </a:r>
          </a:p>
        </p:txBody>
      </p:sp>
      <p:sp>
        <p:nvSpPr>
          <p:cNvPr id="3" name="Inhaltsplatzhalter 2"/>
          <p:cNvSpPr>
            <a:spLocks noGrp="1"/>
          </p:cNvSpPr>
          <p:nvPr>
            <p:ph idx="1"/>
          </p:nvPr>
        </p:nvSpPr>
        <p:spPr>
          <a:xfrm>
            <a:off x="695324" y="1028700"/>
            <a:ext cx="10800675" cy="5135565"/>
          </a:xfrm>
        </p:spPr>
        <p:txBody>
          <a:bodyPr>
            <a:normAutofit/>
          </a:bodyPr>
          <a:lstStyle/>
          <a:p>
            <a:pPr marL="0" indent="0">
              <a:buNone/>
            </a:pPr>
            <a:r>
              <a:rPr lang="en-GB" b="1" dirty="0"/>
              <a:t>5. End of conversation &amp; farewell:</a:t>
            </a:r>
          </a:p>
          <a:p>
            <a:pPr lvl="1"/>
            <a:r>
              <a:rPr lang="en-GB" dirty="0"/>
              <a:t>Ending the audio recording</a:t>
            </a:r>
          </a:p>
          <a:p>
            <a:pPr lvl="1"/>
            <a:r>
              <a:rPr lang="en-GB" dirty="0"/>
              <a:t>Start informal conversation👉</a:t>
            </a:r>
            <a:r>
              <a:rPr lang="en-GB" b="1" dirty="0"/>
              <a:t> attention &amp; keyword protocol</a:t>
            </a:r>
          </a:p>
          <a:p>
            <a:pPr lvl="1"/>
            <a:r>
              <a:rPr lang="en-GB" dirty="0"/>
              <a:t>Farewell:</a:t>
            </a:r>
          </a:p>
          <a:p>
            <a:pPr lvl="2"/>
            <a:r>
              <a:rPr lang="en-GB" dirty="0"/>
              <a:t>Business card, information material, utilisation of the results, etc.</a:t>
            </a:r>
          </a:p>
          <a:p>
            <a:pPr marL="0" indent="0">
              <a:buNone/>
            </a:pPr>
            <a:r>
              <a:rPr lang="en-GB" b="1" dirty="0"/>
              <a:t>6. (Ex post) Interview notes</a:t>
            </a:r>
          </a:p>
          <a:p>
            <a:pPr lvl="1"/>
            <a:r>
              <a:rPr lang="en-GB" b="1" dirty="0"/>
              <a:t>Additional information </a:t>
            </a:r>
            <a:r>
              <a:rPr lang="en-GB" dirty="0"/>
              <a:t>on the interview situation</a:t>
            </a:r>
          </a:p>
          <a:p>
            <a:pPr lvl="2"/>
            <a:r>
              <a:rPr lang="en-GB" dirty="0"/>
              <a:t>Description of interviewee, interruptions, premises, start &amp; end of interview etc.</a:t>
            </a:r>
          </a:p>
          <a:p>
            <a:pPr lvl="2"/>
            <a:r>
              <a:rPr lang="en-GB" b="1" dirty="0"/>
              <a:t>Hypotheses, thoughts, striking "sayings" &amp;amp; associated associations</a:t>
            </a:r>
          </a:p>
        </p:txBody>
      </p:sp>
      <p:sp>
        <p:nvSpPr>
          <p:cNvPr id="5" name="Datumsplatzhalter 4">
            <a:extLst>
              <a:ext uri="{FF2B5EF4-FFF2-40B4-BE49-F238E27FC236}">
                <a16:creationId xmlns:a16="http://schemas.microsoft.com/office/drawing/2014/main" id="{BFD6AE8C-55B8-396F-1D95-1B4F244C4A6C}"/>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DC8FED12-61BA-9A9D-D843-7717FF6A779B}"/>
              </a:ext>
            </a:extLst>
          </p:cNvPr>
          <p:cNvSpPr>
            <a:spLocks noGrp="1"/>
          </p:cNvSpPr>
          <p:nvPr>
            <p:ph type="ftr" sz="quarter" idx="11"/>
          </p:nvPr>
        </p:nvSpPr>
        <p:spPr/>
        <p:txBody>
          <a:bodyPr/>
          <a:lstStyle/>
          <a:p>
            <a:r>
              <a:rPr lang="en-GB" dirty="0"/>
              <a:t>KMH | IL Scientific Method</a:t>
            </a:r>
          </a:p>
        </p:txBody>
      </p:sp>
      <p:sp>
        <p:nvSpPr>
          <p:cNvPr id="7" name="Foliennummernplatzhalter 6">
            <a:extLst>
              <a:ext uri="{FF2B5EF4-FFF2-40B4-BE49-F238E27FC236}">
                <a16:creationId xmlns:a16="http://schemas.microsoft.com/office/drawing/2014/main" id="{4ABF1FA5-47DD-882E-B028-E554AB99929A}"/>
              </a:ext>
            </a:extLst>
          </p:cNvPr>
          <p:cNvSpPr>
            <a:spLocks noGrp="1"/>
          </p:cNvSpPr>
          <p:nvPr>
            <p:ph type="sldNum" sz="quarter" idx="12"/>
          </p:nvPr>
        </p:nvSpPr>
        <p:spPr/>
        <p:txBody>
          <a:bodyPr/>
          <a:lstStyle/>
          <a:p>
            <a:fld id="{D836C0FE-70CA-4950-82D6-CF602CC2B770}" type="slidenum">
              <a:rPr lang="en-GB" smtClean="0"/>
              <a:t>56</a:t>
            </a:fld>
            <a:endParaRPr lang="en-GB" dirty="0"/>
          </a:p>
        </p:txBody>
      </p:sp>
    </p:spTree>
    <p:extLst>
      <p:ext uri="{BB962C8B-B14F-4D97-AF65-F5344CB8AC3E}">
        <p14:creationId xmlns:p14="http://schemas.microsoft.com/office/powerpoint/2010/main" val="138299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95326" y="662410"/>
            <a:ext cx="8928100" cy="792000"/>
          </a:xfrm>
        </p:spPr>
        <p:txBody>
          <a:bodyPr/>
          <a:lstStyle/>
          <a:p>
            <a:r>
              <a:rPr lang="en-GB" dirty="0"/>
              <a:t>7. Transcription</a:t>
            </a:r>
          </a:p>
        </p:txBody>
      </p:sp>
      <p:sp>
        <p:nvSpPr>
          <p:cNvPr id="3" name="Inhaltsplatzhalter 2"/>
          <p:cNvSpPr>
            <a:spLocks noGrp="1"/>
          </p:cNvSpPr>
          <p:nvPr>
            <p:ph idx="1"/>
          </p:nvPr>
        </p:nvSpPr>
        <p:spPr/>
        <p:txBody>
          <a:bodyPr anchor="ctr"/>
          <a:lstStyle/>
          <a:p>
            <a:pPr>
              <a:lnSpc>
                <a:spcPct val="104000"/>
              </a:lnSpc>
              <a:spcBef>
                <a:spcPts val="800"/>
              </a:spcBef>
            </a:pPr>
            <a:r>
              <a:rPr lang="en-GB" dirty="0"/>
              <a:t>Mark speakers with capital letters</a:t>
            </a:r>
          </a:p>
          <a:p>
            <a:pPr>
              <a:lnSpc>
                <a:spcPct val="104000"/>
              </a:lnSpc>
              <a:spcBef>
                <a:spcPts val="800"/>
              </a:spcBef>
            </a:pPr>
            <a:r>
              <a:rPr lang="en-GB" dirty="0"/>
              <a:t>Blank lines for speaker changes</a:t>
            </a:r>
          </a:p>
          <a:p>
            <a:pPr>
              <a:lnSpc>
                <a:spcPct val="104000"/>
              </a:lnSpc>
              <a:spcBef>
                <a:spcPts val="800"/>
              </a:spcBef>
            </a:pPr>
            <a:r>
              <a:rPr lang="en-GB" dirty="0">
                <a:solidFill>
                  <a:srgbClr val="E37823"/>
                </a:solidFill>
              </a:rPr>
              <a:t>No "formatting bells and whistles"</a:t>
            </a:r>
            <a:endParaRPr lang="en-GB" sz="1200" dirty="0">
              <a:solidFill>
                <a:srgbClr val="E37823"/>
              </a:solidFill>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54980">
            <a:off x="5756455" y="854420"/>
            <a:ext cx="7252700" cy="5399956"/>
          </a:xfrm>
          <a:prstGeom prst="rect">
            <a:avLst/>
          </a:prstGeom>
          <a:ln w="9525">
            <a:solidFill>
              <a:schemeClr val="bg1">
                <a:lumMod val="75000"/>
              </a:schemeClr>
            </a:solidFill>
            <a:miter lim="800000"/>
            <a:headEnd/>
            <a:tailEnd/>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6232276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0BE5F667-CBD6-6F65-B383-A23C166967C1}"/>
              </a:ext>
            </a:extLst>
          </p:cNvPr>
          <p:cNvSpPr>
            <a:spLocks noGrp="1"/>
          </p:cNvSpPr>
          <p:nvPr>
            <p:ph type="sldNum" sz="quarter" idx="12"/>
          </p:nvPr>
        </p:nvSpPr>
        <p:spPr/>
        <p:txBody>
          <a:bodyPr/>
          <a:lstStyle/>
          <a:p>
            <a:fld id="{D836C0FE-70CA-4950-82D6-CF602CC2B770}" type="slidenum">
              <a:rPr lang="en-GB" smtClean="0"/>
              <a:t>58</a:t>
            </a:fld>
            <a:endParaRPr lang="en-GB" dirty="0"/>
          </a:p>
        </p:txBody>
      </p:sp>
      <p:sp>
        <p:nvSpPr>
          <p:cNvPr id="3" name="Titel 2">
            <a:extLst>
              <a:ext uri="{FF2B5EF4-FFF2-40B4-BE49-F238E27FC236}">
                <a16:creationId xmlns:a16="http://schemas.microsoft.com/office/drawing/2014/main" id="{439EACD6-0A12-B101-99F5-047296DD2315}"/>
              </a:ext>
            </a:extLst>
          </p:cNvPr>
          <p:cNvSpPr>
            <a:spLocks noGrp="1"/>
          </p:cNvSpPr>
          <p:nvPr>
            <p:ph type="title"/>
          </p:nvPr>
        </p:nvSpPr>
        <p:spPr/>
        <p:txBody>
          <a:bodyPr/>
          <a:lstStyle/>
          <a:p>
            <a:r>
              <a:rPr lang="en-GB" dirty="0"/>
              <a:t>7. Transcription: </a:t>
            </a:r>
            <a:r>
              <a:rPr lang="en-GB" dirty="0" err="1"/>
              <a:t>Selber</a:t>
            </a:r>
            <a:r>
              <a:rPr lang="en-GB" dirty="0"/>
              <a:t> </a:t>
            </a:r>
            <a:r>
              <a:rPr lang="en-GB" dirty="0" err="1"/>
              <a:t>machen</a:t>
            </a:r>
            <a:r>
              <a:rPr lang="en-GB" dirty="0"/>
              <a:t> </a:t>
            </a:r>
            <a:r>
              <a:rPr lang="en-GB" dirty="0" err="1"/>
              <a:t>lassen</a:t>
            </a:r>
            <a:r>
              <a:rPr lang="en-GB" dirty="0"/>
              <a:t> 😉</a:t>
            </a:r>
          </a:p>
        </p:txBody>
      </p:sp>
      <p:pic>
        <p:nvPicPr>
          <p:cNvPr id="8" name="Inhaltsplatzhalter 7">
            <a:hlinkClick r:id="rId2"/>
            <a:extLst>
              <a:ext uri="{FF2B5EF4-FFF2-40B4-BE49-F238E27FC236}">
                <a16:creationId xmlns:a16="http://schemas.microsoft.com/office/drawing/2014/main" id="{8083C935-23F6-DCCE-01BD-7A6590ABD056}"/>
              </a:ext>
            </a:extLst>
          </p:cNvPr>
          <p:cNvPicPr>
            <a:picLocks noGrp="1" noChangeAspect="1"/>
          </p:cNvPicPr>
          <p:nvPr>
            <p:ph idx="1"/>
          </p:nvPr>
        </p:nvPicPr>
        <p:blipFill>
          <a:blip r:embed="rId3"/>
          <a:stretch>
            <a:fillRect/>
          </a:stretch>
        </p:blipFill>
        <p:spPr bwMode="gray">
          <a:xfrm>
            <a:off x="3251661" y="1347788"/>
            <a:ext cx="5434646" cy="4606925"/>
          </a:xfrm>
          <a:prstGeom prst="rect">
            <a:avLst/>
          </a:prstGeom>
          <a:ln w="6350">
            <a:solidFill>
              <a:schemeClr val="tx1"/>
            </a:solidFill>
          </a:ln>
          <a:effectLst>
            <a:outerShdw blurRad="254000" dist="107763" dir="2699994" algn="tl">
              <a:prstClr val="black">
                <a:alpha val="40000"/>
              </a:prstClr>
            </a:outerShdw>
          </a:effectLst>
        </p:spPr>
      </p:pic>
      <p:sp>
        <p:nvSpPr>
          <p:cNvPr id="5" name="Datumsplatzhalter 4">
            <a:extLst>
              <a:ext uri="{FF2B5EF4-FFF2-40B4-BE49-F238E27FC236}">
                <a16:creationId xmlns:a16="http://schemas.microsoft.com/office/drawing/2014/main" id="{119AD1CD-44C8-8F7C-6627-61077FAC43D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65173BA0-B811-FD53-C987-F9046F78AF53}"/>
              </a:ext>
            </a:extLst>
          </p:cNvPr>
          <p:cNvSpPr>
            <a:spLocks noGrp="1"/>
          </p:cNvSpPr>
          <p:nvPr>
            <p:ph type="ftr" sz="quarter" idx="11"/>
          </p:nvPr>
        </p:nvSpPr>
        <p:spPr/>
        <p:txBody>
          <a:bodyPr/>
          <a:lstStyle/>
          <a:p>
            <a:r>
              <a:rPr lang="en-GB"/>
              <a:t>KMH | IL Scientific Method</a:t>
            </a:r>
            <a:endParaRPr lang="en-GB" dirty="0"/>
          </a:p>
        </p:txBody>
      </p:sp>
    </p:spTree>
    <p:extLst>
      <p:ext uri="{BB962C8B-B14F-4D97-AF65-F5344CB8AC3E}">
        <p14:creationId xmlns:p14="http://schemas.microsoft.com/office/powerpoint/2010/main" val="42173022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74B10B3-39FF-5359-88B2-FBF3E6567C0F}"/>
              </a:ext>
            </a:extLst>
          </p:cNvPr>
          <p:cNvSpPr>
            <a:spLocks noGrp="1"/>
          </p:cNvSpPr>
          <p:nvPr>
            <p:ph type="sldNum" sz="quarter" idx="12"/>
          </p:nvPr>
        </p:nvSpPr>
        <p:spPr/>
        <p:txBody>
          <a:bodyPr/>
          <a:lstStyle/>
          <a:p>
            <a:fld id="{D836C0FE-70CA-4950-82D6-CF602CC2B770}" type="slidenum">
              <a:rPr lang="en-GB" smtClean="0"/>
              <a:t>59</a:t>
            </a:fld>
            <a:endParaRPr lang="en-GB" dirty="0"/>
          </a:p>
        </p:txBody>
      </p:sp>
      <p:sp>
        <p:nvSpPr>
          <p:cNvPr id="3" name="Titel 2">
            <a:extLst>
              <a:ext uri="{FF2B5EF4-FFF2-40B4-BE49-F238E27FC236}">
                <a16:creationId xmlns:a16="http://schemas.microsoft.com/office/drawing/2014/main" id="{DCE84C14-000C-A81E-3E86-7C1D152EE1A2}"/>
              </a:ext>
            </a:extLst>
          </p:cNvPr>
          <p:cNvSpPr>
            <a:spLocks noGrp="1"/>
          </p:cNvSpPr>
          <p:nvPr>
            <p:ph type="title"/>
          </p:nvPr>
        </p:nvSpPr>
        <p:spPr>
          <a:xfrm>
            <a:off x="695326" y="476672"/>
            <a:ext cx="9190079" cy="792000"/>
          </a:xfrm>
        </p:spPr>
        <p:txBody>
          <a:bodyPr/>
          <a:lstStyle/>
          <a:p>
            <a:r>
              <a:rPr lang="en-GB" dirty="0"/>
              <a:t>8) Qualitative Content Analysis</a:t>
            </a:r>
          </a:p>
        </p:txBody>
      </p:sp>
      <p:sp>
        <p:nvSpPr>
          <p:cNvPr id="5" name="Datumsplatzhalter 4">
            <a:extLst>
              <a:ext uri="{FF2B5EF4-FFF2-40B4-BE49-F238E27FC236}">
                <a16:creationId xmlns:a16="http://schemas.microsoft.com/office/drawing/2014/main" id="{A8C484E5-DBF0-5AAA-A515-AE8429CB8416}"/>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453C8364-96C8-7921-DC8A-994120A96E27}"/>
              </a:ext>
            </a:extLst>
          </p:cNvPr>
          <p:cNvSpPr>
            <a:spLocks noGrp="1"/>
          </p:cNvSpPr>
          <p:nvPr>
            <p:ph type="ftr" sz="quarter" idx="11"/>
          </p:nvPr>
        </p:nvSpPr>
        <p:spPr/>
        <p:txBody>
          <a:bodyPr/>
          <a:lstStyle/>
          <a:p>
            <a:r>
              <a:rPr lang="en-GB" dirty="0"/>
              <a:t>KMH | IL Scientific Method</a:t>
            </a:r>
          </a:p>
        </p:txBody>
      </p:sp>
      <p:pic>
        <p:nvPicPr>
          <p:cNvPr id="2050" name="Picture 2">
            <a:extLst>
              <a:ext uri="{FF2B5EF4-FFF2-40B4-BE49-F238E27FC236}">
                <a16:creationId xmlns:a16="http://schemas.microsoft.com/office/drawing/2014/main" id="{B6C5063E-C9DD-EA0D-336B-5E28C67B56C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9187" y="1544984"/>
            <a:ext cx="8056181" cy="4606925"/>
          </a:xfrm>
          <a:prstGeom prst="rect">
            <a:avLst/>
          </a:prstGeom>
          <a:noFill/>
          <a:ln w="6350">
            <a:solidFill>
              <a:schemeClr val="tx1"/>
            </a:solidFill>
          </a:ln>
          <a:effectLst>
            <a:outerShdw blurRad="254000" dist="107763" dir="2699994" algn="tl">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7023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09B695A-F216-A790-E183-8D9A420069DC}"/>
              </a:ext>
            </a:extLst>
          </p:cNvPr>
          <p:cNvSpPr>
            <a:spLocks noGrp="1"/>
          </p:cNvSpPr>
          <p:nvPr>
            <p:ph type="sldNum" sz="quarter" idx="12"/>
          </p:nvPr>
        </p:nvSpPr>
        <p:spPr/>
        <p:txBody>
          <a:bodyPr/>
          <a:lstStyle/>
          <a:p>
            <a:fld id="{D836C0FE-70CA-4950-82D6-CF602CC2B770}" type="slidenum">
              <a:rPr lang="en-GB" smtClean="0"/>
              <a:t>60</a:t>
            </a:fld>
            <a:endParaRPr lang="en-GB" dirty="0"/>
          </a:p>
        </p:txBody>
      </p:sp>
      <p:sp>
        <p:nvSpPr>
          <p:cNvPr id="3" name="Titel 2">
            <a:extLst>
              <a:ext uri="{FF2B5EF4-FFF2-40B4-BE49-F238E27FC236}">
                <a16:creationId xmlns:a16="http://schemas.microsoft.com/office/drawing/2014/main" id="{03E44DB5-C2C7-052C-7B6F-2C2727B53513}"/>
              </a:ext>
            </a:extLst>
          </p:cNvPr>
          <p:cNvSpPr>
            <a:spLocks noGrp="1"/>
          </p:cNvSpPr>
          <p:nvPr>
            <p:ph type="title"/>
          </p:nvPr>
        </p:nvSpPr>
        <p:spPr>
          <a:xfrm>
            <a:off x="695326" y="476672"/>
            <a:ext cx="5237123" cy="792000"/>
          </a:xfrm>
        </p:spPr>
        <p:txBody>
          <a:bodyPr/>
          <a:lstStyle/>
          <a:p>
            <a:r>
              <a:rPr lang="en-GB" dirty="0"/>
              <a:t>8) Qualitative Content Analysis</a:t>
            </a:r>
          </a:p>
        </p:txBody>
      </p:sp>
      <p:sp>
        <p:nvSpPr>
          <p:cNvPr id="5" name="Datumsplatzhalter 4">
            <a:extLst>
              <a:ext uri="{FF2B5EF4-FFF2-40B4-BE49-F238E27FC236}">
                <a16:creationId xmlns:a16="http://schemas.microsoft.com/office/drawing/2014/main" id="{CD395DAA-B825-A537-25F3-C89489467BED}"/>
              </a:ext>
            </a:extLst>
          </p:cNvPr>
          <p:cNvSpPr>
            <a:spLocks noGrp="1"/>
          </p:cNvSpPr>
          <p:nvPr>
            <p:ph type="dt" sz="half" idx="10"/>
          </p:nvPr>
        </p:nvSpPr>
        <p:spPr/>
        <p:txBody>
          <a:bodyPr/>
          <a:lstStyle/>
          <a:p>
            <a:r>
              <a:rPr lang="en-GB" dirty="0"/>
              <a:t>(Berg &amp; Lune, 2017:196)</a:t>
            </a:r>
          </a:p>
        </p:txBody>
      </p:sp>
      <p:sp>
        <p:nvSpPr>
          <p:cNvPr id="6" name="Fußzeilenplatzhalter 5">
            <a:extLst>
              <a:ext uri="{FF2B5EF4-FFF2-40B4-BE49-F238E27FC236}">
                <a16:creationId xmlns:a16="http://schemas.microsoft.com/office/drawing/2014/main" id="{B596263E-9DE3-3F03-8E0B-7376934C9449}"/>
              </a:ext>
            </a:extLst>
          </p:cNvPr>
          <p:cNvSpPr>
            <a:spLocks noGrp="1"/>
          </p:cNvSpPr>
          <p:nvPr>
            <p:ph type="ftr" sz="quarter" idx="11"/>
          </p:nvPr>
        </p:nvSpPr>
        <p:spPr/>
        <p:txBody>
          <a:bodyPr/>
          <a:lstStyle/>
          <a:p>
            <a:r>
              <a:rPr lang="en-GB" dirty="0"/>
              <a:t>KMH | IL Scientific Method</a:t>
            </a:r>
          </a:p>
        </p:txBody>
      </p:sp>
      <p:sp>
        <p:nvSpPr>
          <p:cNvPr id="4" name="Inhaltsplatzhalter 3">
            <a:extLst>
              <a:ext uri="{FF2B5EF4-FFF2-40B4-BE49-F238E27FC236}">
                <a16:creationId xmlns:a16="http://schemas.microsoft.com/office/drawing/2014/main" id="{5A429246-43BB-D523-81B5-CC26D4E3B874}"/>
              </a:ext>
            </a:extLst>
          </p:cNvPr>
          <p:cNvSpPr>
            <a:spLocks noGrp="1"/>
          </p:cNvSpPr>
          <p:nvPr>
            <p:ph idx="1"/>
          </p:nvPr>
        </p:nvSpPr>
        <p:spPr>
          <a:xfrm>
            <a:off x="695325" y="2297151"/>
            <a:ext cx="5237123" cy="3233854"/>
          </a:xfrm>
        </p:spPr>
        <p:txBody>
          <a:bodyPr/>
          <a:lstStyle/>
          <a:p>
            <a:pPr marL="0" indent="0">
              <a:buNone/>
            </a:pPr>
            <a:r>
              <a:rPr lang="en-GB" b="1" dirty="0"/>
              <a:t>A) Qualitative content analysis:</a:t>
            </a:r>
          </a:p>
          <a:p>
            <a:r>
              <a:rPr lang="en-GB" dirty="0"/>
              <a:t>Systematic method to analyse and interpret communication content.</a:t>
            </a:r>
          </a:p>
          <a:p>
            <a:pPr lvl="1"/>
            <a:r>
              <a:rPr lang="en-GB" dirty="0"/>
              <a:t>texts, images, or media</a:t>
            </a:r>
          </a:p>
          <a:p>
            <a:r>
              <a:rPr lang="en-GB" dirty="0"/>
              <a:t>Identifies patterns, themes, or meanings</a:t>
            </a:r>
          </a:p>
          <a:p>
            <a:r>
              <a:rPr lang="en-GB" dirty="0"/>
              <a:t>Involves coding and categorising data</a:t>
            </a:r>
          </a:p>
        </p:txBody>
      </p:sp>
      <p:pic>
        <p:nvPicPr>
          <p:cNvPr id="9" name="Picture 8">
            <a:extLst>
              <a:ext uri="{FF2B5EF4-FFF2-40B4-BE49-F238E27FC236}">
                <a16:creationId xmlns:a16="http://schemas.microsoft.com/office/drawing/2014/main" id="{9D2D9135-B6F6-870B-6003-A3A7A89A4F6F}"/>
              </a:ext>
            </a:extLst>
          </p:cNvPr>
          <p:cNvPicPr>
            <a:picLocks noChangeAspect="1"/>
          </p:cNvPicPr>
          <p:nvPr/>
        </p:nvPicPr>
        <p:blipFill>
          <a:blip r:embed="rId2"/>
          <a:stretch>
            <a:fillRect/>
          </a:stretch>
        </p:blipFill>
        <p:spPr>
          <a:xfrm>
            <a:off x="6050856" y="448943"/>
            <a:ext cx="5445144" cy="5603811"/>
          </a:xfrm>
          <a:prstGeom prst="rect">
            <a:avLst/>
          </a:prstGeom>
        </p:spPr>
      </p:pic>
    </p:spTree>
    <p:extLst>
      <p:ext uri="{BB962C8B-B14F-4D97-AF65-F5344CB8AC3E}">
        <p14:creationId xmlns:p14="http://schemas.microsoft.com/office/powerpoint/2010/main" val="2273219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2F05895-CF5B-93D0-F4F9-A70996E386C0}"/>
              </a:ext>
            </a:extLst>
          </p:cNvPr>
          <p:cNvSpPr>
            <a:spLocks noGrp="1"/>
          </p:cNvSpPr>
          <p:nvPr>
            <p:ph type="sldNum" sz="quarter" idx="12"/>
          </p:nvPr>
        </p:nvSpPr>
        <p:spPr/>
        <p:txBody>
          <a:bodyPr/>
          <a:lstStyle/>
          <a:p>
            <a:fld id="{D836C0FE-70CA-4950-82D6-CF602CC2B770}" type="slidenum">
              <a:rPr lang="en-GB" smtClean="0"/>
              <a:t>61</a:t>
            </a:fld>
            <a:endParaRPr lang="en-GB" dirty="0"/>
          </a:p>
        </p:txBody>
      </p:sp>
      <p:sp>
        <p:nvSpPr>
          <p:cNvPr id="3" name="Titel 2">
            <a:extLst>
              <a:ext uri="{FF2B5EF4-FFF2-40B4-BE49-F238E27FC236}">
                <a16:creationId xmlns:a16="http://schemas.microsoft.com/office/drawing/2014/main" id="{50EB6ED6-E11F-D5D8-843C-9F323D7202F4}"/>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306BF73F-F746-C8EC-D035-B4027AFFF8E9}"/>
              </a:ext>
            </a:extLst>
          </p:cNvPr>
          <p:cNvSpPr>
            <a:spLocks noGrp="1"/>
          </p:cNvSpPr>
          <p:nvPr>
            <p:ph idx="1"/>
          </p:nvPr>
        </p:nvSpPr>
        <p:spPr/>
        <p:txBody>
          <a:bodyPr>
            <a:normAutofit/>
          </a:bodyPr>
          <a:lstStyle/>
          <a:p>
            <a:pPr marL="685800" lvl="1" indent="-342900">
              <a:buFont typeface="+mj-lt"/>
              <a:buAutoNum type="arabicPeriod"/>
            </a:pPr>
            <a:r>
              <a:rPr lang="en-GB" sz="2400"/>
              <a:t>Development of </a:t>
            </a:r>
            <a:r>
              <a:rPr lang="en-GB" sz="2400" b="1"/>
              <a:t>evaluation categories</a:t>
            </a:r>
          </a:p>
          <a:p>
            <a:pPr marL="685800" lvl="1" indent="-342900">
              <a:buFont typeface="+mj-lt"/>
              <a:buAutoNum type="arabicPeriod"/>
            </a:pPr>
            <a:r>
              <a:rPr lang="en-GB" sz="2400" b="1"/>
              <a:t>Coding</a:t>
            </a:r>
            <a:r>
              <a:rPr lang="en-GB" sz="2400"/>
              <a:t> the material</a:t>
            </a:r>
          </a:p>
          <a:p>
            <a:pPr marL="685800" lvl="1" indent="-342900">
              <a:buFont typeface="+mj-lt"/>
              <a:buAutoNum type="arabicPeriod"/>
            </a:pPr>
            <a:r>
              <a:rPr lang="en-GB" sz="2400"/>
              <a:t>Quant. material </a:t>
            </a:r>
            <a:r>
              <a:rPr lang="en-GB" sz="2400" b="1"/>
              <a:t>overview</a:t>
            </a:r>
          </a:p>
          <a:p>
            <a:pPr marL="685800" lvl="1" indent="-342900">
              <a:buFont typeface="+mj-lt"/>
              <a:buAutoNum type="arabicPeriod"/>
            </a:pPr>
            <a:r>
              <a:rPr lang="en-GB" sz="2400"/>
              <a:t>Optional: In-depth interpretation of individual cases</a:t>
            </a:r>
            <a:endParaRPr lang="en-GB" sz="2400" dirty="0"/>
          </a:p>
        </p:txBody>
      </p:sp>
      <p:sp>
        <p:nvSpPr>
          <p:cNvPr id="5" name="Datumsplatzhalter 4">
            <a:extLst>
              <a:ext uri="{FF2B5EF4-FFF2-40B4-BE49-F238E27FC236}">
                <a16:creationId xmlns:a16="http://schemas.microsoft.com/office/drawing/2014/main" id="{AB6B1769-B82E-17D4-74B9-3B065C6B6099}"/>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5ED98B22-1355-3E65-E380-A0575E663881}"/>
              </a:ext>
            </a:extLst>
          </p:cNvPr>
          <p:cNvSpPr>
            <a:spLocks noGrp="1"/>
          </p:cNvSpPr>
          <p:nvPr>
            <p:ph type="ftr" sz="quarter" idx="11"/>
          </p:nvPr>
        </p:nvSpPr>
        <p:spPr/>
        <p:txBody>
          <a:bodyPr/>
          <a:lstStyle/>
          <a:p>
            <a:r>
              <a:rPr lang="en-GB"/>
              <a:t>KMH | IL Scientific Method</a:t>
            </a:r>
            <a:endParaRPr lang="en-GB" dirty="0"/>
          </a:p>
        </p:txBody>
      </p:sp>
    </p:spTree>
    <p:extLst>
      <p:ext uri="{BB962C8B-B14F-4D97-AF65-F5344CB8AC3E}">
        <p14:creationId xmlns:p14="http://schemas.microsoft.com/office/powerpoint/2010/main" val="12433845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EBB1BEE-9CBE-0A1D-9CDF-7F05D97D079D}"/>
              </a:ext>
            </a:extLst>
          </p:cNvPr>
          <p:cNvSpPr>
            <a:spLocks noGrp="1"/>
          </p:cNvSpPr>
          <p:nvPr>
            <p:ph type="sldNum" sz="quarter" idx="12"/>
          </p:nvPr>
        </p:nvSpPr>
        <p:spPr/>
        <p:txBody>
          <a:bodyPr/>
          <a:lstStyle/>
          <a:p>
            <a:fld id="{D836C0FE-70CA-4950-82D6-CF602CC2B770}" type="slidenum">
              <a:rPr lang="en-GB" smtClean="0"/>
              <a:t>62</a:t>
            </a:fld>
            <a:endParaRPr lang="en-GB" dirty="0"/>
          </a:p>
        </p:txBody>
      </p:sp>
      <p:sp>
        <p:nvSpPr>
          <p:cNvPr id="3" name="Titel 2">
            <a:extLst>
              <a:ext uri="{FF2B5EF4-FFF2-40B4-BE49-F238E27FC236}">
                <a16:creationId xmlns:a16="http://schemas.microsoft.com/office/drawing/2014/main" id="{39EFEDAB-FCFC-8605-816B-4CB064D24A45}"/>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552E0D15-45DC-AAC9-BFF1-A079372F1A76}"/>
              </a:ext>
            </a:extLst>
          </p:cNvPr>
          <p:cNvSpPr>
            <a:spLocks noGrp="1"/>
          </p:cNvSpPr>
          <p:nvPr>
            <p:ph idx="1"/>
          </p:nvPr>
        </p:nvSpPr>
        <p:spPr/>
        <p:txBody>
          <a:bodyPr>
            <a:normAutofit/>
          </a:bodyPr>
          <a:lstStyle/>
          <a:p>
            <a:pPr>
              <a:spcAft>
                <a:spcPts val="1000"/>
              </a:spcAft>
              <a:buFont typeface="+mj-lt"/>
              <a:buAutoNum type="arabicPeriod"/>
            </a:pPr>
            <a:r>
              <a:rPr lang="en-GB" sz="2000" b="1"/>
              <a:t>Development of evaluation categories:</a:t>
            </a:r>
          </a:p>
          <a:p>
            <a:pPr lvl="1">
              <a:spcAft>
                <a:spcPts val="1000"/>
              </a:spcAft>
            </a:pPr>
            <a:r>
              <a:rPr lang="en-GB"/>
              <a:t>Theory-based "drafts": </a:t>
            </a:r>
            <a:br>
              <a:rPr lang="en-GB"/>
            </a:br>
            <a:r>
              <a:rPr lang="en-GB"/>
              <a:t>parallel to the development of interview guidelines</a:t>
            </a:r>
          </a:p>
          <a:p>
            <a:pPr lvl="2">
              <a:spcAft>
                <a:spcPts val="1000"/>
              </a:spcAft>
            </a:pPr>
            <a:r>
              <a:rPr lang="en-GB"/>
              <a:t>E.g. attitude towards citizen participation</a:t>
            </a:r>
          </a:p>
          <a:p>
            <a:pPr marL="685800" lvl="1" indent="-342900">
              <a:spcAft>
                <a:spcPts val="1000"/>
              </a:spcAft>
              <a:buFont typeface="+mj-lt"/>
              <a:buAutoNum type="alphaLcPeriod"/>
            </a:pPr>
            <a:r>
              <a:rPr lang="en-GB" b="1"/>
              <a:t>Deductive approach:</a:t>
            </a:r>
            <a:r>
              <a:rPr lang="en-GB"/>
              <a:t> theory-based inference of category system</a:t>
            </a:r>
          </a:p>
          <a:p>
            <a:pPr marL="685800" lvl="1" indent="-342900">
              <a:spcAft>
                <a:spcPts val="1000"/>
              </a:spcAft>
              <a:buFont typeface="+mj-lt"/>
              <a:buAutoNum type="alphaLcPeriod"/>
            </a:pPr>
            <a:r>
              <a:rPr lang="en-GB" b="1"/>
              <a:t>Inductive approach: </a:t>
            </a:r>
            <a:r>
              <a:rPr lang="en-GB"/>
              <a:t>from the examination of the research corpus </a:t>
            </a:r>
            <a:br>
              <a:rPr lang="en-GB"/>
            </a:br>
            <a:r>
              <a:rPr lang="en-GB"/>
              <a:t>👉 categories 👉</a:t>
            </a:r>
            <a:r>
              <a:rPr lang="en-GB">
                <a:solidFill>
                  <a:srgbClr val="E37823"/>
                </a:solidFill>
              </a:rPr>
              <a:t> abstraction leads to summarised units of meaning</a:t>
            </a:r>
          </a:p>
          <a:p>
            <a:pPr marL="685800" lvl="1" indent="-342900">
              <a:spcAft>
                <a:spcPts val="1000"/>
              </a:spcAft>
              <a:buFont typeface="+mj-lt"/>
              <a:buAutoNum type="alphaLcPeriod"/>
            </a:pPr>
            <a:r>
              <a:rPr lang="en-GB" b="1"/>
              <a:t>Often: </a:t>
            </a:r>
            <a:r>
              <a:rPr lang="en-GB"/>
              <a:t>Combination of a &amp; b 👉 cf. “Abductive Reasdoning”</a:t>
            </a:r>
            <a:endParaRPr lang="en-GB" dirty="0"/>
          </a:p>
        </p:txBody>
      </p:sp>
      <p:sp>
        <p:nvSpPr>
          <p:cNvPr id="5" name="Datumsplatzhalter 4">
            <a:extLst>
              <a:ext uri="{FF2B5EF4-FFF2-40B4-BE49-F238E27FC236}">
                <a16:creationId xmlns:a16="http://schemas.microsoft.com/office/drawing/2014/main" id="{E8C3BAA8-88B3-8FF1-BEA2-046EB0986737}"/>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F1D8893-1919-CF6D-3B72-8C94C30D1401}"/>
              </a:ext>
            </a:extLst>
          </p:cNvPr>
          <p:cNvSpPr>
            <a:spLocks noGrp="1"/>
          </p:cNvSpPr>
          <p:nvPr>
            <p:ph type="ftr" sz="quarter" idx="11"/>
          </p:nvPr>
        </p:nvSpPr>
        <p:spPr/>
        <p:txBody>
          <a:bodyPr/>
          <a:lstStyle/>
          <a:p>
            <a:r>
              <a:rPr lang="en-GB"/>
              <a:t>KMH | IL Scientific Method</a:t>
            </a:r>
            <a:endParaRPr lang="en-GB" dirty="0"/>
          </a:p>
        </p:txBody>
      </p:sp>
      <p:pic>
        <p:nvPicPr>
          <p:cNvPr id="7" name="Picture 2">
            <a:extLst>
              <a:ext uri="{FF2B5EF4-FFF2-40B4-BE49-F238E27FC236}">
                <a16:creationId xmlns:a16="http://schemas.microsoft.com/office/drawing/2014/main" id="{200690ED-CC15-4952-3CAE-CFD540141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9915" y="1726996"/>
            <a:ext cx="3011591" cy="2276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83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609DB-E20D-BC26-FF05-B08B92F29566}"/>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F95C6D32-BDF1-C8CC-B63D-B4F84DAE06DC}"/>
              </a:ext>
            </a:extLst>
          </p:cNvPr>
          <p:cNvSpPr>
            <a:spLocks noGrp="1"/>
          </p:cNvSpPr>
          <p:nvPr>
            <p:ph type="sldNum" sz="quarter" idx="12"/>
          </p:nvPr>
        </p:nvSpPr>
        <p:spPr/>
        <p:txBody>
          <a:bodyPr/>
          <a:lstStyle/>
          <a:p>
            <a:fld id="{D836C0FE-70CA-4950-82D6-CF602CC2B770}" type="slidenum">
              <a:rPr lang="en-GB" smtClean="0"/>
              <a:t>63</a:t>
            </a:fld>
            <a:endParaRPr lang="en-GB" dirty="0"/>
          </a:p>
        </p:txBody>
      </p:sp>
      <p:sp>
        <p:nvSpPr>
          <p:cNvPr id="3" name="Titel 2">
            <a:extLst>
              <a:ext uri="{FF2B5EF4-FFF2-40B4-BE49-F238E27FC236}">
                <a16:creationId xmlns:a16="http://schemas.microsoft.com/office/drawing/2014/main" id="{B9D06FDF-7D9E-9ED3-83EE-FE6A2153A5E0}"/>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0B8964AF-3CB1-32A8-21FC-9DDFADB9D193}"/>
              </a:ext>
            </a:extLst>
          </p:cNvPr>
          <p:cNvSpPr>
            <a:spLocks noGrp="1"/>
          </p:cNvSpPr>
          <p:nvPr>
            <p:ph idx="1"/>
          </p:nvPr>
        </p:nvSpPr>
        <p:spPr/>
        <p:txBody>
          <a:bodyPr anchor="t">
            <a:normAutofit/>
          </a:bodyPr>
          <a:lstStyle/>
          <a:p>
            <a:pPr marL="457200" indent="-457200">
              <a:buFont typeface="+mj-lt"/>
              <a:buAutoNum type="arabicPeriod" startAt="2"/>
            </a:pPr>
            <a:r>
              <a:rPr lang="en-GB" sz="2000" b="1"/>
              <a:t>Creating a coding guide</a:t>
            </a:r>
            <a:endParaRPr lang="en-GB" sz="2000" b="1" dirty="0"/>
          </a:p>
        </p:txBody>
      </p:sp>
      <p:sp>
        <p:nvSpPr>
          <p:cNvPr id="5" name="Datumsplatzhalter 4">
            <a:extLst>
              <a:ext uri="{FF2B5EF4-FFF2-40B4-BE49-F238E27FC236}">
                <a16:creationId xmlns:a16="http://schemas.microsoft.com/office/drawing/2014/main" id="{36A360CA-F4B5-951D-79CE-6028E3DEAD98}"/>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7731DE0B-6188-9C25-79F2-D21DCFA3C287}"/>
              </a:ext>
            </a:extLst>
          </p:cNvPr>
          <p:cNvSpPr>
            <a:spLocks noGrp="1"/>
          </p:cNvSpPr>
          <p:nvPr>
            <p:ph type="ftr" sz="quarter" idx="11"/>
          </p:nvPr>
        </p:nvSpPr>
        <p:spPr/>
        <p:txBody>
          <a:bodyPr/>
          <a:lstStyle/>
          <a:p>
            <a:r>
              <a:rPr lang="en-GB"/>
              <a:t>KMH | IL Scientific Method</a:t>
            </a:r>
            <a:endParaRPr lang="en-GB" dirty="0"/>
          </a:p>
        </p:txBody>
      </p:sp>
      <p:graphicFrame>
        <p:nvGraphicFramePr>
          <p:cNvPr id="8" name="Inhaltsplatzhalter 4">
            <a:extLst>
              <a:ext uri="{FF2B5EF4-FFF2-40B4-BE49-F238E27FC236}">
                <a16:creationId xmlns:a16="http://schemas.microsoft.com/office/drawing/2014/main" id="{A94D5EEC-61C8-F442-9EAE-3854A98F2C5A}"/>
              </a:ext>
            </a:extLst>
          </p:cNvPr>
          <p:cNvGraphicFramePr>
            <a:graphicFrameLocks/>
          </p:cNvGraphicFramePr>
          <p:nvPr>
            <p:extLst>
              <p:ext uri="{D42A27DB-BD31-4B8C-83A1-F6EECF244321}">
                <p14:modId xmlns:p14="http://schemas.microsoft.com/office/powerpoint/2010/main" val="2675743410"/>
              </p:ext>
            </p:extLst>
          </p:nvPr>
        </p:nvGraphicFramePr>
        <p:xfrm>
          <a:off x="1229287" y="2394580"/>
          <a:ext cx="10266710" cy="2746220"/>
        </p:xfrm>
        <a:graphic>
          <a:graphicData uri="http://schemas.openxmlformats.org/drawingml/2006/table">
            <a:tbl>
              <a:tblPr>
                <a:tableStyleId>{5C22544A-7EE6-4342-B048-85BDC9FD1C3A}</a:tableStyleId>
              </a:tblPr>
              <a:tblGrid>
                <a:gridCol w="690331">
                  <a:extLst>
                    <a:ext uri="{9D8B030D-6E8A-4147-A177-3AD203B41FA5}">
                      <a16:colId xmlns:a16="http://schemas.microsoft.com/office/drawing/2014/main" val="20000"/>
                    </a:ext>
                  </a:extLst>
                </a:gridCol>
                <a:gridCol w="1310570">
                  <a:extLst>
                    <a:ext uri="{9D8B030D-6E8A-4147-A177-3AD203B41FA5}">
                      <a16:colId xmlns:a16="http://schemas.microsoft.com/office/drawing/2014/main" val="20001"/>
                    </a:ext>
                  </a:extLst>
                </a:gridCol>
                <a:gridCol w="1914277">
                  <a:extLst>
                    <a:ext uri="{9D8B030D-6E8A-4147-A177-3AD203B41FA5}">
                      <a16:colId xmlns:a16="http://schemas.microsoft.com/office/drawing/2014/main" val="20002"/>
                    </a:ext>
                  </a:extLst>
                </a:gridCol>
                <a:gridCol w="2436353">
                  <a:extLst>
                    <a:ext uri="{9D8B030D-6E8A-4147-A177-3AD203B41FA5}">
                      <a16:colId xmlns:a16="http://schemas.microsoft.com/office/drawing/2014/main" val="20003"/>
                    </a:ext>
                  </a:extLst>
                </a:gridCol>
                <a:gridCol w="1131164">
                  <a:extLst>
                    <a:ext uri="{9D8B030D-6E8A-4147-A177-3AD203B41FA5}">
                      <a16:colId xmlns:a16="http://schemas.microsoft.com/office/drawing/2014/main" val="20004"/>
                    </a:ext>
                  </a:extLst>
                </a:gridCol>
                <a:gridCol w="2784015">
                  <a:extLst>
                    <a:ext uri="{9D8B030D-6E8A-4147-A177-3AD203B41FA5}">
                      <a16:colId xmlns:a16="http://schemas.microsoft.com/office/drawing/2014/main" val="20005"/>
                    </a:ext>
                  </a:extLst>
                </a:gridCol>
              </a:tblGrid>
              <a:tr h="640043">
                <a:tc>
                  <a:txBody>
                    <a:bodyPr/>
                    <a:lstStyle/>
                    <a:p>
                      <a:pPr algn="ctr">
                        <a:lnSpc>
                          <a:spcPts val="1600"/>
                        </a:lnSpc>
                        <a:spcAft>
                          <a:spcPts val="0"/>
                        </a:spcAft>
                      </a:pPr>
                      <a:r>
                        <a:rPr lang="de-DE" sz="1600" b="1">
                          <a:effectLst/>
                        </a:rPr>
                        <a:t>Nr.</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err="1">
                          <a:effectLst/>
                        </a:rPr>
                        <a:t>Category</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a:effectLst/>
                        </a:rPr>
                        <a:t>Definition</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err="1">
                          <a:effectLst/>
                        </a:rPr>
                        <a:t>Manifestations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err="1">
                          <a:effectLst/>
                        </a:rPr>
                        <a:t>Examples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Coding </a:t>
                      </a:r>
                      <a:r>
                        <a:rPr lang="de-DE" sz="1600" b="1" dirty="0" err="1">
                          <a:effectLst/>
                        </a:rPr>
                        <a:t>rules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extLst>
                  <a:ext uri="{0D108BD9-81ED-4DB2-BD59-A6C34878D82A}">
                    <a16:rowId xmlns:a16="http://schemas.microsoft.com/office/drawing/2014/main" val="10000"/>
                  </a:ext>
                </a:extLst>
              </a:tr>
              <a:tr h="2106177">
                <a:tc>
                  <a:txBody>
                    <a:bodyPr/>
                    <a:lstStyle/>
                    <a:p>
                      <a:pPr marL="0" algn="ctr" defTabSz="457200" rtl="0" eaLnBrk="1" latinLnBrk="0" hangingPunct="1">
                        <a:lnSpc>
                          <a:spcPts val="1600"/>
                        </a:lnSpc>
                        <a:spcAft>
                          <a:spcPts val="0"/>
                        </a:spcAft>
                      </a:pPr>
                      <a:r>
                        <a:rPr lang="de-DE" sz="1600" kern="1200" dirty="0">
                          <a:solidFill>
                            <a:schemeClr val="dk1"/>
                          </a:solidFill>
                          <a:effectLst/>
                          <a:latin typeface="+mn-lt"/>
                          <a:ea typeface="+mn-ea"/>
                          <a:cs typeface="+mn-cs"/>
                        </a:rPr>
                        <a:t> 2</a:t>
                      </a:r>
                      <a:endParaRPr lang="de-AT" sz="1600" kern="1200" dirty="0">
                        <a:solidFill>
                          <a:schemeClr val="dk1"/>
                        </a:solidFill>
                        <a:effectLst/>
                        <a:latin typeface="+mn-lt"/>
                        <a:ea typeface="+mn-ea"/>
                        <a:cs typeface="+mn-cs"/>
                      </a:endParaRPr>
                    </a:p>
                  </a:txBody>
                  <a:tcPr marL="30912" marR="30912" marT="0" marB="0" anchor="ctr"/>
                </a:tc>
                <a:tc>
                  <a:txBody>
                    <a:bodyPr/>
                    <a:lstStyle/>
                    <a:p>
                      <a:pPr marL="0" algn="l" defTabSz="457200" rtl="0" eaLnBrk="1" latinLnBrk="0" hangingPunct="1">
                        <a:lnSpc>
                          <a:spcPts val="1600"/>
                        </a:lnSpc>
                        <a:spcAft>
                          <a:spcPts val="0"/>
                        </a:spcAft>
                      </a:pP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Reason</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for</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participation</a:t>
                      </a:r>
                      <a:endParaRPr lang="de-AT" sz="1600" kern="1200" dirty="0">
                        <a:solidFill>
                          <a:schemeClr val="dk1"/>
                        </a:solidFill>
                        <a:effectLst/>
                        <a:latin typeface="+mn-lt"/>
                        <a:ea typeface="+mn-ea"/>
                        <a:cs typeface="+mn-cs"/>
                      </a:endParaRPr>
                    </a:p>
                  </a:txBody>
                  <a:tcPr marL="30912" marR="30912" marT="0" marB="0" anchor="ctr"/>
                </a:tc>
                <a:tc>
                  <a:txBody>
                    <a:bodyPr/>
                    <a:lstStyle/>
                    <a:p>
                      <a:pPr marL="0" algn="l" defTabSz="457200" rtl="0" eaLnBrk="1" latinLnBrk="0" hangingPunct="1">
                        <a:lnSpc>
                          <a:spcPts val="1600"/>
                        </a:lnSpc>
                        <a:spcAft>
                          <a:spcPts val="0"/>
                        </a:spcAft>
                      </a:pPr>
                      <a:r>
                        <a:rPr lang="de-DE" sz="1600" kern="1200" dirty="0" err="1">
                          <a:solidFill>
                            <a:schemeClr val="dk1"/>
                          </a:solidFill>
                          <a:effectLst/>
                          <a:latin typeface="+mn-lt"/>
                          <a:ea typeface="+mn-ea"/>
                          <a:cs typeface="+mn-cs"/>
                        </a:rPr>
                        <a:t>Reason</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for</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voluntarily</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conducting</a:t>
                      </a:r>
                      <a:r>
                        <a:rPr lang="de-DE" sz="1600" kern="1200" dirty="0">
                          <a:solidFill>
                            <a:schemeClr val="dk1"/>
                          </a:solidFill>
                          <a:effectLst/>
                          <a:latin typeface="+mn-lt"/>
                          <a:ea typeface="+mn-ea"/>
                          <a:cs typeface="+mn-cs"/>
                        </a:rPr>
                        <a:t> a </a:t>
                      </a:r>
                      <a:r>
                        <a:rPr lang="de-DE" sz="1600" kern="1200" dirty="0" err="1">
                          <a:solidFill>
                            <a:schemeClr val="dk1"/>
                          </a:solidFill>
                          <a:effectLst/>
                          <a:latin typeface="+mn-lt"/>
                          <a:ea typeface="+mn-ea"/>
                          <a:cs typeface="+mn-cs"/>
                        </a:rPr>
                        <a:t>stakeholder</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participation</a:t>
                      </a:r>
                      <a:endParaRPr lang="de-AT" sz="1600" kern="1200" dirty="0">
                        <a:solidFill>
                          <a:schemeClr val="dk1"/>
                        </a:solidFill>
                        <a:effectLst/>
                        <a:latin typeface="+mn-lt"/>
                        <a:ea typeface="+mn-ea"/>
                        <a:cs typeface="+mn-cs"/>
                      </a:endParaRPr>
                    </a:p>
                  </a:txBody>
                  <a:tcPr marL="30912" marR="30912" marT="0" marB="0" anchor="ctr"/>
                </a:tc>
                <a:tc>
                  <a:txBody>
                    <a:bodyPr/>
                    <a:lstStyle/>
                    <a:p>
                      <a:pPr marL="180975" indent="-180975" algn="l">
                        <a:lnSpc>
                          <a:spcPts val="1600"/>
                        </a:lnSpc>
                        <a:spcAft>
                          <a:spcPts val="0"/>
                        </a:spcAft>
                        <a:buFont typeface="Arial" pitchFamily="34" charset="0"/>
                        <a:buChar char="•"/>
                      </a:pPr>
                      <a:r>
                        <a:rPr lang="de-DE" sz="1600" dirty="0">
                          <a:effectLst/>
                        </a:rPr>
                        <a:t>Citizen </a:t>
                      </a:r>
                      <a:r>
                        <a:rPr lang="de-DE" sz="1600" dirty="0" err="1">
                          <a:effectLst/>
                        </a:rPr>
                        <a:t>protest</a:t>
                      </a:r>
                      <a:endParaRPr lang="de-DE" sz="1600" dirty="0">
                        <a:effectLst/>
                      </a:endParaRPr>
                    </a:p>
                    <a:p>
                      <a:pPr marL="180975" indent="-180975" algn="l">
                        <a:lnSpc>
                          <a:spcPts val="1600"/>
                        </a:lnSpc>
                        <a:spcAft>
                          <a:spcPts val="0"/>
                        </a:spcAft>
                        <a:buFont typeface="Arial" pitchFamily="34" charset="0"/>
                        <a:buChar char="•"/>
                      </a:pPr>
                      <a:r>
                        <a:rPr lang="de-DE" sz="1600" dirty="0" err="1">
                          <a:effectLst/>
                        </a:rPr>
                        <a:t>Instructions</a:t>
                      </a:r>
                      <a:r>
                        <a:rPr lang="de-DE" sz="1600" dirty="0">
                          <a:effectLst/>
                        </a:rPr>
                        <a:t> </a:t>
                      </a:r>
                      <a:r>
                        <a:rPr lang="de-DE" sz="1600" dirty="0" err="1">
                          <a:effectLst/>
                        </a:rPr>
                        <a:t>from</a:t>
                      </a:r>
                      <a:r>
                        <a:rPr lang="de-DE" sz="1600" dirty="0">
                          <a:effectLst/>
                        </a:rPr>
                        <a:t> </a:t>
                      </a:r>
                      <a:r>
                        <a:rPr lang="de-DE" sz="1600" dirty="0" err="1">
                          <a:effectLst/>
                        </a:rPr>
                        <a:t>above</a:t>
                      </a:r>
                      <a:endParaRPr lang="de-DE" sz="1600" kern="1200" dirty="0">
                        <a:solidFill>
                          <a:schemeClr val="dk1"/>
                        </a:solidFill>
                        <a:effectLst/>
                        <a:latin typeface="+mn-lt"/>
                        <a:ea typeface="+mn-ea"/>
                        <a:cs typeface="+mn-cs"/>
                      </a:endParaRP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Legal </a:t>
                      </a:r>
                      <a:r>
                        <a:rPr lang="de-DE" sz="1600" kern="1200" dirty="0" err="1">
                          <a:solidFill>
                            <a:schemeClr val="dk1"/>
                          </a:solidFill>
                          <a:effectLst/>
                          <a:latin typeface="+mn-lt"/>
                          <a:ea typeface="+mn-ea"/>
                          <a:cs typeface="+mn-cs"/>
                        </a:rPr>
                        <a:t>requirement</a:t>
                      </a:r>
                      <a:endParaRPr lang="de-DE" sz="1600" kern="1200" dirty="0">
                        <a:solidFill>
                          <a:schemeClr val="dk1"/>
                        </a:solidFill>
                        <a:effectLst/>
                        <a:latin typeface="+mn-lt"/>
                        <a:ea typeface="+mn-ea"/>
                        <a:cs typeface="+mn-cs"/>
                      </a:endParaRP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Political will</a:t>
                      </a:r>
                    </a:p>
                    <a:p>
                      <a:pPr marL="180975" indent="-180975" algn="l">
                        <a:lnSpc>
                          <a:spcPts val="1600"/>
                        </a:lnSpc>
                        <a:spcAft>
                          <a:spcPts val="0"/>
                        </a:spcAft>
                        <a:buFont typeface="Arial" pitchFamily="34" charset="0"/>
                        <a:buChar char="•"/>
                      </a:pPr>
                      <a:r>
                        <a:rPr lang="de-DE" sz="1600" kern="1200" dirty="0" err="1">
                          <a:solidFill>
                            <a:schemeClr val="dk1"/>
                          </a:solidFill>
                          <a:effectLst/>
                          <a:latin typeface="+mn-lt"/>
                          <a:ea typeface="+mn-ea"/>
                          <a:cs typeface="+mn-cs"/>
                        </a:rPr>
                        <a:t>other</a:t>
                      </a:r>
                      <a:endParaRPr lang="de-AT" sz="1600" kern="1200" dirty="0">
                        <a:solidFill>
                          <a:schemeClr val="dk1"/>
                        </a:solidFill>
                        <a:effectLst/>
                        <a:latin typeface="+mn-lt"/>
                        <a:ea typeface="+mn-ea"/>
                        <a:cs typeface="+mn-cs"/>
                      </a:endParaRPr>
                    </a:p>
                  </a:txBody>
                  <a:tcPr marL="30912" marR="30912" marT="0" marB="0" anchor="ctr"/>
                </a:tc>
                <a:tc>
                  <a:txBody>
                    <a:bodyPr/>
                    <a:lstStyle/>
                    <a:p>
                      <a:pPr algn="l">
                        <a:lnSpc>
                          <a:spcPts val="1600"/>
                        </a:lnSpc>
                        <a:spcAft>
                          <a:spcPts val="0"/>
                        </a:spcAft>
                      </a:pPr>
                      <a:r>
                        <a:rPr lang="de-DE" sz="1600" dirty="0">
                          <a:effectLst/>
                        </a:rPr>
                        <a:t> …</a:t>
                      </a:r>
                      <a:endParaRPr lang="de-AT" sz="1600" dirty="0">
                        <a:effectLst/>
                        <a:latin typeface="Garamond"/>
                        <a:ea typeface="Times New Roman"/>
                        <a:cs typeface="Times New Roman"/>
                      </a:endParaRPr>
                    </a:p>
                  </a:txBody>
                  <a:tcPr marL="30912" marR="30912" marT="0" marB="0" anchor="ctr"/>
                </a:tc>
                <a:tc>
                  <a:txBody>
                    <a:bodyPr/>
                    <a:lstStyle/>
                    <a:p>
                      <a:pPr marL="180975" indent="-180975" algn="l">
                        <a:lnSpc>
                          <a:spcPts val="1600"/>
                        </a:lnSpc>
                        <a:spcAft>
                          <a:spcPts val="0"/>
                        </a:spcAft>
                        <a:buFont typeface="Arial" pitchFamily="34" charset="0"/>
                        <a:buChar char="•"/>
                      </a:pPr>
                      <a:r>
                        <a:rPr lang="de-DE" sz="1600" dirty="0">
                          <a:effectLst/>
                        </a:rPr>
                        <a:t> </a:t>
                      </a:r>
                      <a:r>
                        <a:rPr lang="en-US" sz="1600" dirty="0">
                          <a:effectLst/>
                        </a:rPr>
                        <a:t>When the board decides, it is always a matter of "political will".</a:t>
                      </a:r>
                    </a:p>
                    <a:p>
                      <a:pPr marL="180975" indent="-180975" algn="l">
                        <a:lnSpc>
                          <a:spcPts val="1600"/>
                        </a:lnSpc>
                        <a:spcAft>
                          <a:spcPts val="0"/>
                        </a:spcAft>
                        <a:buFont typeface="Arial" pitchFamily="34" charset="0"/>
                        <a:buChar char="•"/>
                      </a:pPr>
                      <a:r>
                        <a:rPr lang="en-US" sz="1600" baseline="0" dirty="0">
                          <a:effectLst/>
                        </a:rPr>
                        <a:t>in internal circulars "Instructions from above“</a:t>
                      </a:r>
                    </a:p>
                    <a:p>
                      <a:pPr marL="180975" indent="-180975" algn="l">
                        <a:lnSpc>
                          <a:spcPts val="1600"/>
                        </a:lnSpc>
                        <a:spcAft>
                          <a:spcPts val="0"/>
                        </a:spcAft>
                        <a:buFont typeface="Arial" pitchFamily="34" charset="0"/>
                        <a:buChar char="•"/>
                      </a:pPr>
                      <a:r>
                        <a:rPr lang="en-US" sz="1600" baseline="0" dirty="0">
                          <a:effectLst/>
                          <a:latin typeface="Garamond"/>
                          <a:ea typeface="Times New Roman"/>
                          <a:cs typeface="Times New Roman"/>
                        </a:rPr>
                        <a:t>…</a:t>
                      </a:r>
                      <a:endParaRPr lang="de-AT" sz="1600" dirty="0">
                        <a:effectLst/>
                        <a:latin typeface="Garamond"/>
                        <a:ea typeface="Times New Roman"/>
                        <a:cs typeface="Times New Roman"/>
                      </a:endParaRPr>
                    </a:p>
                  </a:txBody>
                  <a:tcPr marL="30912" marR="30912"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231149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63E40-B413-D0B0-C6A7-948B29127769}"/>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4A09D2A5-7291-9D8F-5C65-8B60E88B936B}"/>
              </a:ext>
            </a:extLst>
          </p:cNvPr>
          <p:cNvSpPr>
            <a:spLocks noGrp="1"/>
          </p:cNvSpPr>
          <p:nvPr>
            <p:ph type="sldNum" sz="quarter" idx="12"/>
          </p:nvPr>
        </p:nvSpPr>
        <p:spPr/>
        <p:txBody>
          <a:bodyPr/>
          <a:lstStyle/>
          <a:p>
            <a:fld id="{D836C0FE-70CA-4950-82D6-CF602CC2B770}" type="slidenum">
              <a:rPr lang="en-GB" smtClean="0"/>
              <a:t>64</a:t>
            </a:fld>
            <a:endParaRPr lang="en-GB" dirty="0"/>
          </a:p>
        </p:txBody>
      </p:sp>
      <p:sp>
        <p:nvSpPr>
          <p:cNvPr id="3" name="Titel 2">
            <a:extLst>
              <a:ext uri="{FF2B5EF4-FFF2-40B4-BE49-F238E27FC236}">
                <a16:creationId xmlns:a16="http://schemas.microsoft.com/office/drawing/2014/main" id="{D796DDE5-FB54-A67A-F556-DB5191D036E9}"/>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BC7DCE88-2839-743A-5395-2E5A7C8B9096}"/>
              </a:ext>
            </a:extLst>
          </p:cNvPr>
          <p:cNvSpPr>
            <a:spLocks noGrp="1"/>
          </p:cNvSpPr>
          <p:nvPr>
            <p:ph idx="1"/>
          </p:nvPr>
        </p:nvSpPr>
        <p:spPr/>
        <p:txBody>
          <a:bodyPr anchor="t">
            <a:normAutofit/>
          </a:bodyPr>
          <a:lstStyle/>
          <a:p>
            <a:pPr marL="457200" indent="-457200">
              <a:buFont typeface="+mj-lt"/>
              <a:buAutoNum type="arabicPeriod" startAt="2"/>
            </a:pPr>
            <a:r>
              <a:rPr lang="en-GB" sz="2000" b="1"/>
              <a:t>Creating a coding guide</a:t>
            </a:r>
            <a:endParaRPr lang="en-GB" sz="2000" b="1" dirty="0"/>
          </a:p>
        </p:txBody>
      </p:sp>
      <p:sp>
        <p:nvSpPr>
          <p:cNvPr id="5" name="Datumsplatzhalter 4">
            <a:extLst>
              <a:ext uri="{FF2B5EF4-FFF2-40B4-BE49-F238E27FC236}">
                <a16:creationId xmlns:a16="http://schemas.microsoft.com/office/drawing/2014/main" id="{5C63F29F-02C4-58D8-9D21-863A4103089C}"/>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89FA3DFB-6AAE-BA82-BA0E-C9F506D0C6C8}"/>
              </a:ext>
            </a:extLst>
          </p:cNvPr>
          <p:cNvSpPr>
            <a:spLocks noGrp="1"/>
          </p:cNvSpPr>
          <p:nvPr>
            <p:ph type="ftr" sz="quarter" idx="11"/>
          </p:nvPr>
        </p:nvSpPr>
        <p:spPr/>
        <p:txBody>
          <a:bodyPr/>
          <a:lstStyle/>
          <a:p>
            <a:r>
              <a:rPr lang="en-GB"/>
              <a:t>KMH | IL Scientific Method</a:t>
            </a:r>
            <a:endParaRPr lang="en-GB" dirty="0"/>
          </a:p>
        </p:txBody>
      </p:sp>
      <p:graphicFrame>
        <p:nvGraphicFramePr>
          <p:cNvPr id="8" name="Inhaltsplatzhalter 4">
            <a:extLst>
              <a:ext uri="{FF2B5EF4-FFF2-40B4-BE49-F238E27FC236}">
                <a16:creationId xmlns:a16="http://schemas.microsoft.com/office/drawing/2014/main" id="{D5DDCD5C-6338-B816-4379-FBABC6B35904}"/>
              </a:ext>
            </a:extLst>
          </p:cNvPr>
          <p:cNvGraphicFramePr>
            <a:graphicFrameLocks/>
          </p:cNvGraphicFramePr>
          <p:nvPr/>
        </p:nvGraphicFramePr>
        <p:xfrm>
          <a:off x="1229287" y="2394580"/>
          <a:ext cx="10266710" cy="2746220"/>
        </p:xfrm>
        <a:graphic>
          <a:graphicData uri="http://schemas.openxmlformats.org/drawingml/2006/table">
            <a:tbl>
              <a:tblPr>
                <a:tableStyleId>{5C22544A-7EE6-4342-B048-85BDC9FD1C3A}</a:tableStyleId>
              </a:tblPr>
              <a:tblGrid>
                <a:gridCol w="690331">
                  <a:extLst>
                    <a:ext uri="{9D8B030D-6E8A-4147-A177-3AD203B41FA5}">
                      <a16:colId xmlns:a16="http://schemas.microsoft.com/office/drawing/2014/main" val="20000"/>
                    </a:ext>
                  </a:extLst>
                </a:gridCol>
                <a:gridCol w="1310570">
                  <a:extLst>
                    <a:ext uri="{9D8B030D-6E8A-4147-A177-3AD203B41FA5}">
                      <a16:colId xmlns:a16="http://schemas.microsoft.com/office/drawing/2014/main" val="20001"/>
                    </a:ext>
                  </a:extLst>
                </a:gridCol>
                <a:gridCol w="1914277">
                  <a:extLst>
                    <a:ext uri="{9D8B030D-6E8A-4147-A177-3AD203B41FA5}">
                      <a16:colId xmlns:a16="http://schemas.microsoft.com/office/drawing/2014/main" val="20002"/>
                    </a:ext>
                  </a:extLst>
                </a:gridCol>
                <a:gridCol w="2436353">
                  <a:extLst>
                    <a:ext uri="{9D8B030D-6E8A-4147-A177-3AD203B41FA5}">
                      <a16:colId xmlns:a16="http://schemas.microsoft.com/office/drawing/2014/main" val="20003"/>
                    </a:ext>
                  </a:extLst>
                </a:gridCol>
                <a:gridCol w="1131164">
                  <a:extLst>
                    <a:ext uri="{9D8B030D-6E8A-4147-A177-3AD203B41FA5}">
                      <a16:colId xmlns:a16="http://schemas.microsoft.com/office/drawing/2014/main" val="20004"/>
                    </a:ext>
                  </a:extLst>
                </a:gridCol>
                <a:gridCol w="2784015">
                  <a:extLst>
                    <a:ext uri="{9D8B030D-6E8A-4147-A177-3AD203B41FA5}">
                      <a16:colId xmlns:a16="http://schemas.microsoft.com/office/drawing/2014/main" val="20005"/>
                    </a:ext>
                  </a:extLst>
                </a:gridCol>
              </a:tblGrid>
              <a:tr h="640043">
                <a:tc>
                  <a:txBody>
                    <a:bodyPr/>
                    <a:lstStyle/>
                    <a:p>
                      <a:pPr algn="ctr">
                        <a:lnSpc>
                          <a:spcPts val="1600"/>
                        </a:lnSpc>
                        <a:spcAft>
                          <a:spcPts val="0"/>
                        </a:spcAft>
                      </a:pPr>
                      <a:r>
                        <a:rPr lang="de-DE" sz="1600" b="1">
                          <a:effectLst/>
                        </a:rPr>
                        <a:t>Nr.</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err="1">
                          <a:effectLst/>
                        </a:rPr>
                        <a:t>Category</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a:effectLst/>
                        </a:rPr>
                        <a:t>Definition</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err="1">
                          <a:effectLst/>
                        </a:rPr>
                        <a:t>Manifestations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err="1">
                          <a:effectLst/>
                        </a:rPr>
                        <a:t>Examples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tc>
                  <a:txBody>
                    <a:bodyPr/>
                    <a:lstStyle/>
                    <a:p>
                      <a:pPr algn="l">
                        <a:lnSpc>
                          <a:spcPts val="1600"/>
                        </a:lnSpc>
                        <a:spcAft>
                          <a:spcPts val="0"/>
                        </a:spcAft>
                      </a:pPr>
                      <a:r>
                        <a:rPr lang="de-DE" sz="1600" b="1" dirty="0">
                          <a:effectLst/>
                        </a:rPr>
                        <a:t>Coding </a:t>
                      </a:r>
                      <a:r>
                        <a:rPr lang="de-DE" sz="1600" b="1" dirty="0" err="1">
                          <a:effectLst/>
                        </a:rPr>
                        <a:t>rules</a:t>
                      </a:r>
                      <a:endParaRPr lang="de-AT" sz="1600" b="1" dirty="0">
                        <a:effectLst/>
                        <a:latin typeface="Garamond"/>
                        <a:ea typeface="Times New Roman"/>
                        <a:cs typeface="Times New Roman"/>
                      </a:endParaRPr>
                    </a:p>
                  </a:txBody>
                  <a:tcPr marL="30912" marR="30912" marT="0" marB="0" anchor="ctr">
                    <a:solidFill>
                      <a:schemeClr val="accent1">
                        <a:lumMod val="60000"/>
                        <a:lumOff val="40000"/>
                      </a:schemeClr>
                    </a:solidFill>
                  </a:tcPr>
                </a:tc>
                <a:extLst>
                  <a:ext uri="{0D108BD9-81ED-4DB2-BD59-A6C34878D82A}">
                    <a16:rowId xmlns:a16="http://schemas.microsoft.com/office/drawing/2014/main" val="10000"/>
                  </a:ext>
                </a:extLst>
              </a:tr>
              <a:tr h="2106177">
                <a:tc>
                  <a:txBody>
                    <a:bodyPr/>
                    <a:lstStyle/>
                    <a:p>
                      <a:pPr marL="0" algn="ctr" defTabSz="457200" rtl="0" eaLnBrk="1" latinLnBrk="0" hangingPunct="1">
                        <a:lnSpc>
                          <a:spcPts val="1600"/>
                        </a:lnSpc>
                        <a:spcAft>
                          <a:spcPts val="0"/>
                        </a:spcAft>
                      </a:pPr>
                      <a:r>
                        <a:rPr lang="de-DE" sz="1600" kern="1200" dirty="0">
                          <a:solidFill>
                            <a:schemeClr val="dk1"/>
                          </a:solidFill>
                          <a:effectLst/>
                          <a:latin typeface="+mn-lt"/>
                          <a:ea typeface="+mn-ea"/>
                          <a:cs typeface="+mn-cs"/>
                        </a:rPr>
                        <a:t> 2</a:t>
                      </a:r>
                      <a:endParaRPr lang="de-AT" sz="1600" kern="1200" dirty="0">
                        <a:solidFill>
                          <a:schemeClr val="dk1"/>
                        </a:solidFill>
                        <a:effectLst/>
                        <a:latin typeface="+mn-lt"/>
                        <a:ea typeface="+mn-ea"/>
                        <a:cs typeface="+mn-cs"/>
                      </a:endParaRPr>
                    </a:p>
                  </a:txBody>
                  <a:tcPr marL="30912" marR="30912" marT="0" marB="0" anchor="ctr"/>
                </a:tc>
                <a:tc>
                  <a:txBody>
                    <a:bodyPr/>
                    <a:lstStyle/>
                    <a:p>
                      <a:pPr marL="0" algn="l" defTabSz="457200" rtl="0" eaLnBrk="1" latinLnBrk="0" hangingPunct="1">
                        <a:lnSpc>
                          <a:spcPts val="1600"/>
                        </a:lnSpc>
                        <a:spcAft>
                          <a:spcPts val="0"/>
                        </a:spcAft>
                      </a:pP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Reason</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for</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participation</a:t>
                      </a:r>
                      <a:endParaRPr lang="de-AT" sz="1600" kern="1200" dirty="0">
                        <a:solidFill>
                          <a:schemeClr val="dk1"/>
                        </a:solidFill>
                        <a:effectLst/>
                        <a:latin typeface="+mn-lt"/>
                        <a:ea typeface="+mn-ea"/>
                        <a:cs typeface="+mn-cs"/>
                      </a:endParaRPr>
                    </a:p>
                  </a:txBody>
                  <a:tcPr marL="30912" marR="30912" marT="0" marB="0" anchor="ctr"/>
                </a:tc>
                <a:tc>
                  <a:txBody>
                    <a:bodyPr/>
                    <a:lstStyle/>
                    <a:p>
                      <a:pPr marL="0" algn="l" defTabSz="457200" rtl="0" eaLnBrk="1" latinLnBrk="0" hangingPunct="1">
                        <a:lnSpc>
                          <a:spcPts val="1600"/>
                        </a:lnSpc>
                        <a:spcAft>
                          <a:spcPts val="0"/>
                        </a:spcAft>
                      </a:pPr>
                      <a:r>
                        <a:rPr lang="de-DE" sz="1600" kern="1200" dirty="0" err="1">
                          <a:solidFill>
                            <a:schemeClr val="dk1"/>
                          </a:solidFill>
                          <a:effectLst/>
                          <a:latin typeface="+mn-lt"/>
                          <a:ea typeface="+mn-ea"/>
                          <a:cs typeface="+mn-cs"/>
                        </a:rPr>
                        <a:t>Reason</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for</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voluntarily</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conducting</a:t>
                      </a:r>
                      <a:r>
                        <a:rPr lang="de-DE" sz="1600" kern="1200" dirty="0">
                          <a:solidFill>
                            <a:schemeClr val="dk1"/>
                          </a:solidFill>
                          <a:effectLst/>
                          <a:latin typeface="+mn-lt"/>
                          <a:ea typeface="+mn-ea"/>
                          <a:cs typeface="+mn-cs"/>
                        </a:rPr>
                        <a:t> a </a:t>
                      </a:r>
                      <a:r>
                        <a:rPr lang="de-DE" sz="1600" kern="1200" dirty="0" err="1">
                          <a:solidFill>
                            <a:schemeClr val="dk1"/>
                          </a:solidFill>
                          <a:effectLst/>
                          <a:latin typeface="+mn-lt"/>
                          <a:ea typeface="+mn-ea"/>
                          <a:cs typeface="+mn-cs"/>
                        </a:rPr>
                        <a:t>stakeholder</a:t>
                      </a:r>
                      <a:r>
                        <a:rPr lang="de-DE" sz="1600" kern="1200" dirty="0">
                          <a:solidFill>
                            <a:schemeClr val="dk1"/>
                          </a:solidFill>
                          <a:effectLst/>
                          <a:latin typeface="+mn-lt"/>
                          <a:ea typeface="+mn-ea"/>
                          <a:cs typeface="+mn-cs"/>
                        </a:rPr>
                        <a:t> </a:t>
                      </a:r>
                      <a:r>
                        <a:rPr lang="de-DE" sz="1600" kern="1200" dirty="0" err="1">
                          <a:solidFill>
                            <a:schemeClr val="dk1"/>
                          </a:solidFill>
                          <a:effectLst/>
                          <a:latin typeface="+mn-lt"/>
                          <a:ea typeface="+mn-ea"/>
                          <a:cs typeface="+mn-cs"/>
                        </a:rPr>
                        <a:t>participation</a:t>
                      </a:r>
                      <a:endParaRPr lang="de-AT" sz="1600" kern="1200" dirty="0">
                        <a:solidFill>
                          <a:schemeClr val="dk1"/>
                        </a:solidFill>
                        <a:effectLst/>
                        <a:latin typeface="+mn-lt"/>
                        <a:ea typeface="+mn-ea"/>
                        <a:cs typeface="+mn-cs"/>
                      </a:endParaRPr>
                    </a:p>
                  </a:txBody>
                  <a:tcPr marL="30912" marR="30912" marT="0" marB="0" anchor="ctr"/>
                </a:tc>
                <a:tc>
                  <a:txBody>
                    <a:bodyPr/>
                    <a:lstStyle/>
                    <a:p>
                      <a:pPr marL="180975" indent="-180975" algn="l">
                        <a:lnSpc>
                          <a:spcPts val="1600"/>
                        </a:lnSpc>
                        <a:spcAft>
                          <a:spcPts val="0"/>
                        </a:spcAft>
                        <a:buFont typeface="Arial" pitchFamily="34" charset="0"/>
                        <a:buChar char="•"/>
                      </a:pPr>
                      <a:r>
                        <a:rPr lang="de-DE" sz="1600" dirty="0">
                          <a:effectLst/>
                        </a:rPr>
                        <a:t>Citizen </a:t>
                      </a:r>
                      <a:r>
                        <a:rPr lang="de-DE" sz="1600" dirty="0" err="1">
                          <a:effectLst/>
                        </a:rPr>
                        <a:t>protest</a:t>
                      </a:r>
                      <a:endParaRPr lang="de-DE" sz="1600" dirty="0">
                        <a:effectLst/>
                      </a:endParaRPr>
                    </a:p>
                    <a:p>
                      <a:pPr marL="180975" indent="-180975" algn="l">
                        <a:lnSpc>
                          <a:spcPts val="1600"/>
                        </a:lnSpc>
                        <a:spcAft>
                          <a:spcPts val="0"/>
                        </a:spcAft>
                        <a:buFont typeface="Arial" pitchFamily="34" charset="0"/>
                        <a:buChar char="•"/>
                      </a:pPr>
                      <a:r>
                        <a:rPr lang="de-DE" sz="1600" dirty="0" err="1">
                          <a:effectLst/>
                        </a:rPr>
                        <a:t>Instructions</a:t>
                      </a:r>
                      <a:r>
                        <a:rPr lang="de-DE" sz="1600" dirty="0">
                          <a:effectLst/>
                        </a:rPr>
                        <a:t> </a:t>
                      </a:r>
                      <a:r>
                        <a:rPr lang="de-DE" sz="1600" dirty="0" err="1">
                          <a:effectLst/>
                        </a:rPr>
                        <a:t>from</a:t>
                      </a:r>
                      <a:r>
                        <a:rPr lang="de-DE" sz="1600" dirty="0">
                          <a:effectLst/>
                        </a:rPr>
                        <a:t> </a:t>
                      </a:r>
                      <a:r>
                        <a:rPr lang="de-DE" sz="1600" dirty="0" err="1">
                          <a:effectLst/>
                        </a:rPr>
                        <a:t>above</a:t>
                      </a:r>
                      <a:endParaRPr lang="de-DE" sz="1600" kern="1200" dirty="0">
                        <a:solidFill>
                          <a:schemeClr val="dk1"/>
                        </a:solidFill>
                        <a:effectLst/>
                        <a:latin typeface="+mn-lt"/>
                        <a:ea typeface="+mn-ea"/>
                        <a:cs typeface="+mn-cs"/>
                      </a:endParaRP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Legal </a:t>
                      </a:r>
                      <a:r>
                        <a:rPr lang="de-DE" sz="1600" kern="1200" dirty="0" err="1">
                          <a:solidFill>
                            <a:schemeClr val="dk1"/>
                          </a:solidFill>
                          <a:effectLst/>
                          <a:latin typeface="+mn-lt"/>
                          <a:ea typeface="+mn-ea"/>
                          <a:cs typeface="+mn-cs"/>
                        </a:rPr>
                        <a:t>requirement</a:t>
                      </a:r>
                      <a:endParaRPr lang="de-DE" sz="1600" kern="1200" dirty="0">
                        <a:solidFill>
                          <a:schemeClr val="dk1"/>
                        </a:solidFill>
                        <a:effectLst/>
                        <a:latin typeface="+mn-lt"/>
                        <a:ea typeface="+mn-ea"/>
                        <a:cs typeface="+mn-cs"/>
                      </a:endParaRPr>
                    </a:p>
                    <a:p>
                      <a:pPr marL="180975" indent="-180975" algn="l">
                        <a:lnSpc>
                          <a:spcPts val="1600"/>
                        </a:lnSpc>
                        <a:spcAft>
                          <a:spcPts val="0"/>
                        </a:spcAft>
                        <a:buFont typeface="Arial" pitchFamily="34" charset="0"/>
                        <a:buChar char="•"/>
                      </a:pPr>
                      <a:r>
                        <a:rPr lang="de-DE" sz="1600" kern="1200" dirty="0">
                          <a:solidFill>
                            <a:schemeClr val="dk1"/>
                          </a:solidFill>
                          <a:effectLst/>
                          <a:latin typeface="+mn-lt"/>
                          <a:ea typeface="+mn-ea"/>
                          <a:cs typeface="+mn-cs"/>
                        </a:rPr>
                        <a:t>Political will</a:t>
                      </a:r>
                    </a:p>
                    <a:p>
                      <a:pPr marL="180975" indent="-180975" algn="l">
                        <a:lnSpc>
                          <a:spcPts val="1600"/>
                        </a:lnSpc>
                        <a:spcAft>
                          <a:spcPts val="0"/>
                        </a:spcAft>
                        <a:buFont typeface="Arial" pitchFamily="34" charset="0"/>
                        <a:buChar char="•"/>
                      </a:pPr>
                      <a:r>
                        <a:rPr lang="de-DE" sz="1600" kern="1200" dirty="0" err="1">
                          <a:solidFill>
                            <a:schemeClr val="dk1"/>
                          </a:solidFill>
                          <a:effectLst/>
                          <a:latin typeface="+mn-lt"/>
                          <a:ea typeface="+mn-ea"/>
                          <a:cs typeface="+mn-cs"/>
                        </a:rPr>
                        <a:t>other</a:t>
                      </a:r>
                      <a:endParaRPr lang="de-AT" sz="1600" kern="1200" dirty="0">
                        <a:solidFill>
                          <a:schemeClr val="dk1"/>
                        </a:solidFill>
                        <a:effectLst/>
                        <a:latin typeface="+mn-lt"/>
                        <a:ea typeface="+mn-ea"/>
                        <a:cs typeface="+mn-cs"/>
                      </a:endParaRPr>
                    </a:p>
                  </a:txBody>
                  <a:tcPr marL="30912" marR="30912" marT="0" marB="0" anchor="ctr"/>
                </a:tc>
                <a:tc>
                  <a:txBody>
                    <a:bodyPr/>
                    <a:lstStyle/>
                    <a:p>
                      <a:pPr algn="l">
                        <a:lnSpc>
                          <a:spcPts val="1600"/>
                        </a:lnSpc>
                        <a:spcAft>
                          <a:spcPts val="0"/>
                        </a:spcAft>
                      </a:pPr>
                      <a:r>
                        <a:rPr lang="de-DE" sz="1600" dirty="0">
                          <a:effectLst/>
                        </a:rPr>
                        <a:t> …</a:t>
                      </a:r>
                      <a:endParaRPr lang="de-AT" sz="1600" dirty="0">
                        <a:effectLst/>
                        <a:latin typeface="Garamond"/>
                        <a:ea typeface="Times New Roman"/>
                        <a:cs typeface="Times New Roman"/>
                      </a:endParaRPr>
                    </a:p>
                  </a:txBody>
                  <a:tcPr marL="30912" marR="30912" marT="0" marB="0" anchor="ctr"/>
                </a:tc>
                <a:tc>
                  <a:txBody>
                    <a:bodyPr/>
                    <a:lstStyle/>
                    <a:p>
                      <a:pPr marL="180975" indent="-180975" algn="l">
                        <a:lnSpc>
                          <a:spcPts val="1600"/>
                        </a:lnSpc>
                        <a:spcAft>
                          <a:spcPts val="0"/>
                        </a:spcAft>
                        <a:buFont typeface="Arial" pitchFamily="34" charset="0"/>
                        <a:buChar char="•"/>
                      </a:pPr>
                      <a:r>
                        <a:rPr lang="de-DE" sz="1600" dirty="0">
                          <a:effectLst/>
                        </a:rPr>
                        <a:t> </a:t>
                      </a:r>
                      <a:r>
                        <a:rPr lang="en-US" sz="1600" dirty="0">
                          <a:effectLst/>
                        </a:rPr>
                        <a:t>When the board decides, it is always a matter of "political will".</a:t>
                      </a:r>
                    </a:p>
                    <a:p>
                      <a:pPr marL="180975" indent="-180975" algn="l">
                        <a:lnSpc>
                          <a:spcPts val="1600"/>
                        </a:lnSpc>
                        <a:spcAft>
                          <a:spcPts val="0"/>
                        </a:spcAft>
                        <a:buFont typeface="Arial" pitchFamily="34" charset="0"/>
                        <a:buChar char="•"/>
                      </a:pPr>
                      <a:r>
                        <a:rPr lang="en-US" sz="1600" baseline="0" dirty="0">
                          <a:effectLst/>
                        </a:rPr>
                        <a:t>in internal circulars "Instructions from above“</a:t>
                      </a:r>
                    </a:p>
                    <a:p>
                      <a:pPr marL="180975" indent="-180975" algn="l">
                        <a:lnSpc>
                          <a:spcPts val="1600"/>
                        </a:lnSpc>
                        <a:spcAft>
                          <a:spcPts val="0"/>
                        </a:spcAft>
                        <a:buFont typeface="Arial" pitchFamily="34" charset="0"/>
                        <a:buChar char="•"/>
                      </a:pPr>
                      <a:r>
                        <a:rPr lang="en-US" sz="1600" baseline="0" dirty="0">
                          <a:effectLst/>
                          <a:latin typeface="Garamond"/>
                          <a:ea typeface="Times New Roman"/>
                          <a:cs typeface="Times New Roman"/>
                        </a:rPr>
                        <a:t>…</a:t>
                      </a:r>
                      <a:endParaRPr lang="de-AT" sz="1600" dirty="0">
                        <a:effectLst/>
                        <a:latin typeface="Garamond"/>
                        <a:ea typeface="Times New Roman"/>
                        <a:cs typeface="Times New Roman"/>
                      </a:endParaRPr>
                    </a:p>
                  </a:txBody>
                  <a:tcPr marL="30912" marR="30912" marT="0" marB="0" anchor="ctr"/>
                </a:tc>
                <a:extLst>
                  <a:ext uri="{0D108BD9-81ED-4DB2-BD59-A6C34878D82A}">
                    <a16:rowId xmlns:a16="http://schemas.microsoft.com/office/drawing/2014/main" val="10001"/>
                  </a:ext>
                </a:extLst>
              </a:tr>
            </a:tbl>
          </a:graphicData>
        </a:graphic>
      </p:graphicFrame>
      <p:sp>
        <p:nvSpPr>
          <p:cNvPr id="7" name="Rechteck: abgerundete Ecken 6">
            <a:extLst>
              <a:ext uri="{FF2B5EF4-FFF2-40B4-BE49-F238E27FC236}">
                <a16:creationId xmlns:a16="http://schemas.microsoft.com/office/drawing/2014/main" id="{AB6E13F9-5337-CCD4-14FD-DDAF4F83B2D8}"/>
              </a:ext>
            </a:extLst>
          </p:cNvPr>
          <p:cNvSpPr/>
          <p:nvPr/>
        </p:nvSpPr>
        <p:spPr>
          <a:xfrm>
            <a:off x="1229285" y="3159888"/>
            <a:ext cx="3909874" cy="1980911"/>
          </a:xfrm>
          <a:prstGeom prst="roundRect">
            <a:avLst>
              <a:gd name="adj" fmla="val 7103"/>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a:solidFill>
                <a:schemeClr val="tx1"/>
              </a:solidFill>
            </a:endParaRPr>
          </a:p>
        </p:txBody>
      </p:sp>
      <p:sp>
        <p:nvSpPr>
          <p:cNvPr id="9" name="Rechteck: abgerundete Ecken 8">
            <a:extLst>
              <a:ext uri="{FF2B5EF4-FFF2-40B4-BE49-F238E27FC236}">
                <a16:creationId xmlns:a16="http://schemas.microsoft.com/office/drawing/2014/main" id="{65D57242-1828-2929-7F6B-F40C7F0D9BB7}"/>
              </a:ext>
            </a:extLst>
          </p:cNvPr>
          <p:cNvSpPr/>
          <p:nvPr/>
        </p:nvSpPr>
        <p:spPr>
          <a:xfrm>
            <a:off x="5159375" y="3159888"/>
            <a:ext cx="6336621" cy="1980911"/>
          </a:xfrm>
          <a:prstGeom prst="roundRect">
            <a:avLst>
              <a:gd name="adj" fmla="val 7103"/>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a:solidFill>
                <a:schemeClr val="tx1"/>
              </a:solidFill>
            </a:endParaRPr>
          </a:p>
        </p:txBody>
      </p:sp>
      <p:sp>
        <p:nvSpPr>
          <p:cNvPr id="10" name="Textfeld 9">
            <a:extLst>
              <a:ext uri="{FF2B5EF4-FFF2-40B4-BE49-F238E27FC236}">
                <a16:creationId xmlns:a16="http://schemas.microsoft.com/office/drawing/2014/main" id="{6ADFD5A7-97FC-21D4-783B-596ABCE163E3}"/>
              </a:ext>
            </a:extLst>
          </p:cNvPr>
          <p:cNvSpPr txBox="1"/>
          <p:nvPr/>
        </p:nvSpPr>
        <p:spPr>
          <a:xfrm>
            <a:off x="1395392" y="5322684"/>
            <a:ext cx="3512274" cy="714042"/>
          </a:xfrm>
          <a:prstGeom prst="rect">
            <a:avLst/>
          </a:prstGeom>
          <a:noFill/>
        </p:spPr>
        <p:txBody>
          <a:bodyPr wrap="square" lIns="0" tIns="0" rIns="0" bIns="0" rtlCol="0">
            <a:spAutoFit/>
          </a:bodyPr>
          <a:lstStyle/>
          <a:p>
            <a:pPr algn="ctr">
              <a:lnSpc>
                <a:spcPct val="120000"/>
              </a:lnSpc>
              <a:spcBef>
                <a:spcPts val="800"/>
              </a:spcBef>
            </a:pPr>
            <a:r>
              <a:rPr lang="en-GB" sz="2000" b="1" dirty="0">
                <a:solidFill>
                  <a:srgbClr val="FF9E1B"/>
                </a:solidFill>
              </a:rPr>
              <a:t>Deductive: </a:t>
            </a:r>
            <a:br>
              <a:rPr lang="en-GB" sz="2000" b="1" dirty="0"/>
            </a:br>
            <a:r>
              <a:rPr lang="en-GB" sz="2000" b="1" dirty="0"/>
              <a:t>from literature review</a:t>
            </a:r>
          </a:p>
        </p:txBody>
      </p:sp>
      <p:sp>
        <p:nvSpPr>
          <p:cNvPr id="11" name="Textfeld 10">
            <a:extLst>
              <a:ext uri="{FF2B5EF4-FFF2-40B4-BE49-F238E27FC236}">
                <a16:creationId xmlns:a16="http://schemas.microsoft.com/office/drawing/2014/main" id="{CFE50FB3-DFAE-7B49-F478-CBF22AE591E1}"/>
              </a:ext>
            </a:extLst>
          </p:cNvPr>
          <p:cNvSpPr txBox="1"/>
          <p:nvPr/>
        </p:nvSpPr>
        <p:spPr>
          <a:xfrm>
            <a:off x="5807999" y="5342780"/>
            <a:ext cx="5690286" cy="714042"/>
          </a:xfrm>
          <a:prstGeom prst="rect">
            <a:avLst/>
          </a:prstGeom>
          <a:noFill/>
        </p:spPr>
        <p:txBody>
          <a:bodyPr wrap="square" lIns="0" tIns="0" rIns="0" bIns="0" rtlCol="0">
            <a:spAutoFit/>
          </a:bodyPr>
          <a:lstStyle/>
          <a:p>
            <a:pPr algn="ctr">
              <a:lnSpc>
                <a:spcPct val="120000"/>
              </a:lnSpc>
              <a:spcBef>
                <a:spcPts val="800"/>
              </a:spcBef>
            </a:pPr>
            <a:r>
              <a:rPr lang="en-GB" sz="2000" b="1" dirty="0">
                <a:solidFill>
                  <a:srgbClr val="FF9E1B"/>
                </a:solidFill>
              </a:rPr>
              <a:t>Inductive: </a:t>
            </a:r>
            <a:br>
              <a:rPr lang="en-GB" sz="2000" b="1" dirty="0">
                <a:solidFill>
                  <a:srgbClr val="FF9E1B"/>
                </a:solidFill>
              </a:rPr>
            </a:br>
            <a:r>
              <a:rPr lang="en-GB" sz="2000" b="1" dirty="0"/>
              <a:t>from interviews &amp; materials</a:t>
            </a:r>
          </a:p>
        </p:txBody>
      </p:sp>
    </p:spTree>
    <p:extLst>
      <p:ext uri="{BB962C8B-B14F-4D97-AF65-F5344CB8AC3E}">
        <p14:creationId xmlns:p14="http://schemas.microsoft.com/office/powerpoint/2010/main" val="27582887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EB90E-48C5-54E3-1909-722FC33DCC54}"/>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7FEBFFB-3860-5514-8EB1-02CCC533623B}"/>
              </a:ext>
            </a:extLst>
          </p:cNvPr>
          <p:cNvSpPr>
            <a:spLocks noGrp="1"/>
          </p:cNvSpPr>
          <p:nvPr>
            <p:ph type="sldNum" sz="quarter" idx="12"/>
          </p:nvPr>
        </p:nvSpPr>
        <p:spPr/>
        <p:txBody>
          <a:bodyPr/>
          <a:lstStyle/>
          <a:p>
            <a:fld id="{D836C0FE-70CA-4950-82D6-CF602CC2B770}" type="slidenum">
              <a:rPr lang="en-GB" smtClean="0"/>
              <a:t>65</a:t>
            </a:fld>
            <a:endParaRPr lang="en-GB" dirty="0"/>
          </a:p>
        </p:txBody>
      </p:sp>
      <p:sp>
        <p:nvSpPr>
          <p:cNvPr id="3" name="Titel 2">
            <a:extLst>
              <a:ext uri="{FF2B5EF4-FFF2-40B4-BE49-F238E27FC236}">
                <a16:creationId xmlns:a16="http://schemas.microsoft.com/office/drawing/2014/main" id="{B7EDB8A7-2D13-9448-8E26-37FFE882C8E1}"/>
              </a:ext>
            </a:extLst>
          </p:cNvPr>
          <p:cNvSpPr>
            <a:spLocks noGrp="1"/>
          </p:cNvSpPr>
          <p:nvPr>
            <p:ph type="title"/>
          </p:nvPr>
        </p:nvSpPr>
        <p:spPr/>
        <p:txBody>
          <a:bodyPr/>
          <a:lstStyle/>
          <a:p>
            <a:r>
              <a:rPr lang="en-GB" dirty="0"/>
              <a:t>One Approach: Thematic Coding (cf. Hopf et al 1995):</a:t>
            </a:r>
          </a:p>
        </p:txBody>
      </p:sp>
      <p:sp>
        <p:nvSpPr>
          <p:cNvPr id="4" name="Inhaltsplatzhalter 3">
            <a:extLst>
              <a:ext uri="{FF2B5EF4-FFF2-40B4-BE49-F238E27FC236}">
                <a16:creationId xmlns:a16="http://schemas.microsoft.com/office/drawing/2014/main" id="{7579B78B-9999-735E-83FD-75A5AAB028F9}"/>
              </a:ext>
            </a:extLst>
          </p:cNvPr>
          <p:cNvSpPr>
            <a:spLocks noGrp="1"/>
          </p:cNvSpPr>
          <p:nvPr>
            <p:ph idx="1"/>
          </p:nvPr>
        </p:nvSpPr>
        <p:spPr/>
        <p:txBody>
          <a:bodyPr anchor="ctr">
            <a:normAutofit/>
          </a:bodyPr>
          <a:lstStyle/>
          <a:p>
            <a:pPr>
              <a:buFont typeface="+mj-lt"/>
              <a:buAutoNum type="arabicPeriod" startAt="3"/>
            </a:pPr>
            <a:r>
              <a:rPr lang="de-AT" b="1" dirty="0"/>
              <a:t>Coding </a:t>
            </a:r>
            <a:r>
              <a:rPr lang="de-AT" b="1" dirty="0" err="1"/>
              <a:t>the</a:t>
            </a:r>
            <a:r>
              <a:rPr lang="de-AT" b="1" dirty="0"/>
              <a:t> material:</a:t>
            </a:r>
          </a:p>
          <a:p>
            <a:pPr lvl="1"/>
            <a:r>
              <a:rPr lang="en-US" dirty="0"/>
              <a:t>Using the coding guide: </a:t>
            </a:r>
            <a:br>
              <a:rPr lang="en-US" dirty="0"/>
            </a:br>
            <a:r>
              <a:rPr lang="en-US" dirty="0"/>
              <a:t>Mark passages with explicit or implicit statements about categories of interest (= code them)</a:t>
            </a:r>
          </a:p>
          <a:p>
            <a:pPr lvl="1"/>
            <a:endParaRPr lang="de-AT" dirty="0"/>
          </a:p>
          <a:p>
            <a:pPr>
              <a:buFont typeface="+mj-lt"/>
              <a:buAutoNum type="arabicPeriod" startAt="3"/>
            </a:pPr>
            <a:r>
              <a:rPr lang="de-AT" b="1" dirty="0"/>
              <a:t>Quant. Material </a:t>
            </a:r>
            <a:r>
              <a:rPr lang="de-AT" b="1" dirty="0" err="1"/>
              <a:t>overview</a:t>
            </a:r>
            <a:r>
              <a:rPr lang="de-AT" b="1" dirty="0"/>
              <a:t>:</a:t>
            </a:r>
          </a:p>
          <a:p>
            <a:pPr marL="342900" lvl="1" indent="0">
              <a:buNone/>
            </a:pPr>
            <a:r>
              <a:rPr lang="en-US" dirty="0">
                <a:solidFill>
                  <a:srgbClr val="E37823"/>
                </a:solidFill>
              </a:rPr>
              <a:t>→ usually only useful for multiple interviews</a:t>
            </a:r>
            <a:endParaRPr lang="de-AT" dirty="0">
              <a:solidFill>
                <a:srgbClr val="E37823"/>
              </a:solidFill>
            </a:endParaRPr>
          </a:p>
          <a:p>
            <a:pPr lvl="1"/>
            <a:r>
              <a:rPr lang="en-US" dirty="0"/>
              <a:t>Overview of respondents and their characteristic constellations</a:t>
            </a:r>
            <a:endParaRPr lang="de-AT" dirty="0"/>
          </a:p>
          <a:p>
            <a:pPr marL="342900" lvl="1" indent="0">
              <a:buNone/>
            </a:pPr>
            <a:r>
              <a:rPr lang="de-AT" dirty="0"/>
              <a:t>      👉 Inspiration </a:t>
            </a:r>
            <a:r>
              <a:rPr lang="de-AT" dirty="0" err="1"/>
              <a:t>for</a:t>
            </a:r>
            <a:r>
              <a:rPr lang="de-AT" dirty="0"/>
              <a:t> Interpretation &amp; </a:t>
            </a:r>
            <a:r>
              <a:rPr lang="de-AT" dirty="0" err="1"/>
              <a:t>theory</a:t>
            </a:r>
            <a:r>
              <a:rPr lang="de-AT" dirty="0"/>
              <a:t> </a:t>
            </a:r>
            <a:r>
              <a:rPr lang="de-AT" dirty="0" err="1"/>
              <a:t>formation</a:t>
            </a:r>
            <a:endParaRPr lang="de-AT" dirty="0"/>
          </a:p>
        </p:txBody>
      </p:sp>
      <p:sp>
        <p:nvSpPr>
          <p:cNvPr id="5" name="Datumsplatzhalter 4">
            <a:extLst>
              <a:ext uri="{FF2B5EF4-FFF2-40B4-BE49-F238E27FC236}">
                <a16:creationId xmlns:a16="http://schemas.microsoft.com/office/drawing/2014/main" id="{DB6C5078-B13E-4FA9-391E-4F24A8106863}"/>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31D0022A-92D5-5043-65A0-808823F05347}"/>
              </a:ext>
            </a:extLst>
          </p:cNvPr>
          <p:cNvSpPr>
            <a:spLocks noGrp="1"/>
          </p:cNvSpPr>
          <p:nvPr>
            <p:ph type="ftr" sz="quarter" idx="11"/>
          </p:nvPr>
        </p:nvSpPr>
        <p:spPr/>
        <p:txBody>
          <a:bodyPr/>
          <a:lstStyle/>
          <a:p>
            <a:r>
              <a:rPr lang="en-GB"/>
              <a:t>KMH | IL Scientific Method</a:t>
            </a:r>
            <a:endParaRPr lang="en-GB" dirty="0"/>
          </a:p>
        </p:txBody>
      </p:sp>
    </p:spTree>
    <p:extLst>
      <p:ext uri="{BB962C8B-B14F-4D97-AF65-F5344CB8AC3E}">
        <p14:creationId xmlns:p14="http://schemas.microsoft.com/office/powerpoint/2010/main" val="12586758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09B695A-F216-A790-E183-8D9A420069DC}"/>
              </a:ext>
            </a:extLst>
          </p:cNvPr>
          <p:cNvSpPr>
            <a:spLocks noGrp="1"/>
          </p:cNvSpPr>
          <p:nvPr>
            <p:ph type="sldNum" sz="quarter" idx="12"/>
          </p:nvPr>
        </p:nvSpPr>
        <p:spPr/>
        <p:txBody>
          <a:bodyPr/>
          <a:lstStyle/>
          <a:p>
            <a:fld id="{D836C0FE-70CA-4950-82D6-CF602CC2B770}" type="slidenum">
              <a:rPr lang="en-GB" smtClean="0"/>
              <a:t>66</a:t>
            </a:fld>
            <a:endParaRPr lang="en-GB" dirty="0"/>
          </a:p>
        </p:txBody>
      </p:sp>
      <p:sp>
        <p:nvSpPr>
          <p:cNvPr id="3" name="Titel 2">
            <a:extLst>
              <a:ext uri="{FF2B5EF4-FFF2-40B4-BE49-F238E27FC236}">
                <a16:creationId xmlns:a16="http://schemas.microsoft.com/office/drawing/2014/main" id="{03E44DB5-C2C7-052C-7B6F-2C2727B53513}"/>
              </a:ext>
            </a:extLst>
          </p:cNvPr>
          <p:cNvSpPr>
            <a:spLocks noGrp="1"/>
          </p:cNvSpPr>
          <p:nvPr>
            <p:ph type="title"/>
          </p:nvPr>
        </p:nvSpPr>
        <p:spPr>
          <a:xfrm>
            <a:off x="695326" y="476672"/>
            <a:ext cx="9589105" cy="792000"/>
          </a:xfrm>
        </p:spPr>
        <p:txBody>
          <a:bodyPr/>
          <a:lstStyle/>
          <a:p>
            <a:r>
              <a:rPr lang="en-GB" dirty="0"/>
              <a:t>8) Qualitative Content Analysis: An Example</a:t>
            </a:r>
          </a:p>
        </p:txBody>
      </p:sp>
      <p:sp>
        <p:nvSpPr>
          <p:cNvPr id="5" name="Datumsplatzhalter 4">
            <a:extLst>
              <a:ext uri="{FF2B5EF4-FFF2-40B4-BE49-F238E27FC236}">
                <a16:creationId xmlns:a16="http://schemas.microsoft.com/office/drawing/2014/main" id="{CD395DAA-B825-A537-25F3-C89489467BED}"/>
              </a:ext>
            </a:extLst>
          </p:cNvPr>
          <p:cNvSpPr>
            <a:spLocks noGrp="1"/>
          </p:cNvSpPr>
          <p:nvPr>
            <p:ph type="dt" sz="half" idx="10"/>
          </p:nvPr>
        </p:nvSpPr>
        <p:spPr/>
        <p:txBody>
          <a:bodyPr/>
          <a:lstStyle/>
          <a:p>
            <a:r>
              <a:rPr lang="en-GB" dirty="0"/>
              <a:t>(Grüneis et al. 2018)</a:t>
            </a:r>
          </a:p>
        </p:txBody>
      </p:sp>
      <p:sp>
        <p:nvSpPr>
          <p:cNvPr id="6" name="Fußzeilenplatzhalter 5">
            <a:extLst>
              <a:ext uri="{FF2B5EF4-FFF2-40B4-BE49-F238E27FC236}">
                <a16:creationId xmlns:a16="http://schemas.microsoft.com/office/drawing/2014/main" id="{B596263E-9DE3-3F03-8E0B-7376934C9449}"/>
              </a:ext>
            </a:extLst>
          </p:cNvPr>
          <p:cNvSpPr>
            <a:spLocks noGrp="1"/>
          </p:cNvSpPr>
          <p:nvPr>
            <p:ph type="ftr" sz="quarter" idx="11"/>
          </p:nvPr>
        </p:nvSpPr>
        <p:spPr/>
        <p:txBody>
          <a:bodyPr/>
          <a:lstStyle/>
          <a:p>
            <a:r>
              <a:rPr lang="en-GB" dirty="0"/>
              <a:t>KMH | IL Scientific Method</a:t>
            </a:r>
          </a:p>
        </p:txBody>
      </p:sp>
      <p:pic>
        <p:nvPicPr>
          <p:cNvPr id="9" name="Grafik 8">
            <a:extLst>
              <a:ext uri="{FF2B5EF4-FFF2-40B4-BE49-F238E27FC236}">
                <a16:creationId xmlns:a16="http://schemas.microsoft.com/office/drawing/2014/main" id="{06A8EFA6-3E0A-519B-1954-84CAB3A8274C}"/>
              </a:ext>
            </a:extLst>
          </p:cNvPr>
          <p:cNvPicPr>
            <a:picLocks noChangeAspect="1"/>
          </p:cNvPicPr>
          <p:nvPr/>
        </p:nvPicPr>
        <p:blipFill>
          <a:blip r:embed="rId2"/>
          <a:stretch>
            <a:fillRect/>
          </a:stretch>
        </p:blipFill>
        <p:spPr>
          <a:xfrm rot="385109">
            <a:off x="2670824" y="1673065"/>
            <a:ext cx="6003926" cy="8002019"/>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231877651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F40EC-B685-22E0-0AA4-787A31CC2E31}"/>
            </a:ext>
          </a:extLst>
        </p:cNvPr>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C393DA6C-1565-307B-F5C1-3FF9BFDB4161}"/>
              </a:ext>
            </a:extLst>
          </p:cNvPr>
          <p:cNvSpPr>
            <a:spLocks noGrp="1"/>
          </p:cNvSpPr>
          <p:nvPr>
            <p:ph type="sldNum" sz="quarter" idx="12"/>
          </p:nvPr>
        </p:nvSpPr>
        <p:spPr/>
        <p:txBody>
          <a:bodyPr/>
          <a:lstStyle/>
          <a:p>
            <a:fld id="{D836C0FE-70CA-4950-82D6-CF602CC2B770}" type="slidenum">
              <a:rPr lang="en-GB" smtClean="0"/>
              <a:t>67</a:t>
            </a:fld>
            <a:endParaRPr lang="en-GB" dirty="0"/>
          </a:p>
        </p:txBody>
      </p:sp>
      <p:sp>
        <p:nvSpPr>
          <p:cNvPr id="3" name="Titel 2">
            <a:extLst>
              <a:ext uri="{FF2B5EF4-FFF2-40B4-BE49-F238E27FC236}">
                <a16:creationId xmlns:a16="http://schemas.microsoft.com/office/drawing/2014/main" id="{2FEC8310-8F65-3787-92DC-2DE3B8E05A33}"/>
              </a:ext>
            </a:extLst>
          </p:cNvPr>
          <p:cNvSpPr>
            <a:spLocks noGrp="1"/>
          </p:cNvSpPr>
          <p:nvPr>
            <p:ph type="title"/>
          </p:nvPr>
        </p:nvSpPr>
        <p:spPr>
          <a:xfrm>
            <a:off x="695326" y="476672"/>
            <a:ext cx="9007474" cy="792000"/>
          </a:xfrm>
        </p:spPr>
        <p:txBody>
          <a:bodyPr/>
          <a:lstStyle/>
          <a:p>
            <a:r>
              <a:rPr lang="en-GB" dirty="0"/>
              <a:t>8) Qualitative Content Analysis: An Example</a:t>
            </a:r>
          </a:p>
        </p:txBody>
      </p:sp>
      <p:sp>
        <p:nvSpPr>
          <p:cNvPr id="5" name="Datumsplatzhalter 4">
            <a:extLst>
              <a:ext uri="{FF2B5EF4-FFF2-40B4-BE49-F238E27FC236}">
                <a16:creationId xmlns:a16="http://schemas.microsoft.com/office/drawing/2014/main" id="{DA701E49-BDBE-69C4-3A89-2D332DE5372F}"/>
              </a:ext>
            </a:extLst>
          </p:cNvPr>
          <p:cNvSpPr>
            <a:spLocks noGrp="1"/>
          </p:cNvSpPr>
          <p:nvPr>
            <p:ph type="dt" sz="half" idx="10"/>
          </p:nvPr>
        </p:nvSpPr>
        <p:spPr/>
        <p:txBody>
          <a:bodyPr/>
          <a:lstStyle/>
          <a:p>
            <a:r>
              <a:rPr lang="en-GB"/>
              <a:t>(Grüneis et al. 2018:390)</a:t>
            </a:r>
            <a:endParaRPr lang="en-GB" dirty="0"/>
          </a:p>
        </p:txBody>
      </p:sp>
      <p:sp>
        <p:nvSpPr>
          <p:cNvPr id="6" name="Fußzeilenplatzhalter 5">
            <a:extLst>
              <a:ext uri="{FF2B5EF4-FFF2-40B4-BE49-F238E27FC236}">
                <a16:creationId xmlns:a16="http://schemas.microsoft.com/office/drawing/2014/main" id="{045B12FC-A102-F402-F36A-A78C12F12CF4}"/>
              </a:ext>
            </a:extLst>
          </p:cNvPr>
          <p:cNvSpPr>
            <a:spLocks noGrp="1"/>
          </p:cNvSpPr>
          <p:nvPr>
            <p:ph type="ftr" sz="quarter" idx="11"/>
          </p:nvPr>
        </p:nvSpPr>
        <p:spPr/>
        <p:txBody>
          <a:bodyPr/>
          <a:lstStyle/>
          <a:p>
            <a:r>
              <a:rPr lang="en-GB" dirty="0"/>
              <a:t>KMH | IL Scientific Method</a:t>
            </a:r>
          </a:p>
        </p:txBody>
      </p:sp>
      <p:pic>
        <p:nvPicPr>
          <p:cNvPr id="9" name="Inhaltsplatzhalter 8">
            <a:extLst>
              <a:ext uri="{FF2B5EF4-FFF2-40B4-BE49-F238E27FC236}">
                <a16:creationId xmlns:a16="http://schemas.microsoft.com/office/drawing/2014/main" id="{53B5C056-C877-019D-96C2-38C85F137E39}"/>
              </a:ext>
            </a:extLst>
          </p:cNvPr>
          <p:cNvPicPr>
            <a:picLocks noGrp="1" noChangeAspect="1"/>
          </p:cNvPicPr>
          <p:nvPr>
            <p:ph idx="1"/>
          </p:nvPr>
        </p:nvPicPr>
        <p:blipFill>
          <a:blip r:embed="rId3"/>
          <a:stretch>
            <a:fillRect/>
          </a:stretch>
        </p:blipFill>
        <p:spPr bwMode="gray">
          <a:xfrm>
            <a:off x="695325" y="2677125"/>
            <a:ext cx="10801350" cy="3177571"/>
          </a:xfrm>
          <a:prstGeom prst="rect">
            <a:avLst/>
          </a:prstGeom>
        </p:spPr>
      </p:pic>
      <p:sp>
        <p:nvSpPr>
          <p:cNvPr id="10" name="Rechteck: abgerundete Ecken 9">
            <a:extLst>
              <a:ext uri="{FF2B5EF4-FFF2-40B4-BE49-F238E27FC236}">
                <a16:creationId xmlns:a16="http://schemas.microsoft.com/office/drawing/2014/main" id="{E4B652F3-5564-EDEC-B347-D2115E8D5296}"/>
              </a:ext>
            </a:extLst>
          </p:cNvPr>
          <p:cNvSpPr/>
          <p:nvPr/>
        </p:nvSpPr>
        <p:spPr>
          <a:xfrm>
            <a:off x="695324" y="2484642"/>
            <a:ext cx="1668010" cy="3549108"/>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lnSpc>
                <a:spcPct val="120000"/>
              </a:lnSpc>
            </a:pPr>
            <a:endParaRPr lang="en-GB" sz="1600">
              <a:solidFill>
                <a:schemeClr val="tx1"/>
              </a:solidFill>
            </a:endParaRPr>
          </a:p>
        </p:txBody>
      </p:sp>
      <p:sp>
        <p:nvSpPr>
          <p:cNvPr id="13" name="Textfeld 12">
            <a:extLst>
              <a:ext uri="{FF2B5EF4-FFF2-40B4-BE49-F238E27FC236}">
                <a16:creationId xmlns:a16="http://schemas.microsoft.com/office/drawing/2014/main" id="{4692AFAE-BCD5-2320-F319-AE9FCD228635}"/>
              </a:ext>
            </a:extLst>
          </p:cNvPr>
          <p:cNvSpPr txBox="1"/>
          <p:nvPr/>
        </p:nvSpPr>
        <p:spPr>
          <a:xfrm>
            <a:off x="576262" y="1371452"/>
            <a:ext cx="1793876" cy="1083374"/>
          </a:xfrm>
          <a:prstGeom prst="rect">
            <a:avLst/>
          </a:prstGeom>
          <a:noFill/>
        </p:spPr>
        <p:txBody>
          <a:bodyPr wrap="square" lIns="0" tIns="0" rIns="0" bIns="0" rtlCol="0">
            <a:spAutoFit/>
          </a:bodyPr>
          <a:lstStyle/>
          <a:p>
            <a:pPr algn="ctr">
              <a:lnSpc>
                <a:spcPct val="120000"/>
              </a:lnSpc>
              <a:spcBef>
                <a:spcPts val="800"/>
              </a:spcBef>
            </a:pPr>
            <a:r>
              <a:rPr lang="en-GB" sz="2000" b="1" dirty="0">
                <a:solidFill>
                  <a:srgbClr val="FF9E1B"/>
                </a:solidFill>
              </a:rPr>
              <a:t>Deductive: </a:t>
            </a:r>
            <a:br>
              <a:rPr lang="en-GB" sz="2000" b="1" dirty="0"/>
            </a:br>
            <a:r>
              <a:rPr lang="en-GB" sz="2000" b="1" dirty="0"/>
              <a:t>from literature review</a:t>
            </a:r>
          </a:p>
        </p:txBody>
      </p:sp>
      <p:sp>
        <p:nvSpPr>
          <p:cNvPr id="14" name="Geschweifte Klammer rechts 13">
            <a:extLst>
              <a:ext uri="{FF2B5EF4-FFF2-40B4-BE49-F238E27FC236}">
                <a16:creationId xmlns:a16="http://schemas.microsoft.com/office/drawing/2014/main" id="{2D401943-2B02-3900-10A9-E56777F9704A}"/>
              </a:ext>
            </a:extLst>
          </p:cNvPr>
          <p:cNvSpPr/>
          <p:nvPr/>
        </p:nvSpPr>
        <p:spPr>
          <a:xfrm rot="16200000">
            <a:off x="6634131" y="-1802227"/>
            <a:ext cx="591747" cy="8567916"/>
          </a:xfrm>
          <a:prstGeom prst="rightBrace">
            <a:avLst>
              <a:gd name="adj1" fmla="val 72509"/>
              <a:gd name="adj2" fmla="val 50000"/>
            </a:avLst>
          </a:prstGeom>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15" name="Textfeld 14">
            <a:extLst>
              <a:ext uri="{FF2B5EF4-FFF2-40B4-BE49-F238E27FC236}">
                <a16:creationId xmlns:a16="http://schemas.microsoft.com/office/drawing/2014/main" id="{098D856E-2B97-A11F-773B-3AC479F67693}"/>
              </a:ext>
            </a:extLst>
          </p:cNvPr>
          <p:cNvSpPr txBox="1"/>
          <p:nvPr/>
        </p:nvSpPr>
        <p:spPr>
          <a:xfrm>
            <a:off x="4953837" y="1391548"/>
            <a:ext cx="4041952" cy="714042"/>
          </a:xfrm>
          <a:prstGeom prst="rect">
            <a:avLst/>
          </a:prstGeom>
          <a:noFill/>
        </p:spPr>
        <p:txBody>
          <a:bodyPr wrap="square" lIns="0" tIns="0" rIns="0" bIns="0" rtlCol="0">
            <a:spAutoFit/>
          </a:bodyPr>
          <a:lstStyle/>
          <a:p>
            <a:pPr algn="ctr">
              <a:lnSpc>
                <a:spcPct val="120000"/>
              </a:lnSpc>
              <a:spcBef>
                <a:spcPts val="800"/>
              </a:spcBef>
            </a:pPr>
            <a:r>
              <a:rPr lang="en-GB" sz="2000" b="1" dirty="0">
                <a:solidFill>
                  <a:srgbClr val="FF9E1B"/>
                </a:solidFill>
              </a:rPr>
              <a:t>Inductive: </a:t>
            </a:r>
            <a:br>
              <a:rPr lang="en-GB" sz="2000" b="1" dirty="0">
                <a:solidFill>
                  <a:srgbClr val="FF9E1B"/>
                </a:solidFill>
              </a:rPr>
            </a:br>
            <a:r>
              <a:rPr lang="en-GB" sz="2000" b="1" dirty="0"/>
              <a:t>from interviews &amp; materials</a:t>
            </a:r>
          </a:p>
        </p:txBody>
      </p:sp>
    </p:spTree>
    <p:extLst>
      <p:ext uri="{BB962C8B-B14F-4D97-AF65-F5344CB8AC3E}">
        <p14:creationId xmlns:p14="http://schemas.microsoft.com/office/powerpoint/2010/main" val="42095456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09B695A-F216-A790-E183-8D9A420069DC}"/>
              </a:ext>
            </a:extLst>
          </p:cNvPr>
          <p:cNvSpPr>
            <a:spLocks noGrp="1"/>
          </p:cNvSpPr>
          <p:nvPr>
            <p:ph type="sldNum" sz="quarter" idx="12"/>
          </p:nvPr>
        </p:nvSpPr>
        <p:spPr/>
        <p:txBody>
          <a:bodyPr/>
          <a:lstStyle/>
          <a:p>
            <a:fld id="{D836C0FE-70CA-4950-82D6-CF602CC2B770}" type="slidenum">
              <a:rPr lang="en-GB" smtClean="0"/>
              <a:t>68</a:t>
            </a:fld>
            <a:endParaRPr lang="en-GB" dirty="0"/>
          </a:p>
        </p:txBody>
      </p:sp>
      <p:sp>
        <p:nvSpPr>
          <p:cNvPr id="3" name="Titel 2">
            <a:extLst>
              <a:ext uri="{FF2B5EF4-FFF2-40B4-BE49-F238E27FC236}">
                <a16:creationId xmlns:a16="http://schemas.microsoft.com/office/drawing/2014/main" id="{03E44DB5-C2C7-052C-7B6F-2C2727B53513}"/>
              </a:ext>
            </a:extLst>
          </p:cNvPr>
          <p:cNvSpPr>
            <a:spLocks noGrp="1"/>
          </p:cNvSpPr>
          <p:nvPr>
            <p:ph type="title"/>
          </p:nvPr>
        </p:nvSpPr>
        <p:spPr>
          <a:xfrm>
            <a:off x="695326" y="476672"/>
            <a:ext cx="9007474" cy="792000"/>
          </a:xfrm>
        </p:spPr>
        <p:txBody>
          <a:bodyPr/>
          <a:lstStyle/>
          <a:p>
            <a:r>
              <a:rPr lang="en-GB" dirty="0"/>
              <a:t>8) Qualitative Content Analysis: An Example</a:t>
            </a:r>
          </a:p>
        </p:txBody>
      </p:sp>
      <p:sp>
        <p:nvSpPr>
          <p:cNvPr id="5" name="Datumsplatzhalter 4">
            <a:extLst>
              <a:ext uri="{FF2B5EF4-FFF2-40B4-BE49-F238E27FC236}">
                <a16:creationId xmlns:a16="http://schemas.microsoft.com/office/drawing/2014/main" id="{CD395DAA-B825-A537-25F3-C89489467BED}"/>
              </a:ext>
            </a:extLst>
          </p:cNvPr>
          <p:cNvSpPr>
            <a:spLocks noGrp="1"/>
          </p:cNvSpPr>
          <p:nvPr>
            <p:ph type="dt" sz="half" idx="10"/>
          </p:nvPr>
        </p:nvSpPr>
        <p:spPr/>
        <p:txBody>
          <a:bodyPr/>
          <a:lstStyle/>
          <a:p>
            <a:r>
              <a:rPr lang="en-GB" dirty="0"/>
              <a:t>(Grüneis et al. 2018)</a:t>
            </a:r>
          </a:p>
        </p:txBody>
      </p:sp>
      <p:sp>
        <p:nvSpPr>
          <p:cNvPr id="6" name="Fußzeilenplatzhalter 5">
            <a:extLst>
              <a:ext uri="{FF2B5EF4-FFF2-40B4-BE49-F238E27FC236}">
                <a16:creationId xmlns:a16="http://schemas.microsoft.com/office/drawing/2014/main" id="{B596263E-9DE3-3F03-8E0B-7376934C9449}"/>
              </a:ext>
            </a:extLst>
          </p:cNvPr>
          <p:cNvSpPr>
            <a:spLocks noGrp="1"/>
          </p:cNvSpPr>
          <p:nvPr>
            <p:ph type="ftr" sz="quarter" idx="11"/>
          </p:nvPr>
        </p:nvSpPr>
        <p:spPr/>
        <p:txBody>
          <a:bodyPr/>
          <a:lstStyle/>
          <a:p>
            <a:r>
              <a:rPr lang="en-GB" dirty="0"/>
              <a:t>KMH | IL Scientific Method</a:t>
            </a:r>
          </a:p>
        </p:txBody>
      </p:sp>
      <p:pic>
        <p:nvPicPr>
          <p:cNvPr id="11" name="Inhaltsplatzhalter 10">
            <a:extLst>
              <a:ext uri="{FF2B5EF4-FFF2-40B4-BE49-F238E27FC236}">
                <a16:creationId xmlns:a16="http://schemas.microsoft.com/office/drawing/2014/main" id="{B940B433-F82A-7B9A-D23E-974323C34591}"/>
              </a:ext>
            </a:extLst>
          </p:cNvPr>
          <p:cNvPicPr>
            <a:picLocks noGrp="1" noChangeAspect="1"/>
          </p:cNvPicPr>
          <p:nvPr>
            <p:ph idx="1"/>
          </p:nvPr>
        </p:nvPicPr>
        <p:blipFill>
          <a:blip r:embed="rId3"/>
          <a:stretch>
            <a:fillRect/>
          </a:stretch>
        </p:blipFill>
        <p:spPr>
          <a:xfrm>
            <a:off x="376823" y="1836638"/>
            <a:ext cx="5788669" cy="3746063"/>
          </a:xfrm>
        </p:spPr>
      </p:pic>
      <p:pic>
        <p:nvPicPr>
          <p:cNvPr id="12" name="Picture 11">
            <a:hlinkClick r:id="rId4"/>
            <a:extLst>
              <a:ext uri="{FF2B5EF4-FFF2-40B4-BE49-F238E27FC236}">
                <a16:creationId xmlns:a16="http://schemas.microsoft.com/office/drawing/2014/main" id="{0767B402-A0F4-C4CE-401A-8992C1F5CC75}"/>
              </a:ext>
            </a:extLst>
          </p:cNvPr>
          <p:cNvPicPr>
            <a:picLocks noChangeAspect="1"/>
          </p:cNvPicPr>
          <p:nvPr/>
        </p:nvPicPr>
        <p:blipFill>
          <a:blip r:embed="rId5">
            <a:extLst>
              <a:ext uri="{28A0092B-C50C-407E-A947-70E740481C1C}">
                <a14:useLocalDpi xmlns:a14="http://schemas.microsoft.com/office/drawing/2010/main" val="0"/>
              </a:ext>
            </a:extLst>
          </a:blip>
          <a:srcRect l="23405"/>
          <a:stretch/>
        </p:blipFill>
        <p:spPr bwMode="auto">
          <a:xfrm>
            <a:off x="6154216" y="1836638"/>
            <a:ext cx="5578870" cy="3746063"/>
          </a:xfrm>
          <a:prstGeom prst="rect">
            <a:avLst/>
          </a:prstGeom>
          <a:noFill/>
          <a:ln>
            <a:noFill/>
          </a:ln>
        </p:spPr>
      </p:pic>
    </p:spTree>
    <p:extLst>
      <p:ext uri="{BB962C8B-B14F-4D97-AF65-F5344CB8AC3E}">
        <p14:creationId xmlns:p14="http://schemas.microsoft.com/office/powerpoint/2010/main" val="57421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09B695A-F216-A790-E183-8D9A420069DC}"/>
              </a:ext>
            </a:extLst>
          </p:cNvPr>
          <p:cNvSpPr>
            <a:spLocks noGrp="1"/>
          </p:cNvSpPr>
          <p:nvPr>
            <p:ph type="sldNum" sz="quarter" idx="12"/>
          </p:nvPr>
        </p:nvSpPr>
        <p:spPr/>
        <p:txBody>
          <a:bodyPr/>
          <a:lstStyle/>
          <a:p>
            <a:fld id="{D836C0FE-70CA-4950-82D6-CF602CC2B770}" type="slidenum">
              <a:rPr lang="en-GB" smtClean="0"/>
              <a:t>69</a:t>
            </a:fld>
            <a:endParaRPr lang="en-GB" dirty="0"/>
          </a:p>
        </p:txBody>
      </p:sp>
      <p:sp>
        <p:nvSpPr>
          <p:cNvPr id="3" name="Titel 2">
            <a:extLst>
              <a:ext uri="{FF2B5EF4-FFF2-40B4-BE49-F238E27FC236}">
                <a16:creationId xmlns:a16="http://schemas.microsoft.com/office/drawing/2014/main" id="{03E44DB5-C2C7-052C-7B6F-2C2727B53513}"/>
              </a:ext>
            </a:extLst>
          </p:cNvPr>
          <p:cNvSpPr>
            <a:spLocks noGrp="1"/>
          </p:cNvSpPr>
          <p:nvPr>
            <p:ph type="title"/>
          </p:nvPr>
        </p:nvSpPr>
        <p:spPr>
          <a:xfrm>
            <a:off x="695326" y="476672"/>
            <a:ext cx="9589105" cy="792000"/>
          </a:xfrm>
        </p:spPr>
        <p:txBody>
          <a:bodyPr/>
          <a:lstStyle/>
          <a:p>
            <a:r>
              <a:rPr lang="en-GB" dirty="0"/>
              <a:t>8) From Qualitative Content Analysis to Triangulation:</a:t>
            </a:r>
            <a:br>
              <a:rPr lang="en-GB" dirty="0"/>
            </a:br>
            <a:r>
              <a:rPr lang="en-GB" dirty="0"/>
              <a:t>Combining Qualitative and Quantitative </a:t>
            </a:r>
            <a:r>
              <a:rPr lang="en-GB" dirty="0" err="1"/>
              <a:t>Analyis</a:t>
            </a:r>
            <a:endParaRPr lang="en-GB" dirty="0"/>
          </a:p>
        </p:txBody>
      </p:sp>
      <p:sp>
        <p:nvSpPr>
          <p:cNvPr id="5" name="Datumsplatzhalter 4">
            <a:extLst>
              <a:ext uri="{FF2B5EF4-FFF2-40B4-BE49-F238E27FC236}">
                <a16:creationId xmlns:a16="http://schemas.microsoft.com/office/drawing/2014/main" id="{CD395DAA-B825-A537-25F3-C89489467BED}"/>
              </a:ext>
            </a:extLst>
          </p:cNvPr>
          <p:cNvSpPr>
            <a:spLocks noGrp="1"/>
          </p:cNvSpPr>
          <p:nvPr>
            <p:ph type="dt" sz="half" idx="10"/>
          </p:nvPr>
        </p:nvSpPr>
        <p:spPr/>
        <p:txBody>
          <a:bodyPr/>
          <a:lstStyle/>
          <a:p>
            <a:r>
              <a:rPr lang="en-GB" dirty="0"/>
              <a:t>(Grüneis et al. 2018)</a:t>
            </a:r>
          </a:p>
        </p:txBody>
      </p:sp>
      <p:sp>
        <p:nvSpPr>
          <p:cNvPr id="6" name="Fußzeilenplatzhalter 5">
            <a:extLst>
              <a:ext uri="{FF2B5EF4-FFF2-40B4-BE49-F238E27FC236}">
                <a16:creationId xmlns:a16="http://schemas.microsoft.com/office/drawing/2014/main" id="{B596263E-9DE3-3F03-8E0B-7376934C9449}"/>
              </a:ext>
            </a:extLst>
          </p:cNvPr>
          <p:cNvSpPr>
            <a:spLocks noGrp="1"/>
          </p:cNvSpPr>
          <p:nvPr>
            <p:ph type="ftr" sz="quarter" idx="11"/>
          </p:nvPr>
        </p:nvSpPr>
        <p:spPr/>
        <p:txBody>
          <a:bodyPr/>
          <a:lstStyle/>
          <a:p>
            <a:r>
              <a:rPr lang="en-GB" dirty="0"/>
              <a:t>KMH | IL Scientific Method</a:t>
            </a:r>
          </a:p>
        </p:txBody>
      </p:sp>
      <p:pic>
        <p:nvPicPr>
          <p:cNvPr id="1026" name="Picture 2" descr="Fig. 2">
            <a:hlinkClick r:id="rId2"/>
            <a:extLst>
              <a:ext uri="{FF2B5EF4-FFF2-40B4-BE49-F238E27FC236}">
                <a16:creationId xmlns:a16="http://schemas.microsoft.com/office/drawing/2014/main" id="{47581717-0A36-C079-8BC2-8C2AF22A5FE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356100" y="1456252"/>
            <a:ext cx="7382704" cy="4522552"/>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8">
            <a:extLst>
              <a:ext uri="{FF2B5EF4-FFF2-40B4-BE49-F238E27FC236}">
                <a16:creationId xmlns:a16="http://schemas.microsoft.com/office/drawing/2014/main" id="{06A8EFA6-3E0A-519B-1954-84CAB3A8274C}"/>
              </a:ext>
            </a:extLst>
          </p:cNvPr>
          <p:cNvPicPr>
            <a:picLocks noChangeAspect="1"/>
          </p:cNvPicPr>
          <p:nvPr/>
        </p:nvPicPr>
        <p:blipFill>
          <a:blip r:embed="rId4"/>
          <a:stretch>
            <a:fillRect/>
          </a:stretch>
        </p:blipFill>
        <p:spPr>
          <a:xfrm>
            <a:off x="336761" y="1741328"/>
            <a:ext cx="3120358" cy="4158806"/>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41797390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0BAC2E-C054-1634-FE3B-9391A236DA99}"/>
              </a:ext>
            </a:extLst>
          </p:cNvPr>
          <p:cNvSpPr>
            <a:spLocks noGrp="1"/>
          </p:cNvSpPr>
          <p:nvPr>
            <p:ph type="title"/>
          </p:nvPr>
        </p:nvSpPr>
        <p:spPr>
          <a:effectLst/>
        </p:spPr>
        <p:txBody>
          <a:bodyPr/>
          <a:lstStyle/>
          <a:p>
            <a:r>
              <a:rPr lang="en-GB" dirty="0"/>
              <a:t>Wrap it up</a:t>
            </a:r>
          </a:p>
        </p:txBody>
      </p:sp>
    </p:spTree>
    <p:extLst>
      <p:ext uri="{BB962C8B-B14F-4D97-AF65-F5344CB8AC3E}">
        <p14:creationId xmlns:p14="http://schemas.microsoft.com/office/powerpoint/2010/main" val="12109083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2C2D906F-6948-6104-17B8-FECEABE3062E}"/>
              </a:ext>
            </a:extLst>
          </p:cNvPr>
          <p:cNvSpPr>
            <a:spLocks noGrp="1"/>
          </p:cNvSpPr>
          <p:nvPr>
            <p:ph type="sldNum" sz="quarter" idx="12"/>
          </p:nvPr>
        </p:nvSpPr>
        <p:spPr/>
        <p:txBody>
          <a:bodyPr/>
          <a:lstStyle/>
          <a:p>
            <a:fld id="{D836C0FE-70CA-4950-82D6-CF602CC2B770}" type="slidenum">
              <a:rPr lang="en-GB" smtClean="0"/>
              <a:t>71</a:t>
            </a:fld>
            <a:endParaRPr lang="en-GB" dirty="0"/>
          </a:p>
        </p:txBody>
      </p:sp>
      <p:sp>
        <p:nvSpPr>
          <p:cNvPr id="3" name="Titel 2">
            <a:extLst>
              <a:ext uri="{FF2B5EF4-FFF2-40B4-BE49-F238E27FC236}">
                <a16:creationId xmlns:a16="http://schemas.microsoft.com/office/drawing/2014/main" id="{6A085F34-3923-4C91-4EEA-361AEEA1BF42}"/>
              </a:ext>
            </a:extLst>
          </p:cNvPr>
          <p:cNvSpPr>
            <a:spLocks noGrp="1"/>
          </p:cNvSpPr>
          <p:nvPr>
            <p:ph type="title"/>
          </p:nvPr>
        </p:nvSpPr>
        <p:spPr/>
        <p:txBody>
          <a:bodyPr/>
          <a:lstStyle/>
          <a:p>
            <a:r>
              <a:rPr lang="en-GB" dirty="0"/>
              <a:t>Wrap it up</a:t>
            </a:r>
          </a:p>
        </p:txBody>
      </p:sp>
      <p:sp>
        <p:nvSpPr>
          <p:cNvPr id="8" name="Inhaltsplatzhalter 7">
            <a:extLst>
              <a:ext uri="{FF2B5EF4-FFF2-40B4-BE49-F238E27FC236}">
                <a16:creationId xmlns:a16="http://schemas.microsoft.com/office/drawing/2014/main" id="{D601006A-C499-D90F-4171-C4BB0058CAEF}"/>
              </a:ext>
            </a:extLst>
          </p:cNvPr>
          <p:cNvSpPr>
            <a:spLocks noGrp="1"/>
          </p:cNvSpPr>
          <p:nvPr>
            <p:ph idx="1"/>
          </p:nvPr>
        </p:nvSpPr>
        <p:spPr>
          <a:xfrm>
            <a:off x="695324" y="1181100"/>
            <a:ext cx="10152675" cy="4983165"/>
          </a:xfrm>
        </p:spPr>
        <p:txBody>
          <a:bodyPr>
            <a:normAutofit/>
          </a:bodyPr>
          <a:lstStyle/>
          <a:p>
            <a:pPr algn="l">
              <a:spcAft>
                <a:spcPts val="1500"/>
              </a:spcAft>
            </a:pPr>
            <a:r>
              <a:rPr lang="en-GB" dirty="0">
                <a:solidFill>
                  <a:srgbClr val="3C3C3C"/>
                </a:solidFill>
                <a:latin typeface="Droid Serif"/>
              </a:rPr>
              <a:t>XXX</a:t>
            </a:r>
            <a:endParaRPr lang="en-GB" b="1" i="0" dirty="0">
              <a:solidFill>
                <a:srgbClr val="3C3C3C"/>
              </a:solidFill>
              <a:effectLst/>
              <a:latin typeface="Droid Serif"/>
            </a:endParaRPr>
          </a:p>
        </p:txBody>
      </p:sp>
      <p:sp>
        <p:nvSpPr>
          <p:cNvPr id="6" name="Datumsplatzhalter 5">
            <a:extLst>
              <a:ext uri="{FF2B5EF4-FFF2-40B4-BE49-F238E27FC236}">
                <a16:creationId xmlns:a16="http://schemas.microsoft.com/office/drawing/2014/main" id="{02FBE44D-5970-AF67-D5CE-62ED00F0CD69}"/>
              </a:ext>
            </a:extLst>
          </p:cNvPr>
          <p:cNvSpPr>
            <a:spLocks noGrp="1"/>
          </p:cNvSpPr>
          <p:nvPr>
            <p:ph type="dt" sz="half" idx="10"/>
          </p:nvPr>
        </p:nvSpPr>
        <p:spPr/>
        <p:txBody>
          <a:bodyPr/>
          <a:lstStyle/>
          <a:p>
            <a:endParaRPr lang="en-GB" dirty="0"/>
          </a:p>
        </p:txBody>
      </p:sp>
      <p:sp>
        <p:nvSpPr>
          <p:cNvPr id="7" name="Fußzeilenplatzhalter 6">
            <a:extLst>
              <a:ext uri="{FF2B5EF4-FFF2-40B4-BE49-F238E27FC236}">
                <a16:creationId xmlns:a16="http://schemas.microsoft.com/office/drawing/2014/main" id="{0F32219C-86E4-E177-10BC-9E1E6E03D9A0}"/>
              </a:ext>
            </a:extLst>
          </p:cNvPr>
          <p:cNvSpPr>
            <a:spLocks noGrp="1"/>
          </p:cNvSpPr>
          <p:nvPr>
            <p:ph type="ftr" sz="quarter" idx="11"/>
          </p:nvPr>
        </p:nvSpPr>
        <p:spPr/>
        <p:txBody>
          <a:bodyPr/>
          <a:lstStyle/>
          <a:p>
            <a:r>
              <a:rPr lang="en-GB" dirty="0"/>
              <a:t>KMH | IL Scientific Method</a:t>
            </a:r>
          </a:p>
        </p:txBody>
      </p:sp>
    </p:spTree>
    <p:extLst>
      <p:ext uri="{BB962C8B-B14F-4D97-AF65-F5344CB8AC3E}">
        <p14:creationId xmlns:p14="http://schemas.microsoft.com/office/powerpoint/2010/main" val="7936768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FDF92A6-D54A-B8AC-05DF-C2C7EF0FC2A5}"/>
              </a:ext>
            </a:extLst>
          </p:cNvPr>
          <p:cNvSpPr>
            <a:spLocks noGrp="1"/>
          </p:cNvSpPr>
          <p:nvPr>
            <p:ph type="sldNum" sz="quarter" idx="12"/>
          </p:nvPr>
        </p:nvSpPr>
        <p:spPr/>
        <p:txBody>
          <a:bodyPr/>
          <a:lstStyle/>
          <a:p>
            <a:fld id="{D836C0FE-70CA-4950-82D6-CF602CC2B770}" type="slidenum">
              <a:rPr lang="en-GB" smtClean="0"/>
              <a:t>72</a:t>
            </a:fld>
            <a:endParaRPr lang="en-GB" dirty="0"/>
          </a:p>
        </p:txBody>
      </p:sp>
      <p:sp>
        <p:nvSpPr>
          <p:cNvPr id="3" name="Titel 2">
            <a:extLst>
              <a:ext uri="{FF2B5EF4-FFF2-40B4-BE49-F238E27FC236}">
                <a16:creationId xmlns:a16="http://schemas.microsoft.com/office/drawing/2014/main" id="{9CA1275A-C036-0F42-71BF-3E9B446354BB}"/>
              </a:ext>
            </a:extLst>
          </p:cNvPr>
          <p:cNvSpPr>
            <a:spLocks noGrp="1"/>
          </p:cNvSpPr>
          <p:nvPr>
            <p:ph type="title"/>
          </p:nvPr>
        </p:nvSpPr>
        <p:spPr/>
        <p:txBody>
          <a:bodyPr/>
          <a:lstStyle/>
          <a:p>
            <a:r>
              <a:rPr lang="en-GB" dirty="0"/>
              <a:t>Till next session:</a:t>
            </a:r>
          </a:p>
        </p:txBody>
      </p:sp>
      <p:sp>
        <p:nvSpPr>
          <p:cNvPr id="4" name="Inhaltsplatzhalter 3">
            <a:extLst>
              <a:ext uri="{FF2B5EF4-FFF2-40B4-BE49-F238E27FC236}">
                <a16:creationId xmlns:a16="http://schemas.microsoft.com/office/drawing/2014/main" id="{14B83B49-1F69-90B2-908A-318899856ACF}"/>
              </a:ext>
            </a:extLst>
          </p:cNvPr>
          <p:cNvSpPr>
            <a:spLocks noGrp="1"/>
          </p:cNvSpPr>
          <p:nvPr>
            <p:ph idx="1"/>
          </p:nvPr>
        </p:nvSpPr>
        <p:spPr>
          <a:xfrm>
            <a:off x="695325" y="1556793"/>
            <a:ext cx="5400675" cy="4607472"/>
          </a:xfrm>
        </p:spPr>
        <p:txBody>
          <a:bodyPr/>
          <a:lstStyle/>
          <a:p>
            <a:r>
              <a:rPr lang="en-GB" b="1" dirty="0"/>
              <a:t>Chapters 11.2 &amp; 11.5 </a:t>
            </a:r>
            <a:r>
              <a:rPr lang="en-GB" dirty="0"/>
              <a:t>on questionnaires from </a:t>
            </a:r>
            <a:r>
              <a:rPr lang="en-GB" b="1" dirty="0"/>
              <a:t>Saunders et al. (2023)</a:t>
            </a:r>
          </a:p>
        </p:txBody>
      </p:sp>
      <p:sp>
        <p:nvSpPr>
          <p:cNvPr id="5" name="Datumsplatzhalter 4">
            <a:extLst>
              <a:ext uri="{FF2B5EF4-FFF2-40B4-BE49-F238E27FC236}">
                <a16:creationId xmlns:a16="http://schemas.microsoft.com/office/drawing/2014/main" id="{A44D1751-E744-5B7C-1E92-203401859562}"/>
              </a:ext>
            </a:extLst>
          </p:cNvPr>
          <p:cNvSpPr>
            <a:spLocks noGrp="1"/>
          </p:cNvSpPr>
          <p:nvPr>
            <p:ph type="dt" sz="half" idx="10"/>
          </p:nvPr>
        </p:nvSpPr>
        <p:spPr/>
        <p:txBody>
          <a:bodyPr/>
          <a:lstStyle/>
          <a:p>
            <a:endParaRPr lang="en-GB" dirty="0"/>
          </a:p>
        </p:txBody>
      </p:sp>
      <p:sp>
        <p:nvSpPr>
          <p:cNvPr id="6" name="Fußzeilenplatzhalter 5">
            <a:extLst>
              <a:ext uri="{FF2B5EF4-FFF2-40B4-BE49-F238E27FC236}">
                <a16:creationId xmlns:a16="http://schemas.microsoft.com/office/drawing/2014/main" id="{07ABAFF8-5952-1899-18B0-34C5318C0120}"/>
              </a:ext>
            </a:extLst>
          </p:cNvPr>
          <p:cNvSpPr>
            <a:spLocks noGrp="1"/>
          </p:cNvSpPr>
          <p:nvPr>
            <p:ph type="ftr" sz="quarter" idx="11"/>
          </p:nvPr>
        </p:nvSpPr>
        <p:spPr/>
        <p:txBody>
          <a:bodyPr/>
          <a:lstStyle/>
          <a:p>
            <a:r>
              <a:rPr lang="en-GB" dirty="0"/>
              <a:t>KMH | IL Scientific Method</a:t>
            </a:r>
          </a:p>
        </p:txBody>
      </p:sp>
      <p:pic>
        <p:nvPicPr>
          <p:cNvPr id="8" name="Grafik 7">
            <a:extLst>
              <a:ext uri="{FF2B5EF4-FFF2-40B4-BE49-F238E27FC236}">
                <a16:creationId xmlns:a16="http://schemas.microsoft.com/office/drawing/2014/main" id="{23A163D7-F074-CED0-ABDA-C088E393EBC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56040" y="876814"/>
            <a:ext cx="4007056" cy="5104372"/>
          </a:xfrm>
          <a:prstGeom prst="rect">
            <a:avLst/>
          </a:prstGeom>
          <a:ln w="6350">
            <a:solidFill>
              <a:schemeClr val="tx1"/>
            </a:solidFill>
          </a:ln>
          <a:effectLst>
            <a:outerShdw blurRad="254000" dist="107763" dir="2699994" algn="tl">
              <a:prstClr val="black">
                <a:alpha val="40000"/>
              </a:prstClr>
            </a:outerShdw>
          </a:effectLst>
        </p:spPr>
      </p:pic>
    </p:spTree>
    <p:extLst>
      <p:ext uri="{BB962C8B-B14F-4D97-AF65-F5344CB8AC3E}">
        <p14:creationId xmlns:p14="http://schemas.microsoft.com/office/powerpoint/2010/main" val="17217768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Placeholder 41" descr="A large sign over a building&#10;&#10;Description automatically generated">
            <a:extLst>
              <a:ext uri="{FF2B5EF4-FFF2-40B4-BE49-F238E27FC236}">
                <a16:creationId xmlns:a16="http://schemas.microsoft.com/office/drawing/2014/main" id="{0B48F006-9058-F42A-24CC-504527C628E7}"/>
              </a:ext>
            </a:extLst>
          </p:cNvPr>
          <p:cNvPicPr>
            <a:picLocks noGrp="1" noChangeAspect="1"/>
          </p:cNvPicPr>
          <p:nvPr>
            <p:ph type="pic" idx="13"/>
          </p:nvPr>
        </p:nvPicPr>
        <p:blipFill>
          <a:blip r:embed="rId2">
            <a:extLst>
              <a:ext uri="{28A0092B-C50C-407E-A947-70E740481C1C}">
                <a14:useLocalDpi xmlns:a14="http://schemas.microsoft.com/office/drawing/2010/main" val="0"/>
              </a:ext>
            </a:extLst>
          </a:blip>
          <a:srcRect t="7722" b="7722"/>
          <a:stretch>
            <a:fillRect/>
          </a:stretch>
        </p:blipFill>
        <p:spPr/>
      </p:pic>
      <p:sp>
        <p:nvSpPr>
          <p:cNvPr id="7" name="Footer Placeholder 6">
            <a:extLst>
              <a:ext uri="{FF2B5EF4-FFF2-40B4-BE49-F238E27FC236}">
                <a16:creationId xmlns:a16="http://schemas.microsoft.com/office/drawing/2014/main" id="{B9D89ED8-1B2F-0288-6DBE-8662155665C4}"/>
              </a:ext>
            </a:extLst>
          </p:cNvPr>
          <p:cNvSpPr>
            <a:spLocks noGrp="1"/>
          </p:cNvSpPr>
          <p:nvPr>
            <p:ph type="ftr" sz="quarter" idx="16"/>
          </p:nvPr>
        </p:nvSpPr>
        <p:spPr/>
        <p:txBody>
          <a:bodyPr/>
          <a:lstStyle/>
          <a:p>
            <a:r>
              <a:rPr lang="en-GB" dirty="0"/>
              <a:t>KMH | IL Scientific Method</a:t>
            </a:r>
          </a:p>
        </p:txBody>
      </p:sp>
      <p:sp>
        <p:nvSpPr>
          <p:cNvPr id="2" name="Slide Number Placeholder 1">
            <a:extLst>
              <a:ext uri="{FF2B5EF4-FFF2-40B4-BE49-F238E27FC236}">
                <a16:creationId xmlns:a16="http://schemas.microsoft.com/office/drawing/2014/main" id="{4E54AB30-3259-5253-4230-6BE6446D5F7A}"/>
              </a:ext>
            </a:extLst>
          </p:cNvPr>
          <p:cNvSpPr>
            <a:spLocks noGrp="1"/>
          </p:cNvSpPr>
          <p:nvPr>
            <p:ph type="sldNum" sz="quarter" idx="17"/>
          </p:nvPr>
        </p:nvSpPr>
        <p:spPr/>
        <p:txBody>
          <a:bodyPr/>
          <a:lstStyle/>
          <a:p>
            <a:fld id="{D836C0FE-70CA-4950-82D6-CF602CC2B770}" type="slidenum">
              <a:rPr lang="en-GB" smtClean="0"/>
              <a:t>73</a:t>
            </a:fld>
            <a:endParaRPr lang="en-GB" dirty="0"/>
          </a:p>
        </p:txBody>
      </p:sp>
      <p:sp>
        <p:nvSpPr>
          <p:cNvPr id="24" name="Text Placeholder 23">
            <a:extLst>
              <a:ext uri="{FF2B5EF4-FFF2-40B4-BE49-F238E27FC236}">
                <a16:creationId xmlns:a16="http://schemas.microsoft.com/office/drawing/2014/main" id="{8400BCA3-1910-D3B9-EE31-7117C7C091B6}"/>
              </a:ext>
            </a:extLst>
          </p:cNvPr>
          <p:cNvSpPr>
            <a:spLocks noGrp="1"/>
          </p:cNvSpPr>
          <p:nvPr>
            <p:ph type="body" sz="quarter" idx="18"/>
          </p:nvPr>
        </p:nvSpPr>
        <p:spPr>
          <a:xfrm>
            <a:off x="6384000" y="549000"/>
            <a:ext cx="5400000" cy="646331"/>
          </a:xfrm>
        </p:spPr>
        <p:txBody>
          <a:bodyPr/>
          <a:lstStyle/>
          <a:p>
            <a:pPr algn="r"/>
            <a:r>
              <a:rPr lang="en-GB" dirty="0"/>
              <a:t>So long &amp; cheerio!</a:t>
            </a:r>
          </a:p>
        </p:txBody>
      </p:sp>
      <p:sp>
        <p:nvSpPr>
          <p:cNvPr id="3" name="Datumsplatzhalter 2">
            <a:extLst>
              <a:ext uri="{FF2B5EF4-FFF2-40B4-BE49-F238E27FC236}">
                <a16:creationId xmlns:a16="http://schemas.microsoft.com/office/drawing/2014/main" id="{22FC0C7C-75A1-88F8-AA2D-A7642B14040E}"/>
              </a:ext>
            </a:extLst>
          </p:cNvPr>
          <p:cNvSpPr>
            <a:spLocks noGrp="1"/>
          </p:cNvSpPr>
          <p:nvPr>
            <p:ph type="dt" sz="half" idx="15"/>
          </p:nvPr>
        </p:nvSpPr>
        <p:spPr/>
        <p:txBody>
          <a:bodyPr/>
          <a:lstStyle/>
          <a:p>
            <a:endParaRPr lang="en-GB" dirty="0"/>
          </a:p>
        </p:txBody>
      </p:sp>
    </p:spTree>
    <p:extLst>
      <p:ext uri="{BB962C8B-B14F-4D97-AF65-F5344CB8AC3E}">
        <p14:creationId xmlns:p14="http://schemas.microsoft.com/office/powerpoint/2010/main" val="1880256294"/>
      </p:ext>
    </p:extLst>
  </p:cSld>
  <p:clrMapOvr>
    <a:masterClrMapping/>
  </p:clrMapOvr>
</p:sld>
</file>

<file path=ppt/theme/theme1.xml><?xml version="1.0" encoding="utf-8"?>
<a:theme xmlns:a="http://schemas.openxmlformats.org/drawingml/2006/main" name="IMC University of Applied Sciences">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kmh_1">
      <a:majorFont>
        <a:latin typeface="Cambri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7E9"/>
        </a:solidFill>
        <a:ln>
          <a:noFill/>
        </a:ln>
      </a:spPr>
      <a:bodyPr rtlCol="0" anchor="ctr"/>
      <a:lstStyle>
        <a:defPPr algn="ctr">
          <a:lnSpc>
            <a:spcPct val="120000"/>
          </a:lnSpc>
          <a:defRPr sz="16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57150" cap="flat" cmpd="sng" algn="ctr">
          <a:solidFill>
            <a:schemeClr val="accent2"/>
          </a:solidFill>
          <a:prstDash val="solid"/>
          <a:round/>
          <a:headEnd type="none" w="med" len="med"/>
          <a:tailEnd type="arrow" w="med" len="med"/>
        </a:ln>
      </a:spPr>
      <a:bodyPr/>
      <a:lstStyle/>
      <a:style>
        <a:lnRef idx="0">
          <a:scrgbClr r="0" g="0" b="0"/>
        </a:lnRef>
        <a:fillRef idx="0">
          <a:scrgbClr r="0" g="0" b="0"/>
        </a:fillRef>
        <a:effectRef idx="0">
          <a:scrgbClr r="0" g="0" b="0"/>
        </a:effectRef>
        <a:fontRef idx="minor">
          <a:schemeClr val="tx1"/>
        </a:fontRef>
      </a:style>
    </a:lnDef>
    <a:txDef>
      <a:spPr>
        <a:noFill/>
      </a:spPr>
      <a:bodyPr wrap="square" lIns="0" tIns="0" rIns="0" bIns="0" rtlCol="0">
        <a:spAutoFit/>
      </a:bodyPr>
      <a:lstStyle>
        <a:defPPr marL="180000" indent="-180000" algn="l">
          <a:lnSpc>
            <a:spcPct val="120000"/>
          </a:lnSpc>
          <a:spcBef>
            <a:spcPts val="800"/>
          </a:spcBef>
          <a:buFont typeface="Arial" panose="020B0604020202020204" pitchFamily="34" charset="0"/>
          <a:buChar char="•"/>
          <a:defRPr sz="1600" dirty="0" smtClean="0"/>
        </a:defPPr>
      </a:lstStyle>
    </a:txDef>
  </a:objectDefaults>
  <a:extraClrSchemeLst/>
  <a:custClrLst>
    <a:custClr name="Corporate 1">
      <a:srgbClr val="768692"/>
    </a:custClr>
    <a:custClr name="R 156, G 168, B 178">
      <a:srgbClr val="9CA8B2"/>
    </a:custClr>
    <a:custClr name="R 199, G 206, B 211">
      <a:srgbClr val="C7CED3"/>
    </a:custClr>
    <a:custClr name="R 228, G 231, B 233">
      <a:srgbClr val="E4E7E9"/>
    </a:custClr>
    <a:custClr name="Corporate 2">
      <a:srgbClr val="FF9E1B"/>
    </a:custClr>
    <a:custClr name="R 255, G 191, B 113">
      <a:srgbClr val="FFBF71"/>
    </a:custClr>
    <a:custClr name="R 255, G 227, B 193">
      <a:srgbClr val="FFE3C1"/>
    </a:custClr>
    <a:custClr name="Health">
      <a:srgbClr val="98D801"/>
    </a:custClr>
    <a:custClr name="Sciences Technology">
      <a:srgbClr val="F94868"/>
    </a:custClr>
    <a:custClr name="Business">
      <a:srgbClr val="608EE4"/>
    </a:custClr>
  </a:custClrLst>
  <a:extLst>
    <a:ext uri="{05A4C25C-085E-4340-85A3-A5531E510DB2}">
      <thm15:themeFamily xmlns:thm15="http://schemas.microsoft.com/office/thememl/2012/main" name="IMC_Master_kmh_EN_v1.potx" id="{39AAC1CD-CC9E-43D2-BA7D-50B79275FDD7}" vid="{F4BF6623-F0EF-43D9-91AB-21B0A075E4BF}"/>
    </a:ext>
  </a:extLst>
</a:theme>
</file>

<file path=ppt/theme/theme2.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IMC Fachhochschule Krems">
      <a:dk1>
        <a:sysClr val="windowText" lastClr="000000"/>
      </a:dk1>
      <a:lt1>
        <a:sysClr val="window" lastClr="FFFFFF"/>
      </a:lt1>
      <a:dk2>
        <a:srgbClr val="FF9E1B"/>
      </a:dk2>
      <a:lt2>
        <a:srgbClr val="768692"/>
      </a:lt2>
      <a:accent1>
        <a:srgbClr val="768692"/>
      </a:accent1>
      <a:accent2>
        <a:srgbClr val="FF9E1B"/>
      </a:accent2>
      <a:accent3>
        <a:srgbClr val="9CA8B2"/>
      </a:accent3>
      <a:accent4>
        <a:srgbClr val="FFBF71"/>
      </a:accent4>
      <a:accent5>
        <a:srgbClr val="C7CED3"/>
      </a:accent5>
      <a:accent6>
        <a:srgbClr val="FFE3C1"/>
      </a:accent6>
      <a:hlink>
        <a:srgbClr val="000000"/>
      </a:hlink>
      <a:folHlink>
        <a:srgbClr val="FF9E1B"/>
      </a:folHlink>
    </a:clrScheme>
    <a:fontScheme name="IMC Fachhochschule Krems">
      <a:majorFont>
        <a:latin typeface="Cambr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F54D1FB-4336-4540-B73B-216A5AA8A8B6}">
  <we:reference id="wa200007063" version="1.2.0.0" store="de-DE" storeType="OMEX"/>
  <we:alternateReferences>
    <we:reference id="wa200007063" version="1.2.0.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e2a1aa5-80d5-48a3-91f0-fb64e0be4770">
      <Terms xmlns="http://schemas.microsoft.com/office/infopath/2007/PartnerControls"/>
    </lcf76f155ced4ddcb4097134ff3c332f>
    <TaxCatchAll xmlns="983343c7-a106-418e-a2df-312e52841f7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6CAB9078B69604392EA4442D9DB3D29" ma:contentTypeVersion="13" ma:contentTypeDescription="Create a new document." ma:contentTypeScope="" ma:versionID="f3700361f1eaf6fbddbaba900adee901">
  <xsd:schema xmlns:xsd="http://www.w3.org/2001/XMLSchema" xmlns:xs="http://www.w3.org/2001/XMLSchema" xmlns:p="http://schemas.microsoft.com/office/2006/metadata/properties" xmlns:ns2="ee2a1aa5-80d5-48a3-91f0-fb64e0be4770" xmlns:ns3="983343c7-a106-418e-a2df-312e52841f70" targetNamespace="http://schemas.microsoft.com/office/2006/metadata/properties" ma:root="true" ma:fieldsID="0bd78bafa5a05ec3c01dbc9349fe7bdb" ns2:_="" ns3:_="">
    <xsd:import namespace="ee2a1aa5-80d5-48a3-91f0-fb64e0be4770"/>
    <xsd:import namespace="983343c7-a106-418e-a2df-312e52841f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2a1aa5-80d5-48a3-91f0-fb64e0be47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16438b7-21d0-4069-86e7-cecdf0f7fcb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83343c7-a106-418e-a2df-312e52841f7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1ee604f-cc32-441b-b418-5a37cfef1180}" ma:internalName="TaxCatchAll" ma:showField="CatchAllData" ma:web="983343c7-a106-418e-a2df-312e52841f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5C4301-C29D-407B-9381-82889EE8729E}">
  <ds:schemaRefs>
    <ds:schemaRef ds:uri="http://www.w3.org/XML/1998/namespace"/>
    <ds:schemaRef ds:uri="http://purl.org/dc/dcmitype/"/>
    <ds:schemaRef ds:uri="983343c7-a106-418e-a2df-312e52841f70"/>
    <ds:schemaRef ds:uri="http://purl.org/dc/elements/1.1/"/>
    <ds:schemaRef ds:uri="http://schemas.microsoft.com/office/2006/documentManagement/types"/>
    <ds:schemaRef ds:uri="http://schemas.openxmlformats.org/package/2006/metadata/core-properties"/>
    <ds:schemaRef ds:uri="ee2a1aa5-80d5-48a3-91f0-fb64e0be4770"/>
    <ds:schemaRef ds:uri="http://schemas.microsoft.com/office/2006/metadata/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E173F5B9-CA92-4B94-AB61-4BBEAEC9764E}">
  <ds:schemaRefs>
    <ds:schemaRef ds:uri="http://schemas.microsoft.com/sharepoint/v3/contenttype/forms"/>
  </ds:schemaRefs>
</ds:datastoreItem>
</file>

<file path=customXml/itemProps3.xml><?xml version="1.0" encoding="utf-8"?>
<ds:datastoreItem xmlns:ds="http://schemas.openxmlformats.org/officeDocument/2006/customXml" ds:itemID="{480B6017-EC8E-4DD2-94EA-4F8D5FAB79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2a1aa5-80d5-48a3-91f0-fb64e0be4770"/>
    <ds:schemaRef ds:uri="983343c7-a106-418e-a2df-312e52841f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IMC_Master_kmh_EN_v1</Template>
  <TotalTime>0</TotalTime>
  <Words>3367</Words>
  <Application>Microsoft Office PowerPoint</Application>
  <PresentationFormat>Breitbild</PresentationFormat>
  <Paragraphs>594</Paragraphs>
  <Slides>73</Slides>
  <Notes>4</Notes>
  <HiddenSlides>4</HiddenSlides>
  <MMClips>0</MMClips>
  <ScaleCrop>false</ScaleCrop>
  <HeadingPairs>
    <vt:vector size="6" baseType="variant">
      <vt:variant>
        <vt:lpstr>Verwendete Schriftarten</vt:lpstr>
      </vt:variant>
      <vt:variant>
        <vt:i4>10</vt:i4>
      </vt:variant>
      <vt:variant>
        <vt:lpstr>Design</vt:lpstr>
      </vt:variant>
      <vt:variant>
        <vt:i4>1</vt:i4>
      </vt:variant>
      <vt:variant>
        <vt:lpstr>Folientitel</vt:lpstr>
      </vt:variant>
      <vt:variant>
        <vt:i4>73</vt:i4>
      </vt:variant>
    </vt:vector>
  </HeadingPairs>
  <TitlesOfParts>
    <vt:vector size="84" baseType="lpstr">
      <vt:lpstr>ＭＳ Ｐゴシック</vt:lpstr>
      <vt:lpstr>Arial</vt:lpstr>
      <vt:lpstr>Bookman Old Style</vt:lpstr>
      <vt:lpstr>Calibri</vt:lpstr>
      <vt:lpstr>Cambria</vt:lpstr>
      <vt:lpstr>Courier New</vt:lpstr>
      <vt:lpstr>Droid Serif</vt:lpstr>
      <vt:lpstr>Garamond</vt:lpstr>
      <vt:lpstr>Symbol</vt:lpstr>
      <vt:lpstr>Wingdings</vt:lpstr>
      <vt:lpstr>IMC University of Applied Sciences</vt:lpstr>
      <vt:lpstr>Gather &amp; Analyse Data</vt:lpstr>
      <vt:lpstr>Overview</vt:lpstr>
      <vt:lpstr>Gathering (&amp; Analysing) Quantitative  Data</vt:lpstr>
      <vt:lpstr>Look, Think, Test, Tell</vt:lpstr>
      <vt:lpstr>What Methods are There?  An Overview</vt:lpstr>
      <vt:lpstr>Why not a Survey?</vt:lpstr>
      <vt:lpstr>The ideal empirical Workflow</vt:lpstr>
      <vt:lpstr>Measurement in Surveys</vt:lpstr>
      <vt:lpstr>Measuring manifest Features</vt:lpstr>
      <vt:lpstr>Measuring latent Features</vt:lpstr>
      <vt:lpstr>The ideal empirical Workflow</vt:lpstr>
      <vt:lpstr>Be clear on the Survey Units</vt:lpstr>
      <vt:lpstr>The ideal empirical Workflow</vt:lpstr>
      <vt:lpstr>Operationalise your structured Survey</vt:lpstr>
      <vt:lpstr>Operationalise your structured Survey</vt:lpstr>
      <vt:lpstr>Operationalise your structured Survey</vt:lpstr>
      <vt:lpstr>Requirements for Response Categories: </vt:lpstr>
      <vt:lpstr>Often used: Scales for Intensities</vt:lpstr>
      <vt:lpstr>Often used: Scales for Intensities</vt:lpstr>
      <vt:lpstr>Some Suggestions for formulating Questions</vt:lpstr>
      <vt:lpstr>Some Suggestions for formulating Questions</vt:lpstr>
      <vt:lpstr>Order of Questions:</vt:lpstr>
      <vt:lpstr>The ideal empirical Workflow</vt:lpstr>
      <vt:lpstr>Why is Sampling important?</vt:lpstr>
      <vt:lpstr>Why is Sampling important?</vt:lpstr>
      <vt:lpstr>Overview Sampling Strategies</vt:lpstr>
      <vt:lpstr>A simple Quota Sampling</vt:lpstr>
      <vt:lpstr>The ideal empirical Workflow</vt:lpstr>
      <vt:lpstr>Data Preparation: Make it digital!</vt:lpstr>
      <vt:lpstr>And then: Welcome to the Data Workflow</vt:lpstr>
      <vt:lpstr>Grab the Data and run …</vt:lpstr>
      <vt:lpstr>An Example for Quantitative Analysis:</vt:lpstr>
      <vt:lpstr>Gathering (&amp; Analysing) Qualitative Data</vt:lpstr>
      <vt:lpstr>Look, Think, Test, Tell</vt:lpstr>
      <vt:lpstr>What Methods are There?  An Overview</vt:lpstr>
      <vt:lpstr>The qualitative Interview</vt:lpstr>
      <vt:lpstr>Workflow</vt:lpstr>
      <vt:lpstr>1. Preparation of Content</vt:lpstr>
      <vt:lpstr>@ Sampling</vt:lpstr>
      <vt:lpstr>Digression:  How many interviews do you need?</vt:lpstr>
      <vt:lpstr>Digression: “Thick Description”?</vt:lpstr>
      <vt:lpstr>Types of qualitative Interviews</vt:lpstr>
      <vt:lpstr>The episodic interview</vt:lpstr>
      <vt:lpstr>Types of qualitative Interviews</vt:lpstr>
      <vt:lpstr>The focussed interview</vt:lpstr>
      <vt:lpstr>Types of qualitative Interviews</vt:lpstr>
      <vt:lpstr>The problem-centred interview I</vt:lpstr>
      <vt:lpstr>The problem-centred interview II</vt:lpstr>
      <vt:lpstr>@ Refined Question Strategies during the Interview</vt:lpstr>
      <vt:lpstr>Digression: The Interview Guide</vt:lpstr>
      <vt:lpstr>Digression: The Interview Guide</vt:lpstr>
      <vt:lpstr>Question Types for the Interview Guide</vt:lpstr>
      <vt:lpstr>Workflow</vt:lpstr>
      <vt:lpstr>The Workflow</vt:lpstr>
      <vt:lpstr>Workflow</vt:lpstr>
      <vt:lpstr>The Workflow</vt:lpstr>
      <vt:lpstr>7. Transcription</vt:lpstr>
      <vt:lpstr>7. Transcription: Selber machen lassen 😉</vt:lpstr>
      <vt:lpstr>8) Qualitative Content Analysis</vt:lpstr>
      <vt:lpstr>8) Qualitative Content Analysis</vt:lpstr>
      <vt:lpstr>One Approach: Thematic Coding (cf. Hopf et al 1995):</vt:lpstr>
      <vt:lpstr>One Approach: Thematic Coding (cf. Hopf et al 1995):</vt:lpstr>
      <vt:lpstr>One Approach: Thematic Coding (cf. Hopf et al 1995):</vt:lpstr>
      <vt:lpstr>One Approach: Thematic Coding (cf. Hopf et al 1995):</vt:lpstr>
      <vt:lpstr>One Approach: Thematic Coding (cf. Hopf et al 1995):</vt:lpstr>
      <vt:lpstr>8) Qualitative Content Analysis: An Example</vt:lpstr>
      <vt:lpstr>8) Qualitative Content Analysis: An Example</vt:lpstr>
      <vt:lpstr>8) Qualitative Content Analysis: An Example</vt:lpstr>
      <vt:lpstr>8) From Qualitative Content Analysis to Triangulation: Combining Qualitative and Quantitative Analyis</vt:lpstr>
      <vt:lpstr>Wrap it up</vt:lpstr>
      <vt:lpstr>Wrap it up</vt:lpstr>
      <vt:lpstr>Till next session: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or: Why Science rulez  (sometimes)</dc:title>
  <dc:creator>Karl Michael Höferl</dc:creator>
  <cp:lastModifiedBy>Karl Michael Höferl</cp:lastModifiedBy>
  <cp:revision>4</cp:revision>
  <dcterms:created xsi:type="dcterms:W3CDTF">2024-10-02T13:57:04Z</dcterms:created>
  <dcterms:modified xsi:type="dcterms:W3CDTF">2025-11-07T14:42:23Z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0x010100B6CAB9078B69604392EA4442D9DB3D29</vt:lpwstr>
  </property>
  <property fmtid="{D5CDD505-2E9C-101B-9397-08002B2CF9AE}" pid="3" name="MediaServiceImageTags">
    <vt:lpwstr/>
  </property>
</Properties>
</file>